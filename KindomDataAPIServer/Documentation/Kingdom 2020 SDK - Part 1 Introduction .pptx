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81" r:id="rId2"/>
    <p:sldMasterId id="2147483985" r:id="rId3"/>
  </p:sldMasterIdLst>
  <p:notesMasterIdLst>
    <p:notesMasterId r:id="rId20"/>
  </p:notesMasterIdLst>
  <p:handoutMasterIdLst>
    <p:handoutMasterId r:id="rId21"/>
  </p:handoutMasterIdLst>
  <p:sldIdLst>
    <p:sldId id="404" r:id="rId4"/>
    <p:sldId id="382" r:id="rId5"/>
    <p:sldId id="381" r:id="rId6"/>
    <p:sldId id="385" r:id="rId7"/>
    <p:sldId id="396" r:id="rId8"/>
    <p:sldId id="377" r:id="rId9"/>
    <p:sldId id="378" r:id="rId10"/>
    <p:sldId id="354" r:id="rId11"/>
    <p:sldId id="364" r:id="rId12"/>
    <p:sldId id="398" r:id="rId13"/>
    <p:sldId id="394" r:id="rId14"/>
    <p:sldId id="402" r:id="rId15"/>
    <p:sldId id="393" r:id="rId16"/>
    <p:sldId id="369" r:id="rId17"/>
    <p:sldId id="399" r:id="rId18"/>
    <p:sldId id="40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userDrawn="1">
          <p15:clr>
            <a:srgbClr val="A4A3A4"/>
          </p15:clr>
        </p15:guide>
        <p15:guide id="3" orient="horz" pos="2160">
          <p15:clr>
            <a:srgbClr val="A4A3A4"/>
          </p15:clr>
        </p15:guide>
        <p15:guide id="4" orient="horz" pos="3836">
          <p15:clr>
            <a:srgbClr val="A4A3A4"/>
          </p15:clr>
        </p15:guide>
        <p15:guide id="5" orient="horz" pos="1207">
          <p15:clr>
            <a:srgbClr val="A4A3A4"/>
          </p15:clr>
        </p15:guide>
        <p15:guide id="6" orient="horz" pos="3929">
          <p15:clr>
            <a:srgbClr val="A4A3A4"/>
          </p15:clr>
        </p15:guide>
        <p15:guide id="7" pos="295">
          <p15:clr>
            <a:srgbClr val="A4A3A4"/>
          </p15:clr>
        </p15:guide>
        <p15:guide id="8" pos="546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8080"/>
    <a:srgbClr val="4B254C"/>
    <a:srgbClr val="FBB161"/>
    <a:srgbClr val="265B3F"/>
    <a:srgbClr val="FFE694"/>
    <a:srgbClr val="8F7890"/>
    <a:srgbClr val="103C68"/>
    <a:srgbClr val="C4DF9B"/>
    <a:srgbClr val="C84623"/>
    <a:srgbClr val="8DC0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AE222F-08E3-239E-C8E7-50140585CD62}" v="12" dt="2025-08-13T16:16:36.596"/>
  </p1510:revLst>
</p1510:revInfo>
</file>

<file path=ppt/tableStyles.xml><?xml version="1.0" encoding="utf-8"?>
<a:tblStyleLst xmlns:a="http://schemas.openxmlformats.org/drawingml/2006/main" def="{4F348D8D-2592-4D36-8BCA-CF58A03317E7}">
  <a:tblStyle styleId="{4F348D8D-2592-4D36-8BCA-CF58A03317E7}" styleName="IHSM Table Style">
    <a:wholeTbl>
      <a:tcTxStyle>
        <a:fontRef idx="minor"/>
        <a:schemeClr val="dk1"/>
      </a:tcTxStyle>
      <a:tcStyle>
        <a:tcBdr>
          <a:left>
            <a:ln>
              <a:noFill/>
            </a:ln>
          </a:left>
          <a:right>
            <a:ln>
              <a:noFill/>
            </a:ln>
          </a:right>
          <a:top>
            <a:ln>
              <a:noFill/>
            </a:ln>
          </a:top>
          <a:bottom>
            <a:ln>
              <a:noFill/>
            </a:ln>
          </a:bottom>
          <a:insideH>
            <a:ln>
              <a:noFill/>
            </a:ln>
          </a:insideH>
          <a:insideV>
            <a:ln>
              <a:noFill/>
            </a:ln>
          </a:insideV>
        </a:tcBdr>
      </a:tcStyle>
    </a:wholeTbl>
    <a:band1H>
      <a:tcTxStyle>
        <a:schemeClr val="dk1"/>
      </a:tcTxStyle>
      <a:tcStyle>
        <a:tcBdr/>
      </a:tcStyle>
    </a:band1H>
    <a:band2H>
      <a:tcStyle>
        <a:tcBdr/>
      </a:tcStyle>
    </a:band2H>
    <a:band1V>
      <a:tcStyle>
        <a:tcBdr/>
      </a:tcStyle>
    </a:band1V>
    <a:band2V>
      <a:tcStyle>
        <a:tcBdr/>
      </a:tcStyle>
    </a:band2V>
    <a:lastRow>
      <a:tcStyle>
        <a:tcBdr/>
      </a:tcStyle>
    </a:lastRow>
    <a:firstRow>
      <a:tcTxStyle>
        <a:fontRef idx="major"/>
        <a:schemeClr val="bg1"/>
      </a:tcTxStyle>
      <a:tcStyle>
        <a:tcBdr/>
        <a:fill>
          <a:solidFill>
            <a:srgbClr val="7F8080"/>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2880"/>
        <p:guide orient="horz" pos="2160"/>
        <p:guide orient="horz" pos="3836"/>
        <p:guide orient="horz" pos="1207"/>
        <p:guide orient="horz" pos="3929"/>
        <p:guide pos="295"/>
        <p:guide pos="5465"/>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microsoft.com/office/2016/11/relationships/changesInfo" Target="changesInfos/changesInfo1.xml"/><Relationship Id="rId3" Type="http://schemas.openxmlformats.org/officeDocument/2006/relationships/slideMaster" Target="slideMasters/slideMaster3.xml"/><Relationship Id="rId21" Type="http://schemas.openxmlformats.org/officeDocument/2006/relationships/handoutMaster" Target="handoutMasters/handout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aparthy, Divya" userId="S::divya.vanaparthy@spglobal.com::7ef876b5-e10b-4159-a5bd-b1c2077c9a7d" providerId="AD" clId="Web-{F9AE222F-08E3-239E-C8E7-50140585CD62}"/>
    <pc:docChg chg="modSld">
      <pc:chgData name="Vanaparthy, Divya" userId="S::divya.vanaparthy@spglobal.com::7ef876b5-e10b-4159-a5bd-b1c2077c9a7d" providerId="AD" clId="Web-{F9AE222F-08E3-239E-C8E7-50140585CD62}" dt="2025-08-13T16:16:36.596" v="11"/>
      <pc:docMkLst>
        <pc:docMk/>
      </pc:docMkLst>
      <pc:sldChg chg="addSp delSp modSp">
        <pc:chgData name="Vanaparthy, Divya" userId="S::divya.vanaparthy@spglobal.com::7ef876b5-e10b-4159-a5bd-b1c2077c9a7d" providerId="AD" clId="Web-{F9AE222F-08E3-239E-C8E7-50140585CD62}" dt="2025-08-13T16:15:33.985" v="7"/>
        <pc:sldMkLst>
          <pc:docMk/>
          <pc:sldMk cId="4020401621" sldId="378"/>
        </pc:sldMkLst>
        <pc:graphicFrameChg chg="modGraphic">
          <ac:chgData name="Vanaparthy, Divya" userId="S::divya.vanaparthy@spglobal.com::7ef876b5-e10b-4159-a5bd-b1c2077c9a7d" providerId="AD" clId="Web-{F9AE222F-08E3-239E-C8E7-50140585CD62}" dt="2025-08-13T16:15:33.985" v="7"/>
          <ac:graphicFrameMkLst>
            <pc:docMk/>
            <pc:sldMk cId="4020401621" sldId="378"/>
            <ac:graphicFrameMk id="8" creationId="{F7B822C5-DAC3-4EFD-B5CF-B1F0478603AC}"/>
          </ac:graphicFrameMkLst>
        </pc:graphicFrameChg>
        <pc:graphicFrameChg chg="add del">
          <ac:chgData name="Vanaparthy, Divya" userId="S::divya.vanaparthy@spglobal.com::7ef876b5-e10b-4159-a5bd-b1c2077c9a7d" providerId="AD" clId="Web-{F9AE222F-08E3-239E-C8E7-50140585CD62}" dt="2025-08-13T16:15:23.922" v="6"/>
          <ac:graphicFrameMkLst>
            <pc:docMk/>
            <pc:sldMk cId="4020401621" sldId="378"/>
            <ac:graphicFrameMk id="36" creationId="{B94EEEFD-CF0A-2928-F283-1F9EB217377E}"/>
          </ac:graphicFrameMkLst>
        </pc:graphicFrameChg>
      </pc:sldChg>
      <pc:sldChg chg="modSp">
        <pc:chgData name="Vanaparthy, Divya" userId="S::divya.vanaparthy@spglobal.com::7ef876b5-e10b-4159-a5bd-b1c2077c9a7d" providerId="AD" clId="Web-{F9AE222F-08E3-239E-C8E7-50140585CD62}" dt="2025-08-13T16:16:36.596" v="11"/>
        <pc:sldMkLst>
          <pc:docMk/>
          <pc:sldMk cId="3825788332" sldId="385"/>
        </pc:sldMkLst>
        <pc:graphicFrameChg chg="modGraphic">
          <ac:chgData name="Vanaparthy, Divya" userId="S::divya.vanaparthy@spglobal.com::7ef876b5-e10b-4159-a5bd-b1c2077c9a7d" providerId="AD" clId="Web-{F9AE222F-08E3-239E-C8E7-50140585CD62}" dt="2025-08-13T16:16:36.596" v="11"/>
          <ac:graphicFrameMkLst>
            <pc:docMk/>
            <pc:sldMk cId="3825788332" sldId="385"/>
            <ac:graphicFrameMk id="2" creationId="{00000000-0000-0000-0000-000000000000}"/>
          </ac:graphicFrameMkLst>
        </pc:graphicFrameChg>
      </pc:sldChg>
    </pc:docChg>
  </pc:docChgLst>
</pc:chgInfo>
</file>

<file path=ppt/diagrams/_rels/data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0.png"/><Relationship Id="rId7" Type="http://schemas.microsoft.com/office/2007/relationships/hdphoto" Target="../media/hdphoto3.wdp"/><Relationship Id="rId2" Type="http://schemas.microsoft.com/office/2007/relationships/hdphoto" Target="../media/hdphoto1.wdp"/><Relationship Id="rId1" Type="http://schemas.openxmlformats.org/officeDocument/2006/relationships/image" Target="../media/image29.jpeg"/><Relationship Id="rId6" Type="http://schemas.openxmlformats.org/officeDocument/2006/relationships/image" Target="../media/image32.jpeg"/><Relationship Id="rId5" Type="http://schemas.microsoft.com/office/2007/relationships/hdphoto" Target="../media/hdphoto2.wdp"/><Relationship Id="rId10" Type="http://schemas.openxmlformats.org/officeDocument/2006/relationships/image" Target="../media/image34.png"/><Relationship Id="rId4" Type="http://schemas.openxmlformats.org/officeDocument/2006/relationships/image" Target="../media/image31.jpeg"/><Relationship Id="rId9" Type="http://schemas.microsoft.com/office/2007/relationships/hdphoto" Target="../media/hdphoto4.wdp"/></Relationships>
</file>

<file path=ppt/diagrams/_rels/drawing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0.png"/><Relationship Id="rId7" Type="http://schemas.microsoft.com/office/2007/relationships/hdphoto" Target="../media/hdphoto3.wdp"/><Relationship Id="rId2" Type="http://schemas.microsoft.com/office/2007/relationships/hdphoto" Target="../media/hdphoto1.wdp"/><Relationship Id="rId1" Type="http://schemas.openxmlformats.org/officeDocument/2006/relationships/image" Target="../media/image29.jpeg"/><Relationship Id="rId6" Type="http://schemas.openxmlformats.org/officeDocument/2006/relationships/image" Target="../media/image32.jpeg"/><Relationship Id="rId5" Type="http://schemas.microsoft.com/office/2007/relationships/hdphoto" Target="../media/hdphoto2.wdp"/><Relationship Id="rId10" Type="http://schemas.openxmlformats.org/officeDocument/2006/relationships/image" Target="../media/image34.png"/><Relationship Id="rId4" Type="http://schemas.openxmlformats.org/officeDocument/2006/relationships/image" Target="../media/image31.jpeg"/><Relationship Id="rId9" Type="http://schemas.microsoft.com/office/2007/relationships/hdphoto" Target="../media/hdphoto4.wdp"/></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7158B2B-3BBD-4C58-B680-28EBFA7383E5}" type="doc">
      <dgm:prSet loTypeId="urn:microsoft.com/office/officeart/2005/8/layout/radial3" loCatId="cycle" qsTypeId="urn:microsoft.com/office/officeart/2005/8/quickstyle/simple2" qsCatId="simple" csTypeId="urn:microsoft.com/office/officeart/2005/8/colors/colorful3" csCatId="colorful" phldr="1"/>
      <dgm:spPr/>
      <dgm:t>
        <a:bodyPr/>
        <a:lstStyle/>
        <a:p>
          <a:endParaRPr lang="en-US"/>
        </a:p>
      </dgm:t>
    </dgm:pt>
    <dgm:pt modelId="{608EFC26-4651-4C57-B40D-D4DF6D83467B}">
      <dgm:prSet phldrT="[Text]" custT="1"/>
      <dgm:spPr/>
      <dgm:t>
        <a:bodyPr/>
        <a:lstStyle/>
        <a:p>
          <a:r>
            <a:rPr lang="en-US" sz="2400" b="1">
              <a:effectLst/>
            </a:rPr>
            <a:t>Kingdom SDK</a:t>
          </a:r>
        </a:p>
      </dgm:t>
    </dgm:pt>
    <dgm:pt modelId="{4473E6C3-0984-4875-B889-ADD0B3A09067}" type="parTrans" cxnId="{E9AC1F06-F63B-4DA0-A666-1D15D92E111F}">
      <dgm:prSet/>
      <dgm:spPr/>
      <dgm:t>
        <a:bodyPr/>
        <a:lstStyle/>
        <a:p>
          <a:endParaRPr lang="en-US" sz="1600">
            <a:effectLst/>
          </a:endParaRPr>
        </a:p>
      </dgm:t>
    </dgm:pt>
    <dgm:pt modelId="{540C6196-13D4-425B-BFFA-2E6F9B249751}" type="sibTrans" cxnId="{E9AC1F06-F63B-4DA0-A666-1D15D92E111F}">
      <dgm:prSet/>
      <dgm:spPr/>
      <dgm:t>
        <a:bodyPr/>
        <a:lstStyle/>
        <a:p>
          <a:endParaRPr lang="en-US" sz="1600">
            <a:effectLst/>
          </a:endParaRPr>
        </a:p>
      </dgm:t>
    </dgm:pt>
    <dgm:pt modelId="{55D14A48-1DAC-479E-8D4E-12644BDA19E3}">
      <dgm:prSet phldrT="[Text]" custT="1"/>
      <dgm:spPr/>
      <dgm:t>
        <a:bodyPr/>
        <a:lstStyle/>
        <a:p>
          <a:r>
            <a:rPr lang="en-US" sz="900">
              <a:effectLst/>
            </a:rPr>
            <a:t>Baker GE JewelSuite Links 2018</a:t>
          </a:r>
        </a:p>
      </dgm:t>
    </dgm:pt>
    <dgm:pt modelId="{11E73C3B-84E9-42C0-A23B-1F52F7E04A6E}" type="parTrans" cxnId="{FAD01C34-9D75-400E-A3BF-8FF4C9AE762E}">
      <dgm:prSet/>
      <dgm:spPr/>
      <dgm:t>
        <a:bodyPr/>
        <a:lstStyle/>
        <a:p>
          <a:endParaRPr lang="en-US" sz="1600">
            <a:effectLst/>
          </a:endParaRPr>
        </a:p>
      </dgm:t>
    </dgm:pt>
    <dgm:pt modelId="{DF819B04-B272-44AA-B8EB-00414ABE332F}" type="sibTrans" cxnId="{FAD01C34-9D75-400E-A3BF-8FF4C9AE762E}">
      <dgm:prSet/>
      <dgm:spPr/>
      <dgm:t>
        <a:bodyPr/>
        <a:lstStyle/>
        <a:p>
          <a:endParaRPr lang="en-US" sz="1600">
            <a:effectLst/>
          </a:endParaRPr>
        </a:p>
      </dgm:t>
    </dgm:pt>
    <dgm:pt modelId="{F774728B-7BEA-4A9B-BCB4-79CDC7B5DD5F}">
      <dgm:prSet phldrT="[Text]" custT="1"/>
      <dgm:spPr/>
      <dgm:t>
        <a:bodyPr/>
        <a:lstStyle/>
        <a:p>
          <a:r>
            <a:rPr lang="en-US" sz="900">
              <a:effectLst/>
            </a:rPr>
            <a:t>IHSM </a:t>
          </a:r>
        </a:p>
        <a:p>
          <a:r>
            <a:rPr lang="en-US" sz="900">
              <a:effectLst/>
            </a:rPr>
            <a:t>Enterprise Data Management</a:t>
          </a:r>
        </a:p>
        <a:p>
          <a:r>
            <a:rPr lang="en-US" sz="900">
              <a:effectLst/>
            </a:rPr>
            <a:t>2018</a:t>
          </a:r>
        </a:p>
      </dgm:t>
    </dgm:pt>
    <dgm:pt modelId="{FD76823C-DBA8-4FE5-9A6B-E6CA93CAA7A3}" type="parTrans" cxnId="{80380519-9CE6-48B3-A685-947A32700ACE}">
      <dgm:prSet/>
      <dgm:spPr/>
      <dgm:t>
        <a:bodyPr/>
        <a:lstStyle/>
        <a:p>
          <a:endParaRPr lang="en-US" sz="1600">
            <a:effectLst/>
          </a:endParaRPr>
        </a:p>
      </dgm:t>
    </dgm:pt>
    <dgm:pt modelId="{BEA0A135-E266-401E-90F7-D35CF7EA6ABA}" type="sibTrans" cxnId="{80380519-9CE6-48B3-A685-947A32700ACE}">
      <dgm:prSet/>
      <dgm:spPr/>
      <dgm:t>
        <a:bodyPr/>
        <a:lstStyle/>
        <a:p>
          <a:endParaRPr lang="en-US" sz="1600">
            <a:effectLst/>
          </a:endParaRPr>
        </a:p>
      </dgm:t>
    </dgm:pt>
    <dgm:pt modelId="{870A325B-6F04-4242-A322-0E8D731A1BEE}">
      <dgm:prSet phldrT="[Text]" custT="1"/>
      <dgm:spPr/>
      <dgm:t>
        <a:bodyPr/>
        <a:lstStyle/>
        <a:p>
          <a:r>
            <a:rPr lang="en-US" sz="900">
              <a:effectLst/>
            </a:rPr>
            <a:t>Kingdom Petrophysics by Lloyds 2018 </a:t>
          </a:r>
        </a:p>
      </dgm:t>
    </dgm:pt>
    <dgm:pt modelId="{646C03DD-212D-4DB7-B09F-4EAC34D4A1B1}" type="parTrans" cxnId="{686CB701-9D73-42A0-92FF-911F2C68FAEA}">
      <dgm:prSet/>
      <dgm:spPr/>
      <dgm:t>
        <a:bodyPr/>
        <a:lstStyle/>
        <a:p>
          <a:endParaRPr lang="en-US" sz="1600">
            <a:effectLst/>
          </a:endParaRPr>
        </a:p>
      </dgm:t>
    </dgm:pt>
    <dgm:pt modelId="{53B2BB63-5EC6-40BC-BF14-EC9DF2A68BF2}" type="sibTrans" cxnId="{686CB701-9D73-42A0-92FF-911F2C68FAEA}">
      <dgm:prSet/>
      <dgm:spPr/>
      <dgm:t>
        <a:bodyPr/>
        <a:lstStyle/>
        <a:p>
          <a:endParaRPr lang="en-US" sz="1600">
            <a:effectLst/>
          </a:endParaRPr>
        </a:p>
      </dgm:t>
    </dgm:pt>
    <dgm:pt modelId="{8645A3A2-2B71-4A05-8261-E0E75EFBB275}">
      <dgm:prSet phldrT="[Text]" custT="1"/>
      <dgm:spPr/>
      <dgm:t>
        <a:bodyPr/>
        <a:lstStyle/>
        <a:p>
          <a:r>
            <a:rPr lang="en-US" sz="900">
              <a:effectLst/>
            </a:rPr>
            <a:t>Analytics Plugin - Spotfire 2018</a:t>
          </a:r>
        </a:p>
      </dgm:t>
    </dgm:pt>
    <dgm:pt modelId="{BB9C07DA-997D-4D94-8742-EFC0091530A1}" type="parTrans" cxnId="{812574F7-8AC2-4515-9864-0E30127AAC0B}">
      <dgm:prSet/>
      <dgm:spPr/>
      <dgm:t>
        <a:bodyPr/>
        <a:lstStyle/>
        <a:p>
          <a:endParaRPr lang="en-US" sz="1600">
            <a:effectLst/>
          </a:endParaRPr>
        </a:p>
      </dgm:t>
    </dgm:pt>
    <dgm:pt modelId="{95378ED0-8753-4D87-9798-7D260C6D8339}" type="sibTrans" cxnId="{812574F7-8AC2-4515-9864-0E30127AAC0B}">
      <dgm:prSet/>
      <dgm:spPr/>
      <dgm:t>
        <a:bodyPr/>
        <a:lstStyle/>
        <a:p>
          <a:endParaRPr lang="en-US" sz="1600">
            <a:effectLst/>
          </a:endParaRPr>
        </a:p>
      </dgm:t>
    </dgm:pt>
    <dgm:pt modelId="{6942CD26-DEFA-4BB5-8738-565B87A4F18A}">
      <dgm:prSet phldrT="[Text]" custT="1"/>
      <dgm:spPr/>
      <dgm:t>
        <a:bodyPr/>
        <a:lstStyle/>
        <a:p>
          <a:r>
            <a:rPr lang="en-US" sz="900">
              <a:effectLst/>
            </a:rPr>
            <a:t>Kingdom Data Gateways, Open Spirit &amp; Petrel 2017</a:t>
          </a:r>
        </a:p>
      </dgm:t>
    </dgm:pt>
    <dgm:pt modelId="{85C7FCAA-F5FD-4060-8AF1-2A1A056A305D}" type="parTrans" cxnId="{48E93323-FD11-415D-9FEC-5C6C10ACC957}">
      <dgm:prSet/>
      <dgm:spPr/>
      <dgm:t>
        <a:bodyPr/>
        <a:lstStyle/>
        <a:p>
          <a:endParaRPr lang="en-US" sz="1600">
            <a:effectLst/>
          </a:endParaRPr>
        </a:p>
      </dgm:t>
    </dgm:pt>
    <dgm:pt modelId="{BAEBD331-966D-4A51-BA53-337C2CD11CDB}" type="sibTrans" cxnId="{48E93323-FD11-415D-9FEC-5C6C10ACC957}">
      <dgm:prSet/>
      <dgm:spPr/>
      <dgm:t>
        <a:bodyPr/>
        <a:lstStyle/>
        <a:p>
          <a:endParaRPr lang="en-US" sz="1600">
            <a:effectLst/>
          </a:endParaRPr>
        </a:p>
      </dgm:t>
    </dgm:pt>
    <dgm:pt modelId="{C52F2E48-8F57-49C6-A4BB-5125C0E40B11}">
      <dgm:prSet phldrT="[Text]" custT="1"/>
      <dgm:spPr/>
      <dgm:t>
        <a:bodyPr/>
        <a:lstStyle/>
        <a:p>
          <a:r>
            <a:rPr lang="en-US" sz="900">
              <a:effectLst/>
            </a:rPr>
            <a:t>Kingdom Inversion &amp; VelPAK 2008</a:t>
          </a:r>
        </a:p>
      </dgm:t>
    </dgm:pt>
    <dgm:pt modelId="{1300718F-2E8D-4E92-98F4-9897BEC0FC26}" type="parTrans" cxnId="{23F78842-BE72-498B-ADF1-24664407527E}">
      <dgm:prSet/>
      <dgm:spPr/>
      <dgm:t>
        <a:bodyPr/>
        <a:lstStyle/>
        <a:p>
          <a:endParaRPr lang="en-US" sz="1600">
            <a:effectLst/>
          </a:endParaRPr>
        </a:p>
      </dgm:t>
    </dgm:pt>
    <dgm:pt modelId="{788DF7DA-BD5B-401D-A80A-225AAFBCB59E}" type="sibTrans" cxnId="{23F78842-BE72-498B-ADF1-24664407527E}">
      <dgm:prSet/>
      <dgm:spPr/>
      <dgm:t>
        <a:bodyPr/>
        <a:lstStyle/>
        <a:p>
          <a:endParaRPr lang="en-US" sz="1600">
            <a:effectLst/>
          </a:endParaRPr>
        </a:p>
      </dgm:t>
    </dgm:pt>
    <dgm:pt modelId="{AF4805FA-B789-4665-86EC-D7956C902837}">
      <dgm:prSet phldrT="[Text]" custT="1"/>
      <dgm:spPr/>
      <dgm:t>
        <a:bodyPr/>
        <a:lstStyle/>
        <a:p>
          <a:r>
            <a:rPr lang="en-US" sz="900">
              <a:effectLst/>
            </a:rPr>
            <a:t>Customer SDK 1.0 2018</a:t>
          </a:r>
        </a:p>
      </dgm:t>
    </dgm:pt>
    <dgm:pt modelId="{7DC55B86-484E-4017-9E79-2BC418F95FBE}" type="parTrans" cxnId="{EFBF0628-D456-493A-99A7-325FCB41AC4E}">
      <dgm:prSet/>
      <dgm:spPr/>
      <dgm:t>
        <a:bodyPr/>
        <a:lstStyle/>
        <a:p>
          <a:endParaRPr lang="en-US">
            <a:effectLst/>
          </a:endParaRPr>
        </a:p>
      </dgm:t>
    </dgm:pt>
    <dgm:pt modelId="{4EAE7EB7-91C4-4593-8B4B-811CDF9F8F3D}" type="sibTrans" cxnId="{EFBF0628-D456-493A-99A7-325FCB41AC4E}">
      <dgm:prSet/>
      <dgm:spPr/>
      <dgm:t>
        <a:bodyPr/>
        <a:lstStyle/>
        <a:p>
          <a:endParaRPr lang="en-US">
            <a:effectLst/>
          </a:endParaRPr>
        </a:p>
      </dgm:t>
    </dgm:pt>
    <dgm:pt modelId="{D88F932A-3B5D-4AC1-B972-7BA7ADB70085}" type="pres">
      <dgm:prSet presAssocID="{47158B2B-3BBD-4C58-B680-28EBFA7383E5}" presName="composite" presStyleCnt="0">
        <dgm:presLayoutVars>
          <dgm:chMax val="1"/>
          <dgm:dir/>
          <dgm:resizeHandles val="exact"/>
        </dgm:presLayoutVars>
      </dgm:prSet>
      <dgm:spPr/>
    </dgm:pt>
    <dgm:pt modelId="{84118D86-8566-4DF5-9683-54A227F839B9}" type="pres">
      <dgm:prSet presAssocID="{47158B2B-3BBD-4C58-B680-28EBFA7383E5}" presName="radial" presStyleCnt="0">
        <dgm:presLayoutVars>
          <dgm:animLvl val="ctr"/>
        </dgm:presLayoutVars>
      </dgm:prSet>
      <dgm:spPr/>
    </dgm:pt>
    <dgm:pt modelId="{62BFB891-2905-4CA9-9F35-79A00B641B61}" type="pres">
      <dgm:prSet presAssocID="{608EFC26-4651-4C57-B40D-D4DF6D83467B}" presName="centerShape" presStyleLbl="vennNode1" presStyleIdx="0" presStyleCnt="8"/>
      <dgm:spPr/>
    </dgm:pt>
    <dgm:pt modelId="{F64B8895-A51E-4E0C-A858-BE4A49AC929E}" type="pres">
      <dgm:prSet presAssocID="{F774728B-7BEA-4A9B-BCB4-79CDC7B5DD5F}" presName="node" presStyleLbl="vennNode1" presStyleIdx="1" presStyleCnt="8">
        <dgm:presLayoutVars>
          <dgm:bulletEnabled val="1"/>
        </dgm:presLayoutVars>
      </dgm:prSet>
      <dgm:spPr/>
    </dgm:pt>
    <dgm:pt modelId="{F7236BB4-FB31-4B50-B2F4-13FBE8020D10}" type="pres">
      <dgm:prSet presAssocID="{870A325B-6F04-4242-A322-0E8D731A1BEE}" presName="node" presStyleLbl="vennNode1" presStyleIdx="2" presStyleCnt="8">
        <dgm:presLayoutVars>
          <dgm:bulletEnabled val="1"/>
        </dgm:presLayoutVars>
      </dgm:prSet>
      <dgm:spPr/>
    </dgm:pt>
    <dgm:pt modelId="{8A4C5CA2-F9E7-413D-9B72-BDF87E6C5A0F}" type="pres">
      <dgm:prSet presAssocID="{8645A3A2-2B71-4A05-8261-E0E75EFBB275}" presName="node" presStyleLbl="vennNode1" presStyleIdx="3" presStyleCnt="8">
        <dgm:presLayoutVars>
          <dgm:bulletEnabled val="1"/>
        </dgm:presLayoutVars>
      </dgm:prSet>
      <dgm:spPr/>
    </dgm:pt>
    <dgm:pt modelId="{901AE9B7-2C88-4876-8BDB-FE6FB7B75C7D}" type="pres">
      <dgm:prSet presAssocID="{55D14A48-1DAC-479E-8D4E-12644BDA19E3}" presName="node" presStyleLbl="vennNode1" presStyleIdx="4" presStyleCnt="8">
        <dgm:presLayoutVars>
          <dgm:bulletEnabled val="1"/>
        </dgm:presLayoutVars>
      </dgm:prSet>
      <dgm:spPr/>
    </dgm:pt>
    <dgm:pt modelId="{687AE931-DA77-4884-9985-66AB755B6633}" type="pres">
      <dgm:prSet presAssocID="{6942CD26-DEFA-4BB5-8738-565B87A4F18A}" presName="node" presStyleLbl="vennNode1" presStyleIdx="5" presStyleCnt="8">
        <dgm:presLayoutVars>
          <dgm:bulletEnabled val="1"/>
        </dgm:presLayoutVars>
      </dgm:prSet>
      <dgm:spPr/>
    </dgm:pt>
    <dgm:pt modelId="{A6DB580D-530A-42B0-9989-6B7E77C33BCF}" type="pres">
      <dgm:prSet presAssocID="{C52F2E48-8F57-49C6-A4BB-5125C0E40B11}" presName="node" presStyleLbl="vennNode1" presStyleIdx="6" presStyleCnt="8">
        <dgm:presLayoutVars>
          <dgm:bulletEnabled val="1"/>
        </dgm:presLayoutVars>
      </dgm:prSet>
      <dgm:spPr/>
    </dgm:pt>
    <dgm:pt modelId="{6E9D3462-9F38-4D2E-AC66-A03EDE124C19}" type="pres">
      <dgm:prSet presAssocID="{AF4805FA-B789-4665-86EC-D7956C902837}" presName="node" presStyleLbl="vennNode1" presStyleIdx="7" presStyleCnt="8">
        <dgm:presLayoutVars>
          <dgm:bulletEnabled val="1"/>
        </dgm:presLayoutVars>
      </dgm:prSet>
      <dgm:spPr/>
    </dgm:pt>
  </dgm:ptLst>
  <dgm:cxnLst>
    <dgm:cxn modelId="{686CB701-9D73-42A0-92FF-911F2C68FAEA}" srcId="{608EFC26-4651-4C57-B40D-D4DF6D83467B}" destId="{870A325B-6F04-4242-A322-0E8D731A1BEE}" srcOrd="1" destOrd="0" parTransId="{646C03DD-212D-4DB7-B09F-4EAC34D4A1B1}" sibTransId="{53B2BB63-5EC6-40BC-BF14-EC9DF2A68BF2}"/>
    <dgm:cxn modelId="{3B48FF05-50F0-49B1-95A7-BFA15E62CB30}" type="presOf" srcId="{608EFC26-4651-4C57-B40D-D4DF6D83467B}" destId="{62BFB891-2905-4CA9-9F35-79A00B641B61}" srcOrd="0" destOrd="0" presId="urn:microsoft.com/office/officeart/2005/8/layout/radial3"/>
    <dgm:cxn modelId="{E9AC1F06-F63B-4DA0-A666-1D15D92E111F}" srcId="{47158B2B-3BBD-4C58-B680-28EBFA7383E5}" destId="{608EFC26-4651-4C57-B40D-D4DF6D83467B}" srcOrd="0" destOrd="0" parTransId="{4473E6C3-0984-4875-B889-ADD0B3A09067}" sibTransId="{540C6196-13D4-425B-BFFA-2E6F9B249751}"/>
    <dgm:cxn modelId="{80380519-9CE6-48B3-A685-947A32700ACE}" srcId="{608EFC26-4651-4C57-B40D-D4DF6D83467B}" destId="{F774728B-7BEA-4A9B-BCB4-79CDC7B5DD5F}" srcOrd="0" destOrd="0" parTransId="{FD76823C-DBA8-4FE5-9A6B-E6CA93CAA7A3}" sibTransId="{BEA0A135-E266-401E-90F7-D35CF7EA6ABA}"/>
    <dgm:cxn modelId="{48E93323-FD11-415D-9FEC-5C6C10ACC957}" srcId="{608EFC26-4651-4C57-B40D-D4DF6D83467B}" destId="{6942CD26-DEFA-4BB5-8738-565B87A4F18A}" srcOrd="4" destOrd="0" parTransId="{85C7FCAA-F5FD-4060-8AF1-2A1A056A305D}" sibTransId="{BAEBD331-966D-4A51-BA53-337C2CD11CDB}"/>
    <dgm:cxn modelId="{EFBF0628-D456-493A-99A7-325FCB41AC4E}" srcId="{608EFC26-4651-4C57-B40D-D4DF6D83467B}" destId="{AF4805FA-B789-4665-86EC-D7956C902837}" srcOrd="6" destOrd="0" parTransId="{7DC55B86-484E-4017-9E79-2BC418F95FBE}" sibTransId="{4EAE7EB7-91C4-4593-8B4B-811CDF9F8F3D}"/>
    <dgm:cxn modelId="{FAD01C34-9D75-400E-A3BF-8FF4C9AE762E}" srcId="{608EFC26-4651-4C57-B40D-D4DF6D83467B}" destId="{55D14A48-1DAC-479E-8D4E-12644BDA19E3}" srcOrd="3" destOrd="0" parTransId="{11E73C3B-84E9-42C0-A23B-1F52F7E04A6E}" sibTransId="{DF819B04-B272-44AA-B8EB-00414ABE332F}"/>
    <dgm:cxn modelId="{1E75793D-08FD-4916-97CE-3F8D5DA578FB}" type="presOf" srcId="{55D14A48-1DAC-479E-8D4E-12644BDA19E3}" destId="{901AE9B7-2C88-4876-8BDB-FE6FB7B75C7D}" srcOrd="0" destOrd="0" presId="urn:microsoft.com/office/officeart/2005/8/layout/radial3"/>
    <dgm:cxn modelId="{10DE1B5D-732B-4233-B0E3-C12EA1CB6B18}" type="presOf" srcId="{AF4805FA-B789-4665-86EC-D7956C902837}" destId="{6E9D3462-9F38-4D2E-AC66-A03EDE124C19}" srcOrd="0" destOrd="0" presId="urn:microsoft.com/office/officeart/2005/8/layout/radial3"/>
    <dgm:cxn modelId="{23F78842-BE72-498B-ADF1-24664407527E}" srcId="{608EFC26-4651-4C57-B40D-D4DF6D83467B}" destId="{C52F2E48-8F57-49C6-A4BB-5125C0E40B11}" srcOrd="5" destOrd="0" parTransId="{1300718F-2E8D-4E92-98F4-9897BEC0FC26}" sibTransId="{788DF7DA-BD5B-401D-A80A-225AAFBCB59E}"/>
    <dgm:cxn modelId="{6153F263-19FC-42AD-A217-1EAA7DB0E01A}" type="presOf" srcId="{6942CD26-DEFA-4BB5-8738-565B87A4F18A}" destId="{687AE931-DA77-4884-9985-66AB755B6633}" srcOrd="0" destOrd="0" presId="urn:microsoft.com/office/officeart/2005/8/layout/radial3"/>
    <dgm:cxn modelId="{33272A50-279E-4D09-8B46-5BCE263FEF81}" type="presOf" srcId="{870A325B-6F04-4242-A322-0E8D731A1BEE}" destId="{F7236BB4-FB31-4B50-B2F4-13FBE8020D10}" srcOrd="0" destOrd="0" presId="urn:microsoft.com/office/officeart/2005/8/layout/radial3"/>
    <dgm:cxn modelId="{2A812585-DA92-44EE-AA1D-BF168F599EE3}" type="presOf" srcId="{47158B2B-3BBD-4C58-B680-28EBFA7383E5}" destId="{D88F932A-3B5D-4AC1-B972-7BA7ADB70085}" srcOrd="0" destOrd="0" presId="urn:microsoft.com/office/officeart/2005/8/layout/radial3"/>
    <dgm:cxn modelId="{99F197B2-BB88-4FFE-A305-5CF921B4200F}" type="presOf" srcId="{8645A3A2-2B71-4A05-8261-E0E75EFBB275}" destId="{8A4C5CA2-F9E7-413D-9B72-BDF87E6C5A0F}" srcOrd="0" destOrd="0" presId="urn:microsoft.com/office/officeart/2005/8/layout/radial3"/>
    <dgm:cxn modelId="{657B67B8-9353-4F46-A9A1-4D22A1B2B30D}" type="presOf" srcId="{F774728B-7BEA-4A9B-BCB4-79CDC7B5DD5F}" destId="{F64B8895-A51E-4E0C-A858-BE4A49AC929E}" srcOrd="0" destOrd="0" presId="urn:microsoft.com/office/officeart/2005/8/layout/radial3"/>
    <dgm:cxn modelId="{F96DFAEB-D781-48AC-B850-D1CBAA210DE8}" type="presOf" srcId="{C52F2E48-8F57-49C6-A4BB-5125C0E40B11}" destId="{A6DB580D-530A-42B0-9989-6B7E77C33BCF}" srcOrd="0" destOrd="0" presId="urn:microsoft.com/office/officeart/2005/8/layout/radial3"/>
    <dgm:cxn modelId="{812574F7-8AC2-4515-9864-0E30127AAC0B}" srcId="{608EFC26-4651-4C57-B40D-D4DF6D83467B}" destId="{8645A3A2-2B71-4A05-8261-E0E75EFBB275}" srcOrd="2" destOrd="0" parTransId="{BB9C07DA-997D-4D94-8742-EFC0091530A1}" sibTransId="{95378ED0-8753-4D87-9798-7D260C6D8339}"/>
    <dgm:cxn modelId="{343B5854-46C3-48AF-A261-A77241E0A238}" type="presParOf" srcId="{D88F932A-3B5D-4AC1-B972-7BA7ADB70085}" destId="{84118D86-8566-4DF5-9683-54A227F839B9}" srcOrd="0" destOrd="0" presId="urn:microsoft.com/office/officeart/2005/8/layout/radial3"/>
    <dgm:cxn modelId="{FA50F1CD-5922-4D26-A302-F92F9C9958F8}" type="presParOf" srcId="{84118D86-8566-4DF5-9683-54A227F839B9}" destId="{62BFB891-2905-4CA9-9F35-79A00B641B61}" srcOrd="0" destOrd="0" presId="urn:microsoft.com/office/officeart/2005/8/layout/radial3"/>
    <dgm:cxn modelId="{4892555D-91AE-4ED3-8742-AF2FAE775D71}" type="presParOf" srcId="{84118D86-8566-4DF5-9683-54A227F839B9}" destId="{F64B8895-A51E-4E0C-A858-BE4A49AC929E}" srcOrd="1" destOrd="0" presId="urn:microsoft.com/office/officeart/2005/8/layout/radial3"/>
    <dgm:cxn modelId="{9BDC3D27-62B0-43F5-AD16-08384C95F25E}" type="presParOf" srcId="{84118D86-8566-4DF5-9683-54A227F839B9}" destId="{F7236BB4-FB31-4B50-B2F4-13FBE8020D10}" srcOrd="2" destOrd="0" presId="urn:microsoft.com/office/officeart/2005/8/layout/radial3"/>
    <dgm:cxn modelId="{0421C9E6-F766-45B1-ABD5-C760C9502722}" type="presParOf" srcId="{84118D86-8566-4DF5-9683-54A227F839B9}" destId="{8A4C5CA2-F9E7-413D-9B72-BDF87E6C5A0F}" srcOrd="3" destOrd="0" presId="urn:microsoft.com/office/officeart/2005/8/layout/radial3"/>
    <dgm:cxn modelId="{C9D22126-874C-46ED-97CE-EC4C36D41C0B}" type="presParOf" srcId="{84118D86-8566-4DF5-9683-54A227F839B9}" destId="{901AE9B7-2C88-4876-8BDB-FE6FB7B75C7D}" srcOrd="4" destOrd="0" presId="urn:microsoft.com/office/officeart/2005/8/layout/radial3"/>
    <dgm:cxn modelId="{90821B39-4759-4439-8728-57656F4A8AF7}" type="presParOf" srcId="{84118D86-8566-4DF5-9683-54A227F839B9}" destId="{687AE931-DA77-4884-9985-66AB755B6633}" srcOrd="5" destOrd="0" presId="urn:microsoft.com/office/officeart/2005/8/layout/radial3"/>
    <dgm:cxn modelId="{A7C332CD-B6D8-4488-8A6D-4DDC9FAEC246}" type="presParOf" srcId="{84118D86-8566-4DF5-9683-54A227F839B9}" destId="{A6DB580D-530A-42B0-9989-6B7E77C33BCF}" srcOrd="6" destOrd="0" presId="urn:microsoft.com/office/officeart/2005/8/layout/radial3"/>
    <dgm:cxn modelId="{8A24ACA4-E8EC-46B7-8044-2D2B2D1B226C}" type="presParOf" srcId="{84118D86-8566-4DF5-9683-54A227F839B9}" destId="{6E9D3462-9F38-4D2E-AC66-A03EDE124C19}" srcOrd="7"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DAB570-F29C-4805-ADD4-65D860759E34}" type="doc">
      <dgm:prSet loTypeId="urn:microsoft.com/office/officeart/2005/8/layout/funnel1" loCatId="process" qsTypeId="urn:microsoft.com/office/officeart/2005/8/quickstyle/simple2" qsCatId="simple" csTypeId="urn:microsoft.com/office/officeart/2005/8/colors/accent1_4" csCatId="accent1" phldr="1"/>
      <dgm:spPr/>
    </dgm:pt>
    <dgm:pt modelId="{6EFB12E1-BC99-4048-9266-944E3CC7349D}">
      <dgm:prSet custT="1"/>
      <dgm:spPr/>
      <dgm:t>
        <a:bodyPr/>
        <a:lstStyle/>
        <a:p>
          <a:pPr algn="ctr"/>
          <a:r>
            <a:rPr lang="en-US" sz="1050" b="1">
              <a:effectLst>
                <a:outerShdw blurRad="38100" dist="38100" dir="2700000" algn="tl">
                  <a:srgbClr val="000000">
                    <a:alpha val="43137"/>
                  </a:srgbClr>
                </a:outerShdw>
              </a:effectLst>
            </a:rPr>
            <a:t>Extended UI</a:t>
          </a:r>
        </a:p>
      </dgm:t>
    </dgm:pt>
    <dgm:pt modelId="{B9EF7935-4015-4AD2-8369-DC220E6C2E63}" type="parTrans" cxnId="{F8192A3E-4D27-4EA6-BE84-030477835F35}">
      <dgm:prSet/>
      <dgm:spPr/>
      <dgm:t>
        <a:bodyPr/>
        <a:lstStyle/>
        <a:p>
          <a:endParaRPr lang="en-US"/>
        </a:p>
      </dgm:t>
    </dgm:pt>
    <dgm:pt modelId="{16455951-88D9-403C-A37C-38717607D080}" type="sibTrans" cxnId="{F8192A3E-4D27-4EA6-BE84-030477835F35}">
      <dgm:prSet/>
      <dgm:spPr/>
      <dgm:t>
        <a:bodyPr/>
        <a:lstStyle/>
        <a:p>
          <a:endParaRPr lang="en-US"/>
        </a:p>
      </dgm:t>
    </dgm:pt>
    <dgm:pt modelId="{EAE60C11-5B42-4280-9DFC-2D1B2B3DA3B7}">
      <dgm:prSet custT="1"/>
      <dgm:spPr/>
      <dgm:t>
        <a:bodyPr/>
        <a:lstStyle/>
        <a:p>
          <a:pPr algn="ctr"/>
          <a:r>
            <a:rPr lang="en-US" sz="900" b="1">
              <a:effectLst>
                <a:outerShdw blurRad="38100" dist="38100" dir="2700000" algn="tl">
                  <a:srgbClr val="000000">
                    <a:alpha val="43137"/>
                  </a:srgbClr>
                </a:outerShdw>
              </a:effectLst>
            </a:rPr>
            <a:t>Production, Completion</a:t>
          </a:r>
        </a:p>
      </dgm:t>
    </dgm:pt>
    <dgm:pt modelId="{B697B610-D770-438D-822C-A81BF6AD2295}" type="parTrans" cxnId="{39F70EEF-223C-42AD-9C9D-48A0C4C93476}">
      <dgm:prSet/>
      <dgm:spPr/>
      <dgm:t>
        <a:bodyPr/>
        <a:lstStyle/>
        <a:p>
          <a:endParaRPr lang="en-US"/>
        </a:p>
      </dgm:t>
    </dgm:pt>
    <dgm:pt modelId="{06852593-213A-4B09-9AA1-91F58064E44C}" type="sibTrans" cxnId="{39F70EEF-223C-42AD-9C9D-48A0C4C93476}">
      <dgm:prSet/>
      <dgm:spPr/>
      <dgm:t>
        <a:bodyPr/>
        <a:lstStyle/>
        <a:p>
          <a:endParaRPr lang="en-US"/>
        </a:p>
      </dgm:t>
    </dgm:pt>
    <dgm:pt modelId="{55C4A842-E0CD-4107-874B-DA8E36ED61F8}">
      <dgm:prSet custT="1"/>
      <dgm:spPr/>
      <dgm:t>
        <a:bodyPr/>
        <a:lstStyle/>
        <a:p>
          <a:pPr algn="ctr"/>
          <a:r>
            <a:rPr lang="en-US" sz="900" b="1">
              <a:effectLst>
                <a:outerShdw blurRad="38100" dist="38100" dir="2700000" algn="tl">
                  <a:srgbClr val="000000">
                    <a:alpha val="43137"/>
                  </a:srgbClr>
                </a:outerShdw>
              </a:effectLst>
            </a:rPr>
            <a:t>3D Seismic, Horizons, Faults, Contours, Intervals</a:t>
          </a:r>
        </a:p>
      </dgm:t>
    </dgm:pt>
    <dgm:pt modelId="{CA659286-D274-42D0-BC6F-E19120D28E64}" type="parTrans" cxnId="{286C421E-2DFF-452B-A18A-B1361F41A5E5}">
      <dgm:prSet/>
      <dgm:spPr/>
      <dgm:t>
        <a:bodyPr/>
        <a:lstStyle/>
        <a:p>
          <a:endParaRPr lang="en-US"/>
        </a:p>
      </dgm:t>
    </dgm:pt>
    <dgm:pt modelId="{3D28D6B2-2C69-49FA-990E-416A5668965F}" type="sibTrans" cxnId="{286C421E-2DFF-452B-A18A-B1361F41A5E5}">
      <dgm:prSet/>
      <dgm:spPr/>
      <dgm:t>
        <a:bodyPr/>
        <a:lstStyle/>
        <a:p>
          <a:endParaRPr lang="en-US"/>
        </a:p>
      </dgm:t>
    </dgm:pt>
    <dgm:pt modelId="{71D95A92-832B-4747-B8F5-5981EACF8453}">
      <dgm:prSet phldrT="[Text]" custT="1"/>
      <dgm:spPr/>
      <dgm:t>
        <a:bodyPr/>
        <a:lstStyle/>
        <a:p>
          <a:r>
            <a:rPr lang="en-US" sz="1050" b="1"/>
            <a:t>Future </a:t>
          </a:r>
        </a:p>
        <a:p>
          <a:r>
            <a:rPr lang="en-US" sz="1050" b="1"/>
            <a:t>Versions of Kingdom SDK</a:t>
          </a:r>
        </a:p>
      </dgm:t>
    </dgm:pt>
    <dgm:pt modelId="{C05EA29C-2DB2-4F7A-A759-24289F1859BF}" type="sibTrans" cxnId="{A97E88B2-8CF2-4E5F-9234-C63CE4545B1B}">
      <dgm:prSet/>
      <dgm:spPr/>
      <dgm:t>
        <a:bodyPr/>
        <a:lstStyle/>
        <a:p>
          <a:endParaRPr lang="en-US"/>
        </a:p>
      </dgm:t>
    </dgm:pt>
    <dgm:pt modelId="{3A85AF6F-2B54-42FD-B616-1D9EFBB35642}" type="parTrans" cxnId="{A97E88B2-8CF2-4E5F-9234-C63CE4545B1B}">
      <dgm:prSet/>
      <dgm:spPr/>
      <dgm:t>
        <a:bodyPr/>
        <a:lstStyle/>
        <a:p>
          <a:endParaRPr lang="en-US"/>
        </a:p>
      </dgm:t>
    </dgm:pt>
    <dgm:pt modelId="{1A582319-98F5-4766-A8B5-36344B8F77FD}">
      <dgm:prSet custT="1">
        <dgm:style>
          <a:lnRef idx="2">
            <a:schemeClr val="accent1"/>
          </a:lnRef>
          <a:fillRef idx="1">
            <a:schemeClr val="lt1"/>
          </a:fillRef>
          <a:effectRef idx="0">
            <a:schemeClr val="accent1"/>
          </a:effectRef>
          <a:fontRef idx="minor">
            <a:schemeClr val="dk1"/>
          </a:fontRef>
        </dgm:style>
      </dgm:prSet>
      <dgm:spPr/>
      <dgm:t>
        <a:bodyPr/>
        <a:lstStyle/>
        <a:p>
          <a:r>
            <a:rPr lang="en-US" sz="1100" b="1">
              <a:solidFill>
                <a:schemeClr val="tx1"/>
              </a:solidFill>
            </a:rPr>
            <a:t>Launch 3rd Party Application</a:t>
          </a:r>
        </a:p>
      </dgm:t>
    </dgm:pt>
    <dgm:pt modelId="{48E844BD-647F-48D7-860A-FBE337223395}" type="parTrans" cxnId="{E1E0AA3C-1A05-433A-8A80-803E9A0A92ED}">
      <dgm:prSet/>
      <dgm:spPr/>
      <dgm:t>
        <a:bodyPr/>
        <a:lstStyle/>
        <a:p>
          <a:endParaRPr lang="en-US"/>
        </a:p>
      </dgm:t>
    </dgm:pt>
    <dgm:pt modelId="{AA209DBB-C8FA-4F09-BA4E-C26F8D187E65}" type="sibTrans" cxnId="{E1E0AA3C-1A05-433A-8A80-803E9A0A92ED}">
      <dgm:prSet/>
      <dgm:spPr/>
      <dgm:t>
        <a:bodyPr/>
        <a:lstStyle/>
        <a:p>
          <a:endParaRPr lang="en-US"/>
        </a:p>
      </dgm:t>
    </dgm:pt>
    <dgm:pt modelId="{22D0F6F2-0C4B-49E3-9281-7A099CC2EBFC}">
      <dgm:prSet custT="1">
        <dgm:style>
          <a:lnRef idx="2">
            <a:schemeClr val="accent1"/>
          </a:lnRef>
          <a:fillRef idx="1">
            <a:schemeClr val="lt1"/>
          </a:fillRef>
          <a:effectRef idx="0">
            <a:schemeClr val="accent1"/>
          </a:effectRef>
          <a:fontRef idx="minor">
            <a:schemeClr val="dk1"/>
          </a:fontRef>
        </dgm:style>
      </dgm:prSet>
      <dgm:spPr/>
      <dgm:t>
        <a:bodyPr/>
        <a:lstStyle/>
        <a:p>
          <a:r>
            <a:rPr lang="en-US" sz="1100" b="1">
              <a:solidFill>
                <a:schemeClr val="tx1"/>
              </a:solidFill>
            </a:rPr>
            <a:t>2D Seismic, Horizons, Wavelets</a:t>
          </a:r>
        </a:p>
      </dgm:t>
    </dgm:pt>
    <dgm:pt modelId="{9808C5E3-3B82-4893-8133-10FEBD778D22}" type="parTrans" cxnId="{A8F452E6-A5ED-4643-BBCC-11B95709A8BF}">
      <dgm:prSet/>
      <dgm:spPr/>
      <dgm:t>
        <a:bodyPr/>
        <a:lstStyle/>
        <a:p>
          <a:endParaRPr lang="en-US"/>
        </a:p>
      </dgm:t>
    </dgm:pt>
    <dgm:pt modelId="{8A78A746-BF75-4CF1-8709-EF0AB89DD083}" type="sibTrans" cxnId="{A8F452E6-A5ED-4643-BBCC-11B95709A8BF}">
      <dgm:prSet/>
      <dgm:spPr/>
      <dgm:t>
        <a:bodyPr/>
        <a:lstStyle/>
        <a:p>
          <a:endParaRPr lang="en-US"/>
        </a:p>
      </dgm:t>
    </dgm:pt>
    <dgm:pt modelId="{E86944ED-22AF-49AB-8C1B-88CC33E9810D}">
      <dgm:prSet custT="1">
        <dgm:style>
          <a:lnRef idx="2">
            <a:schemeClr val="accent1"/>
          </a:lnRef>
          <a:fillRef idx="1">
            <a:schemeClr val="lt1"/>
          </a:fillRef>
          <a:effectRef idx="0">
            <a:schemeClr val="accent1"/>
          </a:effectRef>
          <a:fontRef idx="minor">
            <a:schemeClr val="dk1"/>
          </a:fontRef>
        </dgm:style>
      </dgm:prSet>
      <dgm:spPr/>
      <dgm:t>
        <a:bodyPr/>
        <a:lstStyle/>
        <a:p>
          <a:r>
            <a:rPr lang="en-US" sz="1100" b="1">
              <a:solidFill>
                <a:schemeClr val="tx1"/>
              </a:solidFill>
            </a:rPr>
            <a:t>Application integration - Local Notifications</a:t>
          </a:r>
        </a:p>
      </dgm:t>
    </dgm:pt>
    <dgm:pt modelId="{BB35E982-1E71-4934-9FD5-7CCF0136F281}" type="parTrans" cxnId="{771B75E0-1038-4F4E-A550-24BA9EB38FAD}">
      <dgm:prSet/>
      <dgm:spPr/>
      <dgm:t>
        <a:bodyPr/>
        <a:lstStyle/>
        <a:p>
          <a:endParaRPr lang="en-US"/>
        </a:p>
      </dgm:t>
    </dgm:pt>
    <dgm:pt modelId="{F8C92172-376D-4795-982E-31F5F7827D7A}" type="sibTrans" cxnId="{771B75E0-1038-4F4E-A550-24BA9EB38FAD}">
      <dgm:prSet/>
      <dgm:spPr/>
      <dgm:t>
        <a:bodyPr/>
        <a:lstStyle/>
        <a:p>
          <a:endParaRPr lang="en-US"/>
        </a:p>
      </dgm:t>
    </dgm:pt>
    <dgm:pt modelId="{854F2E5A-7440-448A-875D-31D8059D3E4E}">
      <dgm:prSet custT="1">
        <dgm:style>
          <a:lnRef idx="2">
            <a:schemeClr val="accent1"/>
          </a:lnRef>
          <a:fillRef idx="1">
            <a:schemeClr val="lt1"/>
          </a:fillRef>
          <a:effectRef idx="0">
            <a:schemeClr val="accent1"/>
          </a:effectRef>
          <a:fontRef idx="minor">
            <a:schemeClr val="dk1"/>
          </a:fontRef>
        </dgm:style>
      </dgm:prSet>
      <dgm:spPr/>
      <dgm:t>
        <a:bodyPr/>
        <a:lstStyle/>
        <a:p>
          <a:r>
            <a:rPr lang="en-US" sz="1100" b="1">
              <a:solidFill>
                <a:schemeClr val="tx1"/>
              </a:solidFill>
            </a:rPr>
            <a:t>Well - Header, Directional surveys, Log data. Formation tops, Fault cuts, Interval data, Zone data</a:t>
          </a:r>
        </a:p>
      </dgm:t>
    </dgm:pt>
    <dgm:pt modelId="{161FE222-8ACE-4047-AA77-6EAF87419968}" type="parTrans" cxnId="{DA9CE1AB-F4B4-4050-94FC-42321D49CF33}">
      <dgm:prSet/>
      <dgm:spPr/>
      <dgm:t>
        <a:bodyPr/>
        <a:lstStyle/>
        <a:p>
          <a:endParaRPr lang="en-US"/>
        </a:p>
      </dgm:t>
    </dgm:pt>
    <dgm:pt modelId="{BC32D36D-873C-4570-A7FD-9FA7F2BD8F01}" type="sibTrans" cxnId="{DA9CE1AB-F4B4-4050-94FC-42321D49CF33}">
      <dgm:prSet/>
      <dgm:spPr/>
      <dgm:t>
        <a:bodyPr/>
        <a:lstStyle/>
        <a:p>
          <a:endParaRPr lang="en-US"/>
        </a:p>
      </dgm:t>
    </dgm:pt>
    <dgm:pt modelId="{34BF7AD1-8AAE-4879-B84D-85FD277D1738}">
      <dgm:prSet custT="1"/>
      <dgm:spPr/>
      <dgm:t>
        <a:bodyPr/>
        <a:lstStyle/>
        <a:p>
          <a:pPr algn="ctr"/>
          <a:r>
            <a:rPr lang="en-US" sz="1050" b="1">
              <a:effectLst>
                <a:outerShdw blurRad="38100" dist="38100" dir="2700000" algn="tl">
                  <a:srgbClr val="000000">
                    <a:alpha val="43137"/>
                  </a:srgbClr>
                </a:outerShdw>
              </a:effectLst>
            </a:rPr>
            <a:t>Additional Data Types </a:t>
          </a:r>
        </a:p>
      </dgm:t>
    </dgm:pt>
    <dgm:pt modelId="{B7C19B22-3C15-4E72-BA79-6296E014EBD6}" type="parTrans" cxnId="{386A2431-FFBA-4FAA-95D2-8CB7FE55BD38}">
      <dgm:prSet/>
      <dgm:spPr/>
      <dgm:t>
        <a:bodyPr/>
        <a:lstStyle/>
        <a:p>
          <a:endParaRPr lang="en-US"/>
        </a:p>
      </dgm:t>
    </dgm:pt>
    <dgm:pt modelId="{9B850695-8547-4464-A0C8-875753333872}" type="sibTrans" cxnId="{386A2431-FFBA-4FAA-95D2-8CB7FE55BD38}">
      <dgm:prSet/>
      <dgm:spPr/>
      <dgm:t>
        <a:bodyPr/>
        <a:lstStyle/>
        <a:p>
          <a:endParaRPr lang="en-US"/>
        </a:p>
      </dgm:t>
    </dgm:pt>
    <dgm:pt modelId="{CA646F62-0C8E-4213-9F2D-A46E66012D01}">
      <dgm:prSet custT="1"/>
      <dgm:spPr/>
      <dgm:t>
        <a:bodyPr/>
        <a:lstStyle/>
        <a:p>
          <a:pPr algn="ctr"/>
          <a:r>
            <a:rPr lang="en-US" sz="900" b="1">
              <a:effectLst>
                <a:outerShdw blurRad="38100" dist="38100" dir="2700000" algn="tl">
                  <a:srgbClr val="000000">
                    <a:alpha val="43137"/>
                  </a:srgbClr>
                </a:outerShdw>
              </a:effectLst>
            </a:rPr>
            <a:t>Dynamic query/updates</a:t>
          </a:r>
        </a:p>
      </dgm:t>
    </dgm:pt>
    <dgm:pt modelId="{962446F8-6B80-4C71-B4A8-D2418D188C8E}" type="parTrans" cxnId="{454BDF90-BE48-442F-A32D-64E441467E21}">
      <dgm:prSet/>
      <dgm:spPr/>
      <dgm:t>
        <a:bodyPr/>
        <a:lstStyle/>
        <a:p>
          <a:endParaRPr lang="en-US"/>
        </a:p>
      </dgm:t>
    </dgm:pt>
    <dgm:pt modelId="{896608A0-0A3E-4FDE-BB6C-DFA3DEC5EC73}" type="sibTrans" cxnId="{454BDF90-BE48-442F-A32D-64E441467E21}">
      <dgm:prSet/>
      <dgm:spPr/>
      <dgm:t>
        <a:bodyPr/>
        <a:lstStyle/>
        <a:p>
          <a:endParaRPr lang="en-US"/>
        </a:p>
      </dgm:t>
    </dgm:pt>
    <dgm:pt modelId="{964D9088-ABCB-498C-B4C6-BE91E57E7A42}">
      <dgm:prSet custT="1"/>
      <dgm:spPr/>
      <dgm:t>
        <a:bodyPr/>
        <a:lstStyle/>
        <a:p>
          <a:pPr algn="ctr"/>
          <a:r>
            <a:rPr lang="en-US" sz="900" b="1">
              <a:effectLst>
                <a:outerShdw blurRad="38100" dist="38100" dir="2700000" algn="tl">
                  <a:srgbClr val="000000">
                    <a:alpha val="43137"/>
                  </a:srgbClr>
                </a:outerShdw>
              </a:effectLst>
            </a:rPr>
            <a:t>Notification Across Networks</a:t>
          </a:r>
        </a:p>
      </dgm:t>
    </dgm:pt>
    <dgm:pt modelId="{D1975CED-45E1-4221-9EB0-BFDC3D629407}" type="parTrans" cxnId="{D008411F-BCD3-47B1-B6A9-3442233B5557}">
      <dgm:prSet/>
      <dgm:spPr/>
      <dgm:t>
        <a:bodyPr/>
        <a:lstStyle/>
        <a:p>
          <a:endParaRPr lang="en-US"/>
        </a:p>
      </dgm:t>
    </dgm:pt>
    <dgm:pt modelId="{F32EC437-AE3F-4C03-AD4A-82605E9B75A6}" type="sibTrans" cxnId="{D008411F-BCD3-47B1-B6A9-3442233B5557}">
      <dgm:prSet/>
      <dgm:spPr/>
      <dgm:t>
        <a:bodyPr/>
        <a:lstStyle/>
        <a:p>
          <a:endParaRPr lang="en-US"/>
        </a:p>
      </dgm:t>
    </dgm:pt>
    <dgm:pt modelId="{55EABDFE-FF86-49A8-813C-53BC89C54BF4}">
      <dgm:prSet custT="1"/>
      <dgm:spPr/>
      <dgm:t>
        <a:bodyPr/>
        <a:lstStyle/>
        <a:p>
          <a:pPr algn="ctr"/>
          <a:r>
            <a:rPr lang="en-US" sz="900" b="1">
              <a:effectLst>
                <a:outerShdw blurRad="38100" dist="38100" dir="2700000" algn="tl">
                  <a:srgbClr val="000000">
                    <a:alpha val="43137"/>
                  </a:srgbClr>
                </a:outerShdw>
              </a:effectLst>
            </a:rPr>
            <a:t>Multi-language Supports, Web Services</a:t>
          </a:r>
        </a:p>
      </dgm:t>
    </dgm:pt>
    <dgm:pt modelId="{ABA75B98-BE32-42EA-88C7-1DFC2A22E21F}" type="parTrans" cxnId="{1C20B1A7-33DE-4E44-933C-9CC767AD909E}">
      <dgm:prSet/>
      <dgm:spPr/>
      <dgm:t>
        <a:bodyPr/>
        <a:lstStyle/>
        <a:p>
          <a:endParaRPr lang="en-US"/>
        </a:p>
      </dgm:t>
    </dgm:pt>
    <dgm:pt modelId="{57DA6ACD-FAC2-4C8B-A310-FDC308991BE5}" type="sibTrans" cxnId="{1C20B1A7-33DE-4E44-933C-9CC767AD909E}">
      <dgm:prSet/>
      <dgm:spPr/>
      <dgm:t>
        <a:bodyPr/>
        <a:lstStyle/>
        <a:p>
          <a:endParaRPr lang="en-US"/>
        </a:p>
      </dgm:t>
    </dgm:pt>
    <dgm:pt modelId="{836CC06C-41C6-4275-9F4D-3E9F397A8422}">
      <dgm:prSet phldrT="[Text]" custT="1">
        <dgm:style>
          <a:lnRef idx="2">
            <a:schemeClr val="accent1"/>
          </a:lnRef>
          <a:fillRef idx="1">
            <a:schemeClr val="lt1"/>
          </a:fillRef>
          <a:effectRef idx="0">
            <a:schemeClr val="accent1"/>
          </a:effectRef>
          <a:fontRef idx="minor">
            <a:schemeClr val="dk1"/>
          </a:fontRef>
        </dgm:style>
      </dgm:prSet>
      <dgm:spPr/>
      <dgm:t>
        <a:bodyPr/>
        <a:lstStyle/>
        <a:p>
          <a:r>
            <a:rPr lang="en-US" sz="1400" b="1">
              <a:solidFill>
                <a:schemeClr val="tx1"/>
              </a:solidFill>
            </a:rPr>
            <a:t>Kingdom SDK 1.0</a:t>
          </a:r>
          <a:endParaRPr lang="en-US" sz="1100" b="1">
            <a:solidFill>
              <a:schemeClr val="tx1"/>
            </a:solidFill>
          </a:endParaRPr>
        </a:p>
      </dgm:t>
    </dgm:pt>
    <dgm:pt modelId="{507DC2F8-EE19-403D-905C-6FD26CCD1239}" type="parTrans" cxnId="{7814EF90-36E8-4D74-8698-8CBD865E4A5D}">
      <dgm:prSet/>
      <dgm:spPr/>
      <dgm:t>
        <a:bodyPr/>
        <a:lstStyle/>
        <a:p>
          <a:endParaRPr lang="en-US"/>
        </a:p>
      </dgm:t>
    </dgm:pt>
    <dgm:pt modelId="{3E6DD2F1-BA3A-494E-ACD7-4BAAE5BBB79F}" type="sibTrans" cxnId="{7814EF90-36E8-4D74-8698-8CBD865E4A5D}">
      <dgm:prSet/>
      <dgm:spPr/>
      <dgm:t>
        <a:bodyPr/>
        <a:lstStyle/>
        <a:p>
          <a:endParaRPr lang="en-US"/>
        </a:p>
      </dgm:t>
    </dgm:pt>
    <dgm:pt modelId="{866BBB8E-289E-4F7C-A7F3-7EED66A6489D}" type="pres">
      <dgm:prSet presAssocID="{D5DAB570-F29C-4805-ADD4-65D860759E34}" presName="Name0" presStyleCnt="0">
        <dgm:presLayoutVars>
          <dgm:chMax val="4"/>
          <dgm:resizeHandles val="exact"/>
        </dgm:presLayoutVars>
      </dgm:prSet>
      <dgm:spPr/>
    </dgm:pt>
    <dgm:pt modelId="{4CCA1AF3-99C4-42A0-B813-5478CC25F7D5}" type="pres">
      <dgm:prSet presAssocID="{D5DAB570-F29C-4805-ADD4-65D860759E34}" presName="ellipse" presStyleLbl="trBgShp" presStyleIdx="0" presStyleCnt="1" custLinFactNeighborX="199" custLinFactNeighborY="-10153"/>
      <dgm:spPr/>
    </dgm:pt>
    <dgm:pt modelId="{5F40E54A-DF9B-4F38-A91F-DA4EE35D7A4B}" type="pres">
      <dgm:prSet presAssocID="{D5DAB570-F29C-4805-ADD4-65D860759E34}" presName="arrow1" presStyleLbl="fgShp" presStyleIdx="0" presStyleCnt="1" custLinFactNeighborX="4430" custLinFactNeighborY="-85953"/>
      <dgm:spPr/>
    </dgm:pt>
    <dgm:pt modelId="{157AF7ED-6216-4A8E-88E2-0B981E4E0894}" type="pres">
      <dgm:prSet presAssocID="{D5DAB570-F29C-4805-ADD4-65D860759E34}" presName="rectangle" presStyleLbl="revTx" presStyleIdx="0" presStyleCnt="1" custScaleX="68777" custScaleY="172863" custLinFactNeighborX="422" custLinFactNeighborY="19786">
        <dgm:presLayoutVars>
          <dgm:bulletEnabled val="1"/>
        </dgm:presLayoutVars>
      </dgm:prSet>
      <dgm:spPr/>
    </dgm:pt>
    <dgm:pt modelId="{EA1F4EF2-54F2-489B-9F30-811AEF05D94D}" type="pres">
      <dgm:prSet presAssocID="{34BF7AD1-8AAE-4879-B84D-85FD277D1738}" presName="item1" presStyleLbl="node1" presStyleIdx="0" presStyleCnt="3" custScaleX="86003" custScaleY="80647" custLinFactNeighborX="-4011" custLinFactNeighborY="4395">
        <dgm:presLayoutVars>
          <dgm:bulletEnabled val="1"/>
        </dgm:presLayoutVars>
      </dgm:prSet>
      <dgm:spPr/>
    </dgm:pt>
    <dgm:pt modelId="{4C7943D8-70AF-46BB-ACAC-08B5059D6571}" type="pres">
      <dgm:prSet presAssocID="{71D95A92-832B-4747-B8F5-5981EACF8453}" presName="item2" presStyleLbl="node1" presStyleIdx="1" presStyleCnt="3" custScaleX="122503" custScaleY="114701" custLinFactNeighborX="12658" custLinFactNeighborY="-48216">
        <dgm:presLayoutVars>
          <dgm:bulletEnabled val="1"/>
        </dgm:presLayoutVars>
      </dgm:prSet>
      <dgm:spPr/>
    </dgm:pt>
    <dgm:pt modelId="{CEDE32DA-225C-408C-8CDD-4EF16FB24CF5}" type="pres">
      <dgm:prSet presAssocID="{836CC06C-41C6-4275-9F4D-3E9F397A8422}" presName="item3" presStyleLbl="node1" presStyleIdx="2" presStyleCnt="3" custScaleX="133754" custScaleY="123165" custLinFactNeighborX="34205" custLinFactNeighborY="-9070">
        <dgm:presLayoutVars>
          <dgm:bulletEnabled val="1"/>
        </dgm:presLayoutVars>
      </dgm:prSet>
      <dgm:spPr/>
    </dgm:pt>
    <dgm:pt modelId="{F2A6C9E7-4090-4F0F-BA54-4B1D7FB7E9D4}" type="pres">
      <dgm:prSet presAssocID="{D5DAB570-F29C-4805-ADD4-65D860759E34}" presName="funnel" presStyleLbl="trAlignAcc1" presStyleIdx="0" presStyleCnt="1" custLinFactNeighborY="-8296"/>
      <dgm:spPr>
        <a:gradFill flip="none" rotWithShape="1">
          <a:gsLst>
            <a:gs pos="0">
              <a:schemeClr val="accent1">
                <a:tint val="66000"/>
                <a:satMod val="160000"/>
              </a:schemeClr>
            </a:gs>
            <a:gs pos="50000">
              <a:schemeClr val="accent1">
                <a:tint val="44500"/>
                <a:satMod val="160000"/>
                <a:alpha val="0"/>
              </a:schemeClr>
            </a:gs>
            <a:gs pos="100000">
              <a:schemeClr val="accent1">
                <a:tint val="23500"/>
                <a:satMod val="160000"/>
              </a:schemeClr>
            </a:gs>
          </a:gsLst>
          <a:lin ang="2700000" scaled="1"/>
          <a:tileRect/>
        </a:gradFill>
      </dgm:spPr>
    </dgm:pt>
  </dgm:ptLst>
  <dgm:cxnLst>
    <dgm:cxn modelId="{E2C6D608-6FDD-42B1-8090-D9D584E0ECD6}" type="presOf" srcId="{6EFB12E1-BC99-4048-9266-944E3CC7349D}" destId="{CEDE32DA-225C-408C-8CDD-4EF16FB24CF5}" srcOrd="0" destOrd="0" presId="urn:microsoft.com/office/officeart/2005/8/layout/funnel1"/>
    <dgm:cxn modelId="{3E756C0A-DB7E-4EB8-BE51-9B092955010C}" type="presOf" srcId="{964D9088-ABCB-498C-B4C6-BE91E57E7A42}" destId="{CEDE32DA-225C-408C-8CDD-4EF16FB24CF5}" srcOrd="0" destOrd="2" presId="urn:microsoft.com/office/officeart/2005/8/layout/funnel1"/>
    <dgm:cxn modelId="{D9D09612-5B30-48AB-982C-23B2E3C63F1A}" type="presOf" srcId="{1A582319-98F5-4766-A8B5-36344B8F77FD}" destId="{157AF7ED-6216-4A8E-88E2-0B981E4E0894}" srcOrd="0" destOrd="1" presId="urn:microsoft.com/office/officeart/2005/8/layout/funnel1"/>
    <dgm:cxn modelId="{6B180C15-9B54-47C9-9DAC-750555D94A46}" type="presOf" srcId="{CA646F62-0C8E-4213-9F2D-A46E66012D01}" destId="{CEDE32DA-225C-408C-8CDD-4EF16FB24CF5}" srcOrd="0" destOrd="1" presId="urn:microsoft.com/office/officeart/2005/8/layout/funnel1"/>
    <dgm:cxn modelId="{286C421E-2DFF-452B-A18A-B1361F41A5E5}" srcId="{34BF7AD1-8AAE-4879-B84D-85FD277D1738}" destId="{55C4A842-E0CD-4107-874B-DA8E36ED61F8}" srcOrd="1" destOrd="0" parTransId="{CA659286-D274-42D0-BC6F-E19120D28E64}" sibTransId="{3D28D6B2-2C69-49FA-990E-416A5668965F}"/>
    <dgm:cxn modelId="{D008411F-BCD3-47B1-B6A9-3442233B5557}" srcId="{6EFB12E1-BC99-4048-9266-944E3CC7349D}" destId="{964D9088-ABCB-498C-B4C6-BE91E57E7A42}" srcOrd="1" destOrd="0" parTransId="{D1975CED-45E1-4221-9EB0-BFDC3D629407}" sibTransId="{F32EC437-AE3F-4C03-AD4A-82605E9B75A6}"/>
    <dgm:cxn modelId="{ED198E25-D590-48B9-B039-8C4565E0D20C}" type="presOf" srcId="{836CC06C-41C6-4275-9F4D-3E9F397A8422}" destId="{157AF7ED-6216-4A8E-88E2-0B981E4E0894}" srcOrd="0" destOrd="0" presId="urn:microsoft.com/office/officeart/2005/8/layout/funnel1"/>
    <dgm:cxn modelId="{80A5F730-92BF-4CB7-BCED-63B6AFC4D293}" type="presOf" srcId="{EAE60C11-5B42-4280-9DFC-2D1B2B3DA3B7}" destId="{4C7943D8-70AF-46BB-ACAC-08B5059D6571}" srcOrd="0" destOrd="1" presId="urn:microsoft.com/office/officeart/2005/8/layout/funnel1"/>
    <dgm:cxn modelId="{386A2431-FFBA-4FAA-95D2-8CB7FE55BD38}" srcId="{D5DAB570-F29C-4805-ADD4-65D860759E34}" destId="{34BF7AD1-8AAE-4879-B84D-85FD277D1738}" srcOrd="1" destOrd="0" parTransId="{B7C19B22-3C15-4E72-BA79-6296E014EBD6}" sibTransId="{9B850695-8547-4464-A0C8-875753333872}"/>
    <dgm:cxn modelId="{E1E0AA3C-1A05-433A-8A80-803E9A0A92ED}" srcId="{836CC06C-41C6-4275-9F4D-3E9F397A8422}" destId="{1A582319-98F5-4766-A8B5-36344B8F77FD}" srcOrd="0" destOrd="0" parTransId="{48E844BD-647F-48D7-860A-FBE337223395}" sibTransId="{AA209DBB-C8FA-4F09-BA4E-C26F8D187E65}"/>
    <dgm:cxn modelId="{BC3D153E-9358-4459-A7DD-AB0AB527E852}" type="presOf" srcId="{34BF7AD1-8AAE-4879-B84D-85FD277D1738}" destId="{4C7943D8-70AF-46BB-ACAC-08B5059D6571}" srcOrd="0" destOrd="0" presId="urn:microsoft.com/office/officeart/2005/8/layout/funnel1"/>
    <dgm:cxn modelId="{F8192A3E-4D27-4EA6-BE84-030477835F35}" srcId="{D5DAB570-F29C-4805-ADD4-65D860759E34}" destId="{6EFB12E1-BC99-4048-9266-944E3CC7349D}" srcOrd="0" destOrd="0" parTransId="{B9EF7935-4015-4AD2-8369-DC220E6C2E63}" sibTransId="{16455951-88D9-403C-A37C-38717607D080}"/>
    <dgm:cxn modelId="{454BDF90-BE48-442F-A32D-64E441467E21}" srcId="{6EFB12E1-BC99-4048-9266-944E3CC7349D}" destId="{CA646F62-0C8E-4213-9F2D-A46E66012D01}" srcOrd="0" destOrd="0" parTransId="{962446F8-6B80-4C71-B4A8-D2418D188C8E}" sibTransId="{896608A0-0A3E-4FDE-BB6C-DFA3DEC5EC73}"/>
    <dgm:cxn modelId="{7814EF90-36E8-4D74-8698-8CBD865E4A5D}" srcId="{D5DAB570-F29C-4805-ADD4-65D860759E34}" destId="{836CC06C-41C6-4275-9F4D-3E9F397A8422}" srcOrd="3" destOrd="0" parTransId="{507DC2F8-EE19-403D-905C-6FD26CCD1239}" sibTransId="{3E6DD2F1-BA3A-494E-ACD7-4BAAE5BBB79F}"/>
    <dgm:cxn modelId="{1C20B1A7-33DE-4E44-933C-9CC767AD909E}" srcId="{6EFB12E1-BC99-4048-9266-944E3CC7349D}" destId="{55EABDFE-FF86-49A8-813C-53BC89C54BF4}" srcOrd="2" destOrd="0" parTransId="{ABA75B98-BE32-42EA-88C7-1DFC2A22E21F}" sibTransId="{57DA6ACD-FAC2-4C8B-A310-FDC308991BE5}"/>
    <dgm:cxn modelId="{DA9CE1AB-F4B4-4050-94FC-42321D49CF33}" srcId="{836CC06C-41C6-4275-9F4D-3E9F397A8422}" destId="{854F2E5A-7440-448A-875D-31D8059D3E4E}" srcOrd="1" destOrd="0" parTransId="{161FE222-8ACE-4047-AA77-6EAF87419968}" sibTransId="{BC32D36D-873C-4570-A7FD-9FA7F2BD8F01}"/>
    <dgm:cxn modelId="{A97E88B2-8CF2-4E5F-9234-C63CE4545B1B}" srcId="{D5DAB570-F29C-4805-ADD4-65D860759E34}" destId="{71D95A92-832B-4747-B8F5-5981EACF8453}" srcOrd="2" destOrd="0" parTransId="{3A85AF6F-2B54-42FD-B616-1D9EFBB35642}" sibTransId="{C05EA29C-2DB2-4F7A-A759-24289F1859BF}"/>
    <dgm:cxn modelId="{2D1078BD-17F5-4159-884B-49A0D6AFD71D}" type="presOf" srcId="{71D95A92-832B-4747-B8F5-5981EACF8453}" destId="{EA1F4EF2-54F2-489B-9F30-811AEF05D94D}" srcOrd="0" destOrd="0" presId="urn:microsoft.com/office/officeart/2005/8/layout/funnel1"/>
    <dgm:cxn modelId="{B49D39D1-D855-4B3E-863B-99D7FC405ABA}" type="presOf" srcId="{D5DAB570-F29C-4805-ADD4-65D860759E34}" destId="{866BBB8E-289E-4F7C-A7F3-7EED66A6489D}" srcOrd="0" destOrd="0" presId="urn:microsoft.com/office/officeart/2005/8/layout/funnel1"/>
    <dgm:cxn modelId="{19E1D5D1-0473-4900-B977-7450074F9F6A}" type="presOf" srcId="{22D0F6F2-0C4B-49E3-9281-7A099CC2EBFC}" destId="{157AF7ED-6216-4A8E-88E2-0B981E4E0894}" srcOrd="0" destOrd="3" presId="urn:microsoft.com/office/officeart/2005/8/layout/funnel1"/>
    <dgm:cxn modelId="{123925D5-C9DF-4DEE-8DE7-B0FA0F0D1161}" type="presOf" srcId="{854F2E5A-7440-448A-875D-31D8059D3E4E}" destId="{157AF7ED-6216-4A8E-88E2-0B981E4E0894}" srcOrd="0" destOrd="2" presId="urn:microsoft.com/office/officeart/2005/8/layout/funnel1"/>
    <dgm:cxn modelId="{5AFE81DB-D243-4EA7-98C2-C0666B843692}" type="presOf" srcId="{55EABDFE-FF86-49A8-813C-53BC89C54BF4}" destId="{CEDE32DA-225C-408C-8CDD-4EF16FB24CF5}" srcOrd="0" destOrd="3" presId="urn:microsoft.com/office/officeart/2005/8/layout/funnel1"/>
    <dgm:cxn modelId="{E221E9DF-B11C-47C3-8CA6-88C5A262C483}" type="presOf" srcId="{55C4A842-E0CD-4107-874B-DA8E36ED61F8}" destId="{4C7943D8-70AF-46BB-ACAC-08B5059D6571}" srcOrd="0" destOrd="2" presId="urn:microsoft.com/office/officeart/2005/8/layout/funnel1"/>
    <dgm:cxn modelId="{771B75E0-1038-4F4E-A550-24BA9EB38FAD}" srcId="{836CC06C-41C6-4275-9F4D-3E9F397A8422}" destId="{E86944ED-22AF-49AB-8C1B-88CC33E9810D}" srcOrd="3" destOrd="0" parTransId="{BB35E982-1E71-4934-9FD5-7CCF0136F281}" sibTransId="{F8C92172-376D-4795-982E-31F5F7827D7A}"/>
    <dgm:cxn modelId="{A8F452E6-A5ED-4643-BBCC-11B95709A8BF}" srcId="{836CC06C-41C6-4275-9F4D-3E9F397A8422}" destId="{22D0F6F2-0C4B-49E3-9281-7A099CC2EBFC}" srcOrd="2" destOrd="0" parTransId="{9808C5E3-3B82-4893-8133-10FEBD778D22}" sibTransId="{8A78A746-BF75-4CF1-8709-EF0AB89DD083}"/>
    <dgm:cxn modelId="{39F70EEF-223C-42AD-9C9D-48A0C4C93476}" srcId="{34BF7AD1-8AAE-4879-B84D-85FD277D1738}" destId="{EAE60C11-5B42-4280-9DFC-2D1B2B3DA3B7}" srcOrd="0" destOrd="0" parTransId="{B697B610-D770-438D-822C-A81BF6AD2295}" sibTransId="{06852593-213A-4B09-9AA1-91F58064E44C}"/>
    <dgm:cxn modelId="{28C4FAFC-E125-41FC-A561-62B9F905D6E5}" type="presOf" srcId="{E86944ED-22AF-49AB-8C1B-88CC33E9810D}" destId="{157AF7ED-6216-4A8E-88E2-0B981E4E0894}" srcOrd="0" destOrd="4" presId="urn:microsoft.com/office/officeart/2005/8/layout/funnel1"/>
    <dgm:cxn modelId="{A43263CB-8AFF-4CD3-AC14-D4BBFC9028B8}" type="presParOf" srcId="{866BBB8E-289E-4F7C-A7F3-7EED66A6489D}" destId="{4CCA1AF3-99C4-42A0-B813-5478CC25F7D5}" srcOrd="0" destOrd="0" presId="urn:microsoft.com/office/officeart/2005/8/layout/funnel1"/>
    <dgm:cxn modelId="{37E20F8C-C708-4741-9040-278B0A91E0C3}" type="presParOf" srcId="{866BBB8E-289E-4F7C-A7F3-7EED66A6489D}" destId="{5F40E54A-DF9B-4F38-A91F-DA4EE35D7A4B}" srcOrd="1" destOrd="0" presId="urn:microsoft.com/office/officeart/2005/8/layout/funnel1"/>
    <dgm:cxn modelId="{FCB07B0C-5C6E-43CA-A7C2-2FCEFC0337FE}" type="presParOf" srcId="{866BBB8E-289E-4F7C-A7F3-7EED66A6489D}" destId="{157AF7ED-6216-4A8E-88E2-0B981E4E0894}" srcOrd="2" destOrd="0" presId="urn:microsoft.com/office/officeart/2005/8/layout/funnel1"/>
    <dgm:cxn modelId="{FF624DF7-A573-4344-8400-F90802D3AD1C}" type="presParOf" srcId="{866BBB8E-289E-4F7C-A7F3-7EED66A6489D}" destId="{EA1F4EF2-54F2-489B-9F30-811AEF05D94D}" srcOrd="3" destOrd="0" presId="urn:microsoft.com/office/officeart/2005/8/layout/funnel1"/>
    <dgm:cxn modelId="{67F58ECD-345C-4EEA-B5F5-1F661355C8B4}" type="presParOf" srcId="{866BBB8E-289E-4F7C-A7F3-7EED66A6489D}" destId="{4C7943D8-70AF-46BB-ACAC-08B5059D6571}" srcOrd="4" destOrd="0" presId="urn:microsoft.com/office/officeart/2005/8/layout/funnel1"/>
    <dgm:cxn modelId="{CB57F5AF-BC0A-42FC-9EFE-297694E6D750}" type="presParOf" srcId="{866BBB8E-289E-4F7C-A7F3-7EED66A6489D}" destId="{CEDE32DA-225C-408C-8CDD-4EF16FB24CF5}" srcOrd="5" destOrd="0" presId="urn:microsoft.com/office/officeart/2005/8/layout/funnel1"/>
    <dgm:cxn modelId="{3E2EB786-3FDD-4336-B2B6-F5E2BA4475BE}" type="presParOf" srcId="{866BBB8E-289E-4F7C-A7F3-7EED66A6489D}" destId="{F2A6C9E7-4090-4F0F-BA54-4B1D7FB7E9D4}" srcOrd="6" destOrd="0" presId="urn:microsoft.com/office/officeart/2005/8/layout/funne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3CC062E-39FD-490E-A517-F68E863AED20}" type="doc">
      <dgm:prSet loTypeId="urn:microsoft.com/office/officeart/2005/8/layout/hList7" loCatId="list" qsTypeId="urn:microsoft.com/office/officeart/2005/8/quickstyle/simple1" qsCatId="simple" csTypeId="urn:microsoft.com/office/officeart/2005/8/colors/colorful3" csCatId="colorful" phldr="1"/>
      <dgm:spPr/>
      <dgm:t>
        <a:bodyPr/>
        <a:lstStyle/>
        <a:p>
          <a:endParaRPr lang="en-US"/>
        </a:p>
      </dgm:t>
    </dgm:pt>
    <dgm:pt modelId="{30B845B1-17AB-4687-949A-04E73626B04D}">
      <dgm:prSet/>
      <dgm:spPr/>
      <dgm:t>
        <a:bodyPr/>
        <a:lstStyle/>
        <a:p>
          <a:pPr rtl="0"/>
          <a:r>
            <a:rPr lang="en-US"/>
            <a:t>R&amp;D / Technology Departments </a:t>
          </a:r>
        </a:p>
      </dgm:t>
    </dgm:pt>
    <dgm:pt modelId="{34867EB3-7F2A-4E44-8523-DBC71B386AE0}" type="parTrans" cxnId="{173BD31F-F2C4-4EE8-B1E4-365688E4EC1B}">
      <dgm:prSet/>
      <dgm:spPr/>
      <dgm:t>
        <a:bodyPr/>
        <a:lstStyle/>
        <a:p>
          <a:endParaRPr lang="en-US"/>
        </a:p>
      </dgm:t>
    </dgm:pt>
    <dgm:pt modelId="{AB5AD029-CAB5-4BF1-BFEA-BC285350449C}" type="sibTrans" cxnId="{173BD31F-F2C4-4EE8-B1E4-365688E4EC1B}">
      <dgm:prSet/>
      <dgm:spPr/>
      <dgm:t>
        <a:bodyPr/>
        <a:lstStyle/>
        <a:p>
          <a:endParaRPr lang="en-US"/>
        </a:p>
      </dgm:t>
    </dgm:pt>
    <dgm:pt modelId="{6955BC76-A6C7-428F-B0E1-9AABFA8CA997}">
      <dgm:prSet/>
      <dgm:spPr/>
      <dgm:t>
        <a:bodyPr/>
        <a:lstStyle/>
        <a:p>
          <a:pPr rtl="0"/>
          <a:r>
            <a:rPr lang="en-US"/>
            <a:t>IT Departments </a:t>
          </a:r>
        </a:p>
      </dgm:t>
    </dgm:pt>
    <dgm:pt modelId="{ED0FB208-8A81-4793-B8A1-F8D735E0033B}" type="parTrans" cxnId="{873BCA86-6343-4E87-A775-7FB4AFEA4DEF}">
      <dgm:prSet/>
      <dgm:spPr/>
      <dgm:t>
        <a:bodyPr/>
        <a:lstStyle/>
        <a:p>
          <a:endParaRPr lang="en-US"/>
        </a:p>
      </dgm:t>
    </dgm:pt>
    <dgm:pt modelId="{09710972-DB9C-4178-AB2A-3A5F9644A5C7}" type="sibTrans" cxnId="{873BCA86-6343-4E87-A775-7FB4AFEA4DEF}">
      <dgm:prSet/>
      <dgm:spPr/>
      <dgm:t>
        <a:bodyPr/>
        <a:lstStyle/>
        <a:p>
          <a:endParaRPr lang="en-US"/>
        </a:p>
      </dgm:t>
    </dgm:pt>
    <dgm:pt modelId="{F992D56A-FE8F-4E73-A03F-041F37526EE0}">
      <dgm:prSet/>
      <dgm:spPr/>
      <dgm:t>
        <a:bodyPr/>
        <a:lstStyle/>
        <a:p>
          <a:pPr rtl="0"/>
          <a:r>
            <a:rPr lang="en-US"/>
            <a:t>Data Management Connectivity</a:t>
          </a:r>
        </a:p>
      </dgm:t>
    </dgm:pt>
    <dgm:pt modelId="{2921E645-51BC-428B-8C1B-A472C51C1D78}" type="parTrans" cxnId="{7E6CD768-9C75-4FD2-BFF7-A72451C7AFF2}">
      <dgm:prSet/>
      <dgm:spPr/>
      <dgm:t>
        <a:bodyPr/>
        <a:lstStyle/>
        <a:p>
          <a:endParaRPr lang="en-US"/>
        </a:p>
      </dgm:t>
    </dgm:pt>
    <dgm:pt modelId="{A05A2176-AEDA-403E-9247-41C604BD2428}" type="sibTrans" cxnId="{7E6CD768-9C75-4FD2-BFF7-A72451C7AFF2}">
      <dgm:prSet/>
      <dgm:spPr/>
      <dgm:t>
        <a:bodyPr/>
        <a:lstStyle/>
        <a:p>
          <a:endParaRPr lang="en-US"/>
        </a:p>
      </dgm:t>
    </dgm:pt>
    <dgm:pt modelId="{9B56D52B-17FF-4E52-9007-AA2BC0318F0B}">
      <dgm:prSet/>
      <dgm:spPr/>
      <dgm:t>
        <a:bodyPr/>
        <a:lstStyle/>
        <a:p>
          <a:pPr rtl="0"/>
          <a:r>
            <a:rPr lang="en-US"/>
            <a:t>Big Data Analytics</a:t>
          </a:r>
        </a:p>
      </dgm:t>
    </dgm:pt>
    <dgm:pt modelId="{25383631-7F91-4788-8C6A-D22A5541F943}" type="parTrans" cxnId="{30F9AD93-E2AB-4750-A538-0BCCE056ECAC}">
      <dgm:prSet/>
      <dgm:spPr/>
      <dgm:t>
        <a:bodyPr/>
        <a:lstStyle/>
        <a:p>
          <a:endParaRPr lang="en-US"/>
        </a:p>
      </dgm:t>
    </dgm:pt>
    <dgm:pt modelId="{C50A229A-505A-436C-9A5B-D2077EF6E676}" type="sibTrans" cxnId="{30F9AD93-E2AB-4750-A538-0BCCE056ECAC}">
      <dgm:prSet/>
      <dgm:spPr/>
      <dgm:t>
        <a:bodyPr/>
        <a:lstStyle/>
        <a:p>
          <a:endParaRPr lang="en-US"/>
        </a:p>
      </dgm:t>
    </dgm:pt>
    <dgm:pt modelId="{4A2E3F45-1D85-4634-800A-83C37206167E}">
      <dgm:prSet/>
      <dgm:spPr/>
      <dgm:t>
        <a:bodyPr/>
        <a:lstStyle/>
        <a:p>
          <a:pPr rtl="0"/>
          <a:r>
            <a:rPr lang="en-US"/>
            <a:t>IHSM Components and Data</a:t>
          </a:r>
        </a:p>
      </dgm:t>
    </dgm:pt>
    <dgm:pt modelId="{46E3EC8B-505A-449A-9EE8-1DD5F3CCAD94}" type="parTrans" cxnId="{08A9ED69-0505-4D61-8D9A-3CF41E33C384}">
      <dgm:prSet/>
      <dgm:spPr/>
      <dgm:t>
        <a:bodyPr/>
        <a:lstStyle/>
        <a:p>
          <a:endParaRPr lang="en-US"/>
        </a:p>
      </dgm:t>
    </dgm:pt>
    <dgm:pt modelId="{23978EED-C589-4AB1-94C6-1A5BB24AE3FB}" type="sibTrans" cxnId="{08A9ED69-0505-4D61-8D9A-3CF41E33C384}">
      <dgm:prSet/>
      <dgm:spPr/>
      <dgm:t>
        <a:bodyPr/>
        <a:lstStyle/>
        <a:p>
          <a:endParaRPr lang="en-US"/>
        </a:p>
      </dgm:t>
    </dgm:pt>
    <dgm:pt modelId="{79EB442C-6B5A-4334-85B0-0C8E339587F5}">
      <dgm:prSet/>
      <dgm:spPr/>
      <dgm:t>
        <a:bodyPr/>
        <a:lstStyle/>
        <a:p>
          <a:pPr rtl="0"/>
          <a:r>
            <a:rPr lang="en-US"/>
            <a:t>Alliance Partners</a:t>
          </a:r>
        </a:p>
      </dgm:t>
    </dgm:pt>
    <dgm:pt modelId="{CBD2DFDF-4ACE-4625-8310-4C90A54A883E}" type="parTrans" cxnId="{EA5C3533-AD7D-4645-BD88-E8235827F516}">
      <dgm:prSet/>
      <dgm:spPr/>
      <dgm:t>
        <a:bodyPr/>
        <a:lstStyle/>
        <a:p>
          <a:endParaRPr lang="en-US"/>
        </a:p>
      </dgm:t>
    </dgm:pt>
    <dgm:pt modelId="{3299BBFA-01EC-401E-8A7B-360C072B7A1C}" type="sibTrans" cxnId="{EA5C3533-AD7D-4645-BD88-E8235827F516}">
      <dgm:prSet/>
      <dgm:spPr/>
      <dgm:t>
        <a:bodyPr/>
        <a:lstStyle/>
        <a:p>
          <a:endParaRPr lang="en-US"/>
        </a:p>
      </dgm:t>
    </dgm:pt>
    <dgm:pt modelId="{F441AD92-6F2E-4D71-9C3E-8FABAD67CD7E}" type="pres">
      <dgm:prSet presAssocID="{53CC062E-39FD-490E-A517-F68E863AED20}" presName="Name0" presStyleCnt="0">
        <dgm:presLayoutVars>
          <dgm:dir/>
          <dgm:resizeHandles val="exact"/>
        </dgm:presLayoutVars>
      </dgm:prSet>
      <dgm:spPr/>
    </dgm:pt>
    <dgm:pt modelId="{597A4FA3-0494-47CE-BC31-E79CB4FBCE9E}" type="pres">
      <dgm:prSet presAssocID="{53CC062E-39FD-490E-A517-F68E863AED20}" presName="fgShape" presStyleLbl="fgShp" presStyleIdx="0" presStyleCnt="1"/>
      <dgm:spPr/>
    </dgm:pt>
    <dgm:pt modelId="{B7A24248-2929-4439-BA24-4F15CDE563DA}" type="pres">
      <dgm:prSet presAssocID="{53CC062E-39FD-490E-A517-F68E863AED20}" presName="linComp" presStyleCnt="0"/>
      <dgm:spPr/>
    </dgm:pt>
    <dgm:pt modelId="{22014987-54CC-4FD6-9623-64CF27BF2159}" type="pres">
      <dgm:prSet presAssocID="{30B845B1-17AB-4687-949A-04E73626B04D}" presName="compNode" presStyleCnt="0"/>
      <dgm:spPr/>
    </dgm:pt>
    <dgm:pt modelId="{02306D15-7240-4403-9205-E4D847EE687A}" type="pres">
      <dgm:prSet presAssocID="{30B845B1-17AB-4687-949A-04E73626B04D}" presName="bkgdShape" presStyleLbl="node1" presStyleIdx="0" presStyleCnt="6"/>
      <dgm:spPr/>
    </dgm:pt>
    <dgm:pt modelId="{CA39EF51-01F8-4762-83E4-A1C57BD60C6B}" type="pres">
      <dgm:prSet presAssocID="{30B845B1-17AB-4687-949A-04E73626B04D}" presName="nodeTx" presStyleLbl="node1" presStyleIdx="0" presStyleCnt="6">
        <dgm:presLayoutVars>
          <dgm:bulletEnabled val="1"/>
        </dgm:presLayoutVars>
      </dgm:prSet>
      <dgm:spPr/>
    </dgm:pt>
    <dgm:pt modelId="{3635DEA4-32CA-42AC-B422-AFE619FE3441}" type="pres">
      <dgm:prSet presAssocID="{30B845B1-17AB-4687-949A-04E73626B04D}" presName="invisiNode" presStyleLbl="node1" presStyleIdx="0" presStyleCnt="6"/>
      <dgm:spPr/>
    </dgm:pt>
    <dgm:pt modelId="{A583F383-A3A9-4D12-97D3-E2E992418D4D}" type="pres">
      <dgm:prSet presAssocID="{30B845B1-17AB-4687-949A-04E73626B04D}" presName="imagNode" presStyleLbl="fgImgPlace1" presStyleIdx="0" presStyleCnt="6"/>
      <dgm:spPr>
        <a:blipFill>
          <a:blip xmlns:r="http://schemas.openxmlformats.org/officeDocument/2006/relationships" r:embed="rId1">
            <a:duotone>
              <a:schemeClr val="accent1">
                <a:shade val="45000"/>
                <a:satMod val="135000"/>
              </a:schemeClr>
              <a:prstClr val="white"/>
            </a:duotone>
            <a:extLst>
              <a:ext uri="{BEBA8EAE-BF5A-486C-A8C5-ECC9F3942E4B}">
                <a14:imgProps xmlns:a14="http://schemas.microsoft.com/office/drawing/2010/main">
                  <a14:imgLayer r:embed="rId2">
                    <a14:imgEffect>
                      <a14:sharpenSoften amount="-25000"/>
                    </a14:imgEffect>
                  </a14:imgLayer>
                </a14:imgProps>
              </a:ext>
              <a:ext uri="{28A0092B-C50C-407E-A947-70E740481C1C}">
                <a14:useLocalDpi xmlns:a14="http://schemas.microsoft.com/office/drawing/2010/main" val="0"/>
              </a:ext>
            </a:extLst>
          </a:blip>
          <a:srcRect/>
          <a:stretch>
            <a:fillRect/>
          </a:stretch>
        </a:blipFill>
        <a:ln>
          <a:solidFill>
            <a:schemeClr val="tx1"/>
          </a:solidFill>
        </a:ln>
      </dgm:spPr>
    </dgm:pt>
    <dgm:pt modelId="{FFE4C32F-A581-4CDB-9D7F-4C59A57D86E2}" type="pres">
      <dgm:prSet presAssocID="{AB5AD029-CAB5-4BF1-BFEA-BC285350449C}" presName="sibTrans" presStyleLbl="sibTrans2D1" presStyleIdx="0" presStyleCnt="0"/>
      <dgm:spPr/>
    </dgm:pt>
    <dgm:pt modelId="{3E432219-B3A1-4486-BBAD-9575488B0575}" type="pres">
      <dgm:prSet presAssocID="{6955BC76-A6C7-428F-B0E1-9AABFA8CA997}" presName="compNode" presStyleCnt="0"/>
      <dgm:spPr/>
    </dgm:pt>
    <dgm:pt modelId="{43418E86-94C4-4B4F-9792-A3DDCA3E80D7}" type="pres">
      <dgm:prSet presAssocID="{6955BC76-A6C7-428F-B0E1-9AABFA8CA997}" presName="bkgdShape" presStyleLbl="node1" presStyleIdx="1" presStyleCnt="6"/>
      <dgm:spPr/>
    </dgm:pt>
    <dgm:pt modelId="{79EF3621-9461-4670-AEDD-63A070C286C4}" type="pres">
      <dgm:prSet presAssocID="{6955BC76-A6C7-428F-B0E1-9AABFA8CA997}" presName="nodeTx" presStyleLbl="node1" presStyleIdx="1" presStyleCnt="6">
        <dgm:presLayoutVars>
          <dgm:bulletEnabled val="1"/>
        </dgm:presLayoutVars>
      </dgm:prSet>
      <dgm:spPr/>
    </dgm:pt>
    <dgm:pt modelId="{598A20B2-CC2B-467F-AAC6-1B46A25F868B}" type="pres">
      <dgm:prSet presAssocID="{6955BC76-A6C7-428F-B0E1-9AABFA8CA997}" presName="invisiNode" presStyleLbl="node1" presStyleIdx="1" presStyleCnt="6"/>
      <dgm:spPr/>
    </dgm:pt>
    <dgm:pt modelId="{7F281CB8-2C9C-4B2D-AC0A-0223D0326C61}" type="pres">
      <dgm:prSet presAssocID="{6955BC76-A6C7-428F-B0E1-9AABFA8CA997}" presName="imagNode" presStyleLbl="fgImgPlace1" presStyleIdx="1" presStyleCnt="6"/>
      <dgm:spPr>
        <a:blipFill>
          <a:blip xmlns:r="http://schemas.openxmlformats.org/officeDocument/2006/relationships"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l="-7000" r="-7000"/>
          </a:stretch>
        </a:blipFill>
      </dgm:spPr>
    </dgm:pt>
    <dgm:pt modelId="{305F4FD4-757A-46DA-BDFD-964D0999FB6E}" type="pres">
      <dgm:prSet presAssocID="{09710972-DB9C-4178-AB2A-3A5F9644A5C7}" presName="sibTrans" presStyleLbl="sibTrans2D1" presStyleIdx="0" presStyleCnt="0"/>
      <dgm:spPr/>
    </dgm:pt>
    <dgm:pt modelId="{03929D9A-F80B-4572-8C3E-2D1487BBAD87}" type="pres">
      <dgm:prSet presAssocID="{F992D56A-FE8F-4E73-A03F-041F37526EE0}" presName="compNode" presStyleCnt="0"/>
      <dgm:spPr/>
    </dgm:pt>
    <dgm:pt modelId="{74F24A72-EB59-4135-882D-7B9328AFF75A}" type="pres">
      <dgm:prSet presAssocID="{F992D56A-FE8F-4E73-A03F-041F37526EE0}" presName="bkgdShape" presStyleLbl="node1" presStyleIdx="2" presStyleCnt="6"/>
      <dgm:spPr/>
    </dgm:pt>
    <dgm:pt modelId="{3B92BF20-78D1-4FD2-9D36-4406A8BC344B}" type="pres">
      <dgm:prSet presAssocID="{F992D56A-FE8F-4E73-A03F-041F37526EE0}" presName="nodeTx" presStyleLbl="node1" presStyleIdx="2" presStyleCnt="6">
        <dgm:presLayoutVars>
          <dgm:bulletEnabled val="1"/>
        </dgm:presLayoutVars>
      </dgm:prSet>
      <dgm:spPr/>
    </dgm:pt>
    <dgm:pt modelId="{9C0E75F0-B8FA-4B5E-8A78-3EF2C213C885}" type="pres">
      <dgm:prSet presAssocID="{F992D56A-FE8F-4E73-A03F-041F37526EE0}" presName="invisiNode" presStyleLbl="node1" presStyleIdx="2" presStyleCnt="6"/>
      <dgm:spPr/>
    </dgm:pt>
    <dgm:pt modelId="{1DE0AD75-95E9-40F5-A7B6-96AE88FD497A}" type="pres">
      <dgm:prSet presAssocID="{F992D56A-FE8F-4E73-A03F-041F37526EE0}" presName="imagNode" presStyleLbl="fgImgPlace1" presStyleIdx="2" presStyleCnt="6"/>
      <dgm:spPr>
        <a:blipFill>
          <a:blip xmlns:r="http://schemas.openxmlformats.org/officeDocument/2006/relationships" r:embed="rId4">
            <a:duotone>
              <a:schemeClr val="accent1">
                <a:shade val="45000"/>
                <a:satMod val="135000"/>
              </a:schemeClr>
              <a:prstClr val="white"/>
            </a:duotone>
            <a:extLst>
              <a:ext uri="{BEBA8EAE-BF5A-486C-A8C5-ECC9F3942E4B}">
                <a14:imgProps xmlns:a14="http://schemas.microsoft.com/office/drawing/2010/main">
                  <a14:imgLayer r:embed="rId5">
                    <a14:imgEffect>
                      <a14:sharpenSoften amount="-25000"/>
                    </a14:imgEffect>
                  </a14:imgLayer>
                </a14:imgProps>
              </a:ext>
              <a:ext uri="{28A0092B-C50C-407E-A947-70E740481C1C}">
                <a14:useLocalDpi xmlns:a14="http://schemas.microsoft.com/office/drawing/2010/main" val="0"/>
              </a:ext>
            </a:extLst>
          </a:blip>
          <a:srcRect/>
          <a:stretch>
            <a:fillRect l="-11000" r="-11000"/>
          </a:stretch>
        </a:blipFill>
      </dgm:spPr>
    </dgm:pt>
    <dgm:pt modelId="{68B38DBF-E4AD-47CA-9654-84789A10460E}" type="pres">
      <dgm:prSet presAssocID="{A05A2176-AEDA-403E-9247-41C604BD2428}" presName="sibTrans" presStyleLbl="sibTrans2D1" presStyleIdx="0" presStyleCnt="0"/>
      <dgm:spPr/>
    </dgm:pt>
    <dgm:pt modelId="{3FDD34D8-3A86-4B59-BCE5-204389A5D553}" type="pres">
      <dgm:prSet presAssocID="{9B56D52B-17FF-4E52-9007-AA2BC0318F0B}" presName="compNode" presStyleCnt="0"/>
      <dgm:spPr/>
    </dgm:pt>
    <dgm:pt modelId="{C793CE62-7A4F-4BC0-8194-22B63DA4CB6F}" type="pres">
      <dgm:prSet presAssocID="{9B56D52B-17FF-4E52-9007-AA2BC0318F0B}" presName="bkgdShape" presStyleLbl="node1" presStyleIdx="3" presStyleCnt="6"/>
      <dgm:spPr/>
    </dgm:pt>
    <dgm:pt modelId="{99731DC8-F9A4-4D38-9AAD-56E9A7874137}" type="pres">
      <dgm:prSet presAssocID="{9B56D52B-17FF-4E52-9007-AA2BC0318F0B}" presName="nodeTx" presStyleLbl="node1" presStyleIdx="3" presStyleCnt="6">
        <dgm:presLayoutVars>
          <dgm:bulletEnabled val="1"/>
        </dgm:presLayoutVars>
      </dgm:prSet>
      <dgm:spPr/>
    </dgm:pt>
    <dgm:pt modelId="{55E321A5-16D6-4058-A44E-119AAEC9DF51}" type="pres">
      <dgm:prSet presAssocID="{9B56D52B-17FF-4E52-9007-AA2BC0318F0B}" presName="invisiNode" presStyleLbl="node1" presStyleIdx="3" presStyleCnt="6"/>
      <dgm:spPr/>
    </dgm:pt>
    <dgm:pt modelId="{4E5BB042-BB1E-48B4-AB5B-2CC682BCBDFB}" type="pres">
      <dgm:prSet presAssocID="{9B56D52B-17FF-4E52-9007-AA2BC0318F0B}" presName="imagNode" presStyleLbl="fgImgPlace1" presStyleIdx="3" presStyleCnt="6"/>
      <dgm:spPr>
        <a:blipFill>
          <a:blip xmlns:r="http://schemas.openxmlformats.org/officeDocument/2006/relationships" r:embed="rId6">
            <a:duotone>
              <a:schemeClr val="accent1">
                <a:shade val="45000"/>
                <a:satMod val="135000"/>
              </a:schemeClr>
              <a:prstClr val="white"/>
            </a:duotone>
            <a:extLst>
              <a:ext uri="{BEBA8EAE-BF5A-486C-A8C5-ECC9F3942E4B}">
                <a14:imgProps xmlns:a14="http://schemas.microsoft.com/office/drawing/2010/main">
                  <a14:imgLayer r:embed="rId7">
                    <a14:imgEffect>
                      <a14:sharpenSoften amount="-25000"/>
                    </a14:imgEffect>
                  </a14:imgLayer>
                </a14:imgProps>
              </a:ext>
              <a:ext uri="{28A0092B-C50C-407E-A947-70E740481C1C}">
                <a14:useLocalDpi xmlns:a14="http://schemas.microsoft.com/office/drawing/2010/main" val="0"/>
              </a:ext>
            </a:extLst>
          </a:blip>
          <a:srcRect/>
          <a:stretch>
            <a:fillRect l="-11000" r="-11000"/>
          </a:stretch>
        </a:blipFill>
      </dgm:spPr>
    </dgm:pt>
    <dgm:pt modelId="{368AF6A7-AC27-4450-998D-E817B2FA2C91}" type="pres">
      <dgm:prSet presAssocID="{C50A229A-505A-436C-9A5B-D2077EF6E676}" presName="sibTrans" presStyleLbl="sibTrans2D1" presStyleIdx="0" presStyleCnt="0"/>
      <dgm:spPr/>
    </dgm:pt>
    <dgm:pt modelId="{EC84F89E-A858-461F-85CB-373E9819564B}" type="pres">
      <dgm:prSet presAssocID="{4A2E3F45-1D85-4634-800A-83C37206167E}" presName="compNode" presStyleCnt="0"/>
      <dgm:spPr/>
    </dgm:pt>
    <dgm:pt modelId="{84464126-0B3E-4B0F-BFBF-A673A4985163}" type="pres">
      <dgm:prSet presAssocID="{4A2E3F45-1D85-4634-800A-83C37206167E}" presName="bkgdShape" presStyleLbl="node1" presStyleIdx="4" presStyleCnt="6"/>
      <dgm:spPr/>
    </dgm:pt>
    <dgm:pt modelId="{CB783AA9-2CE5-46AE-AF73-CB3A46AFFEE9}" type="pres">
      <dgm:prSet presAssocID="{4A2E3F45-1D85-4634-800A-83C37206167E}" presName="nodeTx" presStyleLbl="node1" presStyleIdx="4" presStyleCnt="6">
        <dgm:presLayoutVars>
          <dgm:bulletEnabled val="1"/>
        </dgm:presLayoutVars>
      </dgm:prSet>
      <dgm:spPr/>
    </dgm:pt>
    <dgm:pt modelId="{2A222786-1460-4644-8617-40EFE2A7D4C4}" type="pres">
      <dgm:prSet presAssocID="{4A2E3F45-1D85-4634-800A-83C37206167E}" presName="invisiNode" presStyleLbl="node1" presStyleIdx="4" presStyleCnt="6"/>
      <dgm:spPr/>
    </dgm:pt>
    <dgm:pt modelId="{BEEE7245-F7FD-4F54-BC4B-F622ECBAA989}" type="pres">
      <dgm:prSet presAssocID="{4A2E3F45-1D85-4634-800A-83C37206167E}" presName="imagNode" presStyleLbl="fgImgPlace1" presStyleIdx="4" presStyleCnt="6"/>
      <dgm:spPr>
        <a:blipFill>
          <a:blip xmlns:r="http://schemas.openxmlformats.org/officeDocument/2006/relationships" r:embed="rId8">
            <a:duotone>
              <a:schemeClr val="accent1">
                <a:shade val="45000"/>
                <a:satMod val="135000"/>
              </a:schemeClr>
              <a:prstClr val="white"/>
            </a:duotone>
            <a:extLst>
              <a:ext uri="{BEBA8EAE-BF5A-486C-A8C5-ECC9F3942E4B}">
                <a14:imgProps xmlns:a14="http://schemas.microsoft.com/office/drawing/2010/main">
                  <a14:imgLayer r:embed="rId9">
                    <a14:imgEffect>
                      <a14:sharpenSoften amount="-25000"/>
                    </a14:imgEffect>
                  </a14:imgLayer>
                </a14:imgProps>
              </a:ext>
              <a:ext uri="{28A0092B-C50C-407E-A947-70E740481C1C}">
                <a14:useLocalDpi xmlns:a14="http://schemas.microsoft.com/office/drawing/2010/main" val="0"/>
              </a:ext>
            </a:extLst>
          </a:blip>
          <a:srcRect/>
          <a:stretch>
            <a:fillRect l="-7000" r="-7000"/>
          </a:stretch>
        </a:blipFill>
      </dgm:spPr>
    </dgm:pt>
    <dgm:pt modelId="{C70C88BA-F6C5-4859-807F-5681FCA267AE}" type="pres">
      <dgm:prSet presAssocID="{23978EED-C589-4AB1-94C6-1A5BB24AE3FB}" presName="sibTrans" presStyleLbl="sibTrans2D1" presStyleIdx="0" presStyleCnt="0"/>
      <dgm:spPr/>
    </dgm:pt>
    <dgm:pt modelId="{0D9A9676-B890-4370-AA79-FE23962CA5D5}" type="pres">
      <dgm:prSet presAssocID="{79EB442C-6B5A-4334-85B0-0C8E339587F5}" presName="compNode" presStyleCnt="0"/>
      <dgm:spPr/>
    </dgm:pt>
    <dgm:pt modelId="{A2DCF6B3-848D-41BA-B730-56D7C2B5CD49}" type="pres">
      <dgm:prSet presAssocID="{79EB442C-6B5A-4334-85B0-0C8E339587F5}" presName="bkgdShape" presStyleLbl="node1" presStyleIdx="5" presStyleCnt="6"/>
      <dgm:spPr/>
    </dgm:pt>
    <dgm:pt modelId="{595C386D-63BD-49F4-91FF-AF071AF1F1ED}" type="pres">
      <dgm:prSet presAssocID="{79EB442C-6B5A-4334-85B0-0C8E339587F5}" presName="nodeTx" presStyleLbl="node1" presStyleIdx="5" presStyleCnt="6">
        <dgm:presLayoutVars>
          <dgm:bulletEnabled val="1"/>
        </dgm:presLayoutVars>
      </dgm:prSet>
      <dgm:spPr/>
    </dgm:pt>
    <dgm:pt modelId="{E8F2530C-D880-487D-8BA5-84E989DA093F}" type="pres">
      <dgm:prSet presAssocID="{79EB442C-6B5A-4334-85B0-0C8E339587F5}" presName="invisiNode" presStyleLbl="node1" presStyleIdx="5" presStyleCnt="6"/>
      <dgm:spPr/>
    </dgm:pt>
    <dgm:pt modelId="{5BC0CFCD-E5CF-4D00-9EC4-3ACB0C76952A}" type="pres">
      <dgm:prSet presAssocID="{79EB442C-6B5A-4334-85B0-0C8E339587F5}" presName="imagNode" presStyleLbl="fgImgPlace1" presStyleIdx="5" presStyleCnt="6"/>
      <dgm:spPr>
        <a:blipFill>
          <a:blip xmlns:r="http://schemas.openxmlformats.org/officeDocument/2006/relationships" r:embed="rId10">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a:blipFill>
      </dgm:spPr>
    </dgm:pt>
  </dgm:ptLst>
  <dgm:cxnLst>
    <dgm:cxn modelId="{6312050F-24D8-4F73-8855-95E071834DCC}" type="presOf" srcId="{6955BC76-A6C7-428F-B0E1-9AABFA8CA997}" destId="{79EF3621-9461-4670-AEDD-63A070C286C4}" srcOrd="1" destOrd="0" presId="urn:microsoft.com/office/officeart/2005/8/layout/hList7"/>
    <dgm:cxn modelId="{F1227F1A-18FE-415E-8AB5-E0344DE097B5}" type="presOf" srcId="{9B56D52B-17FF-4E52-9007-AA2BC0318F0B}" destId="{99731DC8-F9A4-4D38-9AAD-56E9A7874137}" srcOrd="1" destOrd="0" presId="urn:microsoft.com/office/officeart/2005/8/layout/hList7"/>
    <dgm:cxn modelId="{173BD31F-F2C4-4EE8-B1E4-365688E4EC1B}" srcId="{53CC062E-39FD-490E-A517-F68E863AED20}" destId="{30B845B1-17AB-4687-949A-04E73626B04D}" srcOrd="0" destOrd="0" parTransId="{34867EB3-7F2A-4E44-8523-DBC71B386AE0}" sibTransId="{AB5AD029-CAB5-4BF1-BFEA-BC285350449C}"/>
    <dgm:cxn modelId="{EA5C3533-AD7D-4645-BD88-E8235827F516}" srcId="{53CC062E-39FD-490E-A517-F68E863AED20}" destId="{79EB442C-6B5A-4334-85B0-0C8E339587F5}" srcOrd="5" destOrd="0" parTransId="{CBD2DFDF-4ACE-4625-8310-4C90A54A883E}" sibTransId="{3299BBFA-01EC-401E-8A7B-360C072B7A1C}"/>
    <dgm:cxn modelId="{7E6CD768-9C75-4FD2-BFF7-A72451C7AFF2}" srcId="{53CC062E-39FD-490E-A517-F68E863AED20}" destId="{F992D56A-FE8F-4E73-A03F-041F37526EE0}" srcOrd="2" destOrd="0" parTransId="{2921E645-51BC-428B-8C1B-A472C51C1D78}" sibTransId="{A05A2176-AEDA-403E-9247-41C604BD2428}"/>
    <dgm:cxn modelId="{08A9ED69-0505-4D61-8D9A-3CF41E33C384}" srcId="{53CC062E-39FD-490E-A517-F68E863AED20}" destId="{4A2E3F45-1D85-4634-800A-83C37206167E}" srcOrd="4" destOrd="0" parTransId="{46E3EC8B-505A-449A-9EE8-1DD5F3CCAD94}" sibTransId="{23978EED-C589-4AB1-94C6-1A5BB24AE3FB}"/>
    <dgm:cxn modelId="{1EE3AD4A-F89F-465B-B5BF-CCB16D68E75F}" type="presOf" srcId="{4A2E3F45-1D85-4634-800A-83C37206167E}" destId="{CB783AA9-2CE5-46AE-AF73-CB3A46AFFEE9}" srcOrd="1" destOrd="0" presId="urn:microsoft.com/office/officeart/2005/8/layout/hList7"/>
    <dgm:cxn modelId="{6457527C-5749-4066-932F-0371FD3C0476}" type="presOf" srcId="{30B845B1-17AB-4687-949A-04E73626B04D}" destId="{CA39EF51-01F8-4762-83E4-A1C57BD60C6B}" srcOrd="1" destOrd="0" presId="urn:microsoft.com/office/officeart/2005/8/layout/hList7"/>
    <dgm:cxn modelId="{873BCA86-6343-4E87-A775-7FB4AFEA4DEF}" srcId="{53CC062E-39FD-490E-A517-F68E863AED20}" destId="{6955BC76-A6C7-428F-B0E1-9AABFA8CA997}" srcOrd="1" destOrd="0" parTransId="{ED0FB208-8A81-4793-B8A1-F8D735E0033B}" sibTransId="{09710972-DB9C-4178-AB2A-3A5F9644A5C7}"/>
    <dgm:cxn modelId="{04AA9589-10BA-439C-9656-8A9CC5C127D0}" type="presOf" srcId="{F992D56A-FE8F-4E73-A03F-041F37526EE0}" destId="{3B92BF20-78D1-4FD2-9D36-4406A8BC344B}" srcOrd="1" destOrd="0" presId="urn:microsoft.com/office/officeart/2005/8/layout/hList7"/>
    <dgm:cxn modelId="{FF1D8191-3D8F-46E2-AC41-CC7216BC448F}" type="presOf" srcId="{23978EED-C589-4AB1-94C6-1A5BB24AE3FB}" destId="{C70C88BA-F6C5-4859-807F-5681FCA267AE}" srcOrd="0" destOrd="0" presId="urn:microsoft.com/office/officeart/2005/8/layout/hList7"/>
    <dgm:cxn modelId="{30F9AD93-E2AB-4750-A538-0BCCE056ECAC}" srcId="{53CC062E-39FD-490E-A517-F68E863AED20}" destId="{9B56D52B-17FF-4E52-9007-AA2BC0318F0B}" srcOrd="3" destOrd="0" parTransId="{25383631-7F91-4788-8C6A-D22A5541F943}" sibTransId="{C50A229A-505A-436C-9A5B-D2077EF6E676}"/>
    <dgm:cxn modelId="{A0D96B9B-E7E1-4C03-9BCD-BF93CE345A8D}" type="presOf" srcId="{30B845B1-17AB-4687-949A-04E73626B04D}" destId="{02306D15-7240-4403-9205-E4D847EE687A}" srcOrd="0" destOrd="0" presId="urn:microsoft.com/office/officeart/2005/8/layout/hList7"/>
    <dgm:cxn modelId="{C6A9BAA6-D3F7-49E5-873F-89E4ECAF1279}" type="presOf" srcId="{53CC062E-39FD-490E-A517-F68E863AED20}" destId="{F441AD92-6F2E-4D71-9C3E-8FABAD67CD7E}" srcOrd="0" destOrd="0" presId="urn:microsoft.com/office/officeart/2005/8/layout/hList7"/>
    <dgm:cxn modelId="{CF985CB6-049A-4BE3-8383-4BC8FFC9B199}" type="presOf" srcId="{C50A229A-505A-436C-9A5B-D2077EF6E676}" destId="{368AF6A7-AC27-4450-998D-E817B2FA2C91}" srcOrd="0" destOrd="0" presId="urn:microsoft.com/office/officeart/2005/8/layout/hList7"/>
    <dgm:cxn modelId="{1C32ECBB-AF7E-4B30-A97E-8FB86F93E6E7}" type="presOf" srcId="{AB5AD029-CAB5-4BF1-BFEA-BC285350449C}" destId="{FFE4C32F-A581-4CDB-9D7F-4C59A57D86E2}" srcOrd="0" destOrd="0" presId="urn:microsoft.com/office/officeart/2005/8/layout/hList7"/>
    <dgm:cxn modelId="{704BF9BB-97D4-446C-80FA-AD55A15B6AEA}" type="presOf" srcId="{79EB442C-6B5A-4334-85B0-0C8E339587F5}" destId="{595C386D-63BD-49F4-91FF-AF071AF1F1ED}" srcOrd="1" destOrd="0" presId="urn:microsoft.com/office/officeart/2005/8/layout/hList7"/>
    <dgm:cxn modelId="{8A7B62C6-B76C-4DEE-868A-4252D62382E3}" type="presOf" srcId="{9B56D52B-17FF-4E52-9007-AA2BC0318F0B}" destId="{C793CE62-7A4F-4BC0-8194-22B63DA4CB6F}" srcOrd="0" destOrd="0" presId="urn:microsoft.com/office/officeart/2005/8/layout/hList7"/>
    <dgm:cxn modelId="{8A1A46CC-28E7-4B6F-915D-1DB9F0221F8D}" type="presOf" srcId="{09710972-DB9C-4178-AB2A-3A5F9644A5C7}" destId="{305F4FD4-757A-46DA-BDFD-964D0999FB6E}" srcOrd="0" destOrd="0" presId="urn:microsoft.com/office/officeart/2005/8/layout/hList7"/>
    <dgm:cxn modelId="{52B0F3D5-770A-4EE2-9C47-FFF004FD193F}" type="presOf" srcId="{79EB442C-6B5A-4334-85B0-0C8E339587F5}" destId="{A2DCF6B3-848D-41BA-B730-56D7C2B5CD49}" srcOrd="0" destOrd="0" presId="urn:microsoft.com/office/officeart/2005/8/layout/hList7"/>
    <dgm:cxn modelId="{B4FB58DC-255C-4021-AD78-4F91C6E6944C}" type="presOf" srcId="{F992D56A-FE8F-4E73-A03F-041F37526EE0}" destId="{74F24A72-EB59-4135-882D-7B9328AFF75A}" srcOrd="0" destOrd="0" presId="urn:microsoft.com/office/officeart/2005/8/layout/hList7"/>
    <dgm:cxn modelId="{E5AE84E0-92CC-4D3C-B584-BEC50DA2B903}" type="presOf" srcId="{A05A2176-AEDA-403E-9247-41C604BD2428}" destId="{68B38DBF-E4AD-47CA-9654-84789A10460E}" srcOrd="0" destOrd="0" presId="urn:microsoft.com/office/officeart/2005/8/layout/hList7"/>
    <dgm:cxn modelId="{A5991EE9-51AD-47DD-8E4C-52EDD006EDF6}" type="presOf" srcId="{4A2E3F45-1D85-4634-800A-83C37206167E}" destId="{84464126-0B3E-4B0F-BFBF-A673A4985163}" srcOrd="0" destOrd="0" presId="urn:microsoft.com/office/officeart/2005/8/layout/hList7"/>
    <dgm:cxn modelId="{912EB7FA-C8AC-47F7-8382-80B02B3EC302}" type="presOf" srcId="{6955BC76-A6C7-428F-B0E1-9AABFA8CA997}" destId="{43418E86-94C4-4B4F-9792-A3DDCA3E80D7}" srcOrd="0" destOrd="0" presId="urn:microsoft.com/office/officeart/2005/8/layout/hList7"/>
    <dgm:cxn modelId="{C47D7A75-97C2-4587-83FC-4F9EDCBE2912}" type="presParOf" srcId="{F441AD92-6F2E-4D71-9C3E-8FABAD67CD7E}" destId="{597A4FA3-0494-47CE-BC31-E79CB4FBCE9E}" srcOrd="0" destOrd="0" presId="urn:microsoft.com/office/officeart/2005/8/layout/hList7"/>
    <dgm:cxn modelId="{16EC6ED8-1A8F-4E97-B720-D34A5053EEBD}" type="presParOf" srcId="{F441AD92-6F2E-4D71-9C3E-8FABAD67CD7E}" destId="{B7A24248-2929-4439-BA24-4F15CDE563DA}" srcOrd="1" destOrd="0" presId="urn:microsoft.com/office/officeart/2005/8/layout/hList7"/>
    <dgm:cxn modelId="{705F57C4-F566-45D7-A59C-D50F82D7178E}" type="presParOf" srcId="{B7A24248-2929-4439-BA24-4F15CDE563DA}" destId="{22014987-54CC-4FD6-9623-64CF27BF2159}" srcOrd="0" destOrd="0" presId="urn:microsoft.com/office/officeart/2005/8/layout/hList7"/>
    <dgm:cxn modelId="{4BC0965A-4ABC-4D7E-9720-253414683BE5}" type="presParOf" srcId="{22014987-54CC-4FD6-9623-64CF27BF2159}" destId="{02306D15-7240-4403-9205-E4D847EE687A}" srcOrd="0" destOrd="0" presId="urn:microsoft.com/office/officeart/2005/8/layout/hList7"/>
    <dgm:cxn modelId="{89425E73-C1F9-4B07-8E54-16033C797A46}" type="presParOf" srcId="{22014987-54CC-4FD6-9623-64CF27BF2159}" destId="{CA39EF51-01F8-4762-83E4-A1C57BD60C6B}" srcOrd="1" destOrd="0" presId="urn:microsoft.com/office/officeart/2005/8/layout/hList7"/>
    <dgm:cxn modelId="{A28A3074-89CA-4551-9612-84BC84EE164A}" type="presParOf" srcId="{22014987-54CC-4FD6-9623-64CF27BF2159}" destId="{3635DEA4-32CA-42AC-B422-AFE619FE3441}" srcOrd="2" destOrd="0" presId="urn:microsoft.com/office/officeart/2005/8/layout/hList7"/>
    <dgm:cxn modelId="{FB1B3914-9A58-45C7-BE72-69DD4865FE50}" type="presParOf" srcId="{22014987-54CC-4FD6-9623-64CF27BF2159}" destId="{A583F383-A3A9-4D12-97D3-E2E992418D4D}" srcOrd="3" destOrd="0" presId="urn:microsoft.com/office/officeart/2005/8/layout/hList7"/>
    <dgm:cxn modelId="{A82158A4-7B09-4B20-99B6-C526567448AB}" type="presParOf" srcId="{B7A24248-2929-4439-BA24-4F15CDE563DA}" destId="{FFE4C32F-A581-4CDB-9D7F-4C59A57D86E2}" srcOrd="1" destOrd="0" presId="urn:microsoft.com/office/officeart/2005/8/layout/hList7"/>
    <dgm:cxn modelId="{C826A34E-30CC-4044-A462-9966580DF49B}" type="presParOf" srcId="{B7A24248-2929-4439-BA24-4F15CDE563DA}" destId="{3E432219-B3A1-4486-BBAD-9575488B0575}" srcOrd="2" destOrd="0" presId="urn:microsoft.com/office/officeart/2005/8/layout/hList7"/>
    <dgm:cxn modelId="{CF88D34B-53B7-468D-8244-CAA01BB42FF1}" type="presParOf" srcId="{3E432219-B3A1-4486-BBAD-9575488B0575}" destId="{43418E86-94C4-4B4F-9792-A3DDCA3E80D7}" srcOrd="0" destOrd="0" presId="urn:microsoft.com/office/officeart/2005/8/layout/hList7"/>
    <dgm:cxn modelId="{7F93E036-7039-4C97-A0B9-0287555037F1}" type="presParOf" srcId="{3E432219-B3A1-4486-BBAD-9575488B0575}" destId="{79EF3621-9461-4670-AEDD-63A070C286C4}" srcOrd="1" destOrd="0" presId="urn:microsoft.com/office/officeart/2005/8/layout/hList7"/>
    <dgm:cxn modelId="{7DE6BB4C-6E2A-42F0-B341-E81B7C45A560}" type="presParOf" srcId="{3E432219-B3A1-4486-BBAD-9575488B0575}" destId="{598A20B2-CC2B-467F-AAC6-1B46A25F868B}" srcOrd="2" destOrd="0" presId="urn:microsoft.com/office/officeart/2005/8/layout/hList7"/>
    <dgm:cxn modelId="{9E30D6AA-E6E7-43CE-A49D-7572D581215F}" type="presParOf" srcId="{3E432219-B3A1-4486-BBAD-9575488B0575}" destId="{7F281CB8-2C9C-4B2D-AC0A-0223D0326C61}" srcOrd="3" destOrd="0" presId="urn:microsoft.com/office/officeart/2005/8/layout/hList7"/>
    <dgm:cxn modelId="{B3AEED37-20DC-4AF9-98D0-F2E76CDF0B77}" type="presParOf" srcId="{B7A24248-2929-4439-BA24-4F15CDE563DA}" destId="{305F4FD4-757A-46DA-BDFD-964D0999FB6E}" srcOrd="3" destOrd="0" presId="urn:microsoft.com/office/officeart/2005/8/layout/hList7"/>
    <dgm:cxn modelId="{2D2F7598-31AE-4B94-9B6A-464F6F317825}" type="presParOf" srcId="{B7A24248-2929-4439-BA24-4F15CDE563DA}" destId="{03929D9A-F80B-4572-8C3E-2D1487BBAD87}" srcOrd="4" destOrd="0" presId="urn:microsoft.com/office/officeart/2005/8/layout/hList7"/>
    <dgm:cxn modelId="{D15C39AB-6006-40DD-A49C-0DFEA7824815}" type="presParOf" srcId="{03929D9A-F80B-4572-8C3E-2D1487BBAD87}" destId="{74F24A72-EB59-4135-882D-7B9328AFF75A}" srcOrd="0" destOrd="0" presId="urn:microsoft.com/office/officeart/2005/8/layout/hList7"/>
    <dgm:cxn modelId="{197602D6-C0B6-4FA9-8F81-9244B2074AD2}" type="presParOf" srcId="{03929D9A-F80B-4572-8C3E-2D1487BBAD87}" destId="{3B92BF20-78D1-4FD2-9D36-4406A8BC344B}" srcOrd="1" destOrd="0" presId="urn:microsoft.com/office/officeart/2005/8/layout/hList7"/>
    <dgm:cxn modelId="{1D86891F-265E-48FA-BF45-CE35502D4266}" type="presParOf" srcId="{03929D9A-F80B-4572-8C3E-2D1487BBAD87}" destId="{9C0E75F0-B8FA-4B5E-8A78-3EF2C213C885}" srcOrd="2" destOrd="0" presId="urn:microsoft.com/office/officeart/2005/8/layout/hList7"/>
    <dgm:cxn modelId="{E05EFDA3-E260-4CFB-8E1B-777D67A53B88}" type="presParOf" srcId="{03929D9A-F80B-4572-8C3E-2D1487BBAD87}" destId="{1DE0AD75-95E9-40F5-A7B6-96AE88FD497A}" srcOrd="3" destOrd="0" presId="urn:microsoft.com/office/officeart/2005/8/layout/hList7"/>
    <dgm:cxn modelId="{4A343925-1681-4A41-A0AF-A4119E031712}" type="presParOf" srcId="{B7A24248-2929-4439-BA24-4F15CDE563DA}" destId="{68B38DBF-E4AD-47CA-9654-84789A10460E}" srcOrd="5" destOrd="0" presId="urn:microsoft.com/office/officeart/2005/8/layout/hList7"/>
    <dgm:cxn modelId="{AFDD3BB1-3790-4959-AFEB-D87AC1D5FCC7}" type="presParOf" srcId="{B7A24248-2929-4439-BA24-4F15CDE563DA}" destId="{3FDD34D8-3A86-4B59-BCE5-204389A5D553}" srcOrd="6" destOrd="0" presId="urn:microsoft.com/office/officeart/2005/8/layout/hList7"/>
    <dgm:cxn modelId="{BF8FC3C0-4C78-43B7-B3FF-99B939DBC9F8}" type="presParOf" srcId="{3FDD34D8-3A86-4B59-BCE5-204389A5D553}" destId="{C793CE62-7A4F-4BC0-8194-22B63DA4CB6F}" srcOrd="0" destOrd="0" presId="urn:microsoft.com/office/officeart/2005/8/layout/hList7"/>
    <dgm:cxn modelId="{62A831B3-807B-4425-92C3-DAAB09D1D5A6}" type="presParOf" srcId="{3FDD34D8-3A86-4B59-BCE5-204389A5D553}" destId="{99731DC8-F9A4-4D38-9AAD-56E9A7874137}" srcOrd="1" destOrd="0" presId="urn:microsoft.com/office/officeart/2005/8/layout/hList7"/>
    <dgm:cxn modelId="{1B6F3249-EE65-430C-B86D-475F77ADB908}" type="presParOf" srcId="{3FDD34D8-3A86-4B59-BCE5-204389A5D553}" destId="{55E321A5-16D6-4058-A44E-119AAEC9DF51}" srcOrd="2" destOrd="0" presId="urn:microsoft.com/office/officeart/2005/8/layout/hList7"/>
    <dgm:cxn modelId="{21CD6C7F-C929-4ABA-BAA7-12E1C64E847E}" type="presParOf" srcId="{3FDD34D8-3A86-4B59-BCE5-204389A5D553}" destId="{4E5BB042-BB1E-48B4-AB5B-2CC682BCBDFB}" srcOrd="3" destOrd="0" presId="urn:microsoft.com/office/officeart/2005/8/layout/hList7"/>
    <dgm:cxn modelId="{AF87387E-8765-44B7-AE9A-0C0BB93B0ECB}" type="presParOf" srcId="{B7A24248-2929-4439-BA24-4F15CDE563DA}" destId="{368AF6A7-AC27-4450-998D-E817B2FA2C91}" srcOrd="7" destOrd="0" presId="urn:microsoft.com/office/officeart/2005/8/layout/hList7"/>
    <dgm:cxn modelId="{73E9A189-E85C-46A5-9657-78101B13192E}" type="presParOf" srcId="{B7A24248-2929-4439-BA24-4F15CDE563DA}" destId="{EC84F89E-A858-461F-85CB-373E9819564B}" srcOrd="8" destOrd="0" presId="urn:microsoft.com/office/officeart/2005/8/layout/hList7"/>
    <dgm:cxn modelId="{332107DD-5310-4426-BDB3-69A7769349CA}" type="presParOf" srcId="{EC84F89E-A858-461F-85CB-373E9819564B}" destId="{84464126-0B3E-4B0F-BFBF-A673A4985163}" srcOrd="0" destOrd="0" presId="urn:microsoft.com/office/officeart/2005/8/layout/hList7"/>
    <dgm:cxn modelId="{E95E4316-2BD9-4C96-8D8E-F8F8C2BE56EC}" type="presParOf" srcId="{EC84F89E-A858-461F-85CB-373E9819564B}" destId="{CB783AA9-2CE5-46AE-AF73-CB3A46AFFEE9}" srcOrd="1" destOrd="0" presId="urn:microsoft.com/office/officeart/2005/8/layout/hList7"/>
    <dgm:cxn modelId="{64370FCB-E950-45A1-8349-6E9B430DD310}" type="presParOf" srcId="{EC84F89E-A858-461F-85CB-373E9819564B}" destId="{2A222786-1460-4644-8617-40EFE2A7D4C4}" srcOrd="2" destOrd="0" presId="urn:microsoft.com/office/officeart/2005/8/layout/hList7"/>
    <dgm:cxn modelId="{49EA49E5-38CA-4DA8-AE3B-B344F9F74F70}" type="presParOf" srcId="{EC84F89E-A858-461F-85CB-373E9819564B}" destId="{BEEE7245-F7FD-4F54-BC4B-F622ECBAA989}" srcOrd="3" destOrd="0" presId="urn:microsoft.com/office/officeart/2005/8/layout/hList7"/>
    <dgm:cxn modelId="{DD96F23C-CC9A-4B92-A7CE-389AFBD8A2EA}" type="presParOf" srcId="{B7A24248-2929-4439-BA24-4F15CDE563DA}" destId="{C70C88BA-F6C5-4859-807F-5681FCA267AE}" srcOrd="9" destOrd="0" presId="urn:microsoft.com/office/officeart/2005/8/layout/hList7"/>
    <dgm:cxn modelId="{B450A710-4DAC-4A41-A813-D7B53A1CD16E}" type="presParOf" srcId="{B7A24248-2929-4439-BA24-4F15CDE563DA}" destId="{0D9A9676-B890-4370-AA79-FE23962CA5D5}" srcOrd="10" destOrd="0" presId="urn:microsoft.com/office/officeart/2005/8/layout/hList7"/>
    <dgm:cxn modelId="{69B153B4-C952-483D-92BC-8B87EC907F7F}" type="presParOf" srcId="{0D9A9676-B890-4370-AA79-FE23962CA5D5}" destId="{A2DCF6B3-848D-41BA-B730-56D7C2B5CD49}" srcOrd="0" destOrd="0" presId="urn:microsoft.com/office/officeart/2005/8/layout/hList7"/>
    <dgm:cxn modelId="{2733C3B1-B402-4E71-BB92-7AB6DD7DD8E3}" type="presParOf" srcId="{0D9A9676-B890-4370-AA79-FE23962CA5D5}" destId="{595C386D-63BD-49F4-91FF-AF071AF1F1ED}" srcOrd="1" destOrd="0" presId="urn:microsoft.com/office/officeart/2005/8/layout/hList7"/>
    <dgm:cxn modelId="{0123FA03-04D8-4443-84AA-74C63017A60E}" type="presParOf" srcId="{0D9A9676-B890-4370-AA79-FE23962CA5D5}" destId="{E8F2530C-D880-487D-8BA5-84E989DA093F}" srcOrd="2" destOrd="0" presId="urn:microsoft.com/office/officeart/2005/8/layout/hList7"/>
    <dgm:cxn modelId="{CF1D6B8F-7228-47E6-8772-9F600DCB6C27}" type="presParOf" srcId="{0D9A9676-B890-4370-AA79-FE23962CA5D5}" destId="{5BC0CFCD-E5CF-4D00-9EC4-3ACB0C76952A}" srcOrd="3" destOrd="0" presId="urn:microsoft.com/office/officeart/2005/8/layout/hList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6FF193D-B4FD-44F3-BEFE-B79E7B77521E}" type="doc">
      <dgm:prSet loTypeId="urn:microsoft.com/office/officeart/2005/8/layout/hierarchy4" loCatId="list" qsTypeId="urn:microsoft.com/office/officeart/2005/8/quickstyle/simple5" qsCatId="simple" csTypeId="urn:microsoft.com/office/officeart/2005/8/colors/accent4_3" csCatId="accent4" phldr="1"/>
      <dgm:spPr/>
      <dgm:t>
        <a:bodyPr/>
        <a:lstStyle/>
        <a:p>
          <a:endParaRPr lang="en-US"/>
        </a:p>
      </dgm:t>
    </dgm:pt>
    <dgm:pt modelId="{362E8B56-1C01-42D4-A357-170632481D71}">
      <dgm:prSet phldrT="[Text]"/>
      <dgm:spPr/>
      <dgm:t>
        <a:bodyPr/>
        <a:lstStyle/>
        <a:p>
          <a:r>
            <a:rPr lang="en-US"/>
            <a:t>Application </a:t>
          </a:r>
          <a:br>
            <a:rPr lang="en-US"/>
          </a:br>
          <a:r>
            <a:rPr lang="en-US"/>
            <a:t>(Kingdom, Third Party Apps)</a:t>
          </a:r>
        </a:p>
      </dgm:t>
    </dgm:pt>
    <dgm:pt modelId="{E50143EB-8813-4104-923F-DE30F9306232}" type="parTrans" cxnId="{38A622D2-DECD-49E4-A016-ED31B17905AA}">
      <dgm:prSet/>
      <dgm:spPr/>
      <dgm:t>
        <a:bodyPr/>
        <a:lstStyle/>
        <a:p>
          <a:endParaRPr lang="en-US"/>
        </a:p>
      </dgm:t>
    </dgm:pt>
    <dgm:pt modelId="{5C731DC9-106B-49BD-A972-C3B5EFB399AE}" type="sibTrans" cxnId="{38A622D2-DECD-49E4-A016-ED31B17905AA}">
      <dgm:prSet/>
      <dgm:spPr/>
      <dgm:t>
        <a:bodyPr/>
        <a:lstStyle/>
        <a:p>
          <a:endParaRPr lang="en-US"/>
        </a:p>
      </dgm:t>
    </dgm:pt>
    <dgm:pt modelId="{4A2D10B5-68F2-4F49-AC22-DCC01AB776D6}">
      <dgm:prSet phldrT="[Text]"/>
      <dgm:spPr/>
      <dgm:t>
        <a:bodyPr/>
        <a:lstStyle/>
        <a:p>
          <a:r>
            <a:rPr lang="en-US"/>
            <a:t>Data Access </a:t>
          </a:r>
          <a:br>
            <a:rPr lang="en-US"/>
          </a:br>
          <a:r>
            <a:rPr lang="en-US"/>
            <a:t>(SDK &amp; Others)</a:t>
          </a:r>
        </a:p>
      </dgm:t>
    </dgm:pt>
    <dgm:pt modelId="{CA67AF66-DB07-48B9-8258-3567D55B29A7}" type="sibTrans" cxnId="{1236EB9B-22F4-4183-90B5-509CBF7E10DE}">
      <dgm:prSet/>
      <dgm:spPr/>
      <dgm:t>
        <a:bodyPr/>
        <a:lstStyle/>
        <a:p>
          <a:endParaRPr lang="en-US"/>
        </a:p>
      </dgm:t>
    </dgm:pt>
    <dgm:pt modelId="{1CBEB5D4-CAF0-4403-94F6-3536DBBD910B}" type="parTrans" cxnId="{1236EB9B-22F4-4183-90B5-509CBF7E10DE}">
      <dgm:prSet/>
      <dgm:spPr/>
      <dgm:t>
        <a:bodyPr/>
        <a:lstStyle/>
        <a:p>
          <a:endParaRPr lang="en-US"/>
        </a:p>
      </dgm:t>
    </dgm:pt>
    <dgm:pt modelId="{ABA4E446-85EC-4CE2-9CB0-02040DED6D95}">
      <dgm:prSet phldrT="[Text]"/>
      <dgm:spPr/>
      <dgm:t>
        <a:bodyPr/>
        <a:lstStyle/>
        <a:p>
          <a:r>
            <a:rPr lang="en-US"/>
            <a:t>Database </a:t>
          </a:r>
          <a:br>
            <a:rPr lang="en-US"/>
          </a:br>
          <a:r>
            <a:rPr lang="en-US"/>
            <a:t>(Auto SSE, SQL Server, Oracle)</a:t>
          </a:r>
        </a:p>
      </dgm:t>
    </dgm:pt>
    <dgm:pt modelId="{3E1AA40A-2109-4EB6-A371-189CC58031CF}" type="parTrans" cxnId="{0A540C45-268F-4B30-9419-F4D5FA5EB1BF}">
      <dgm:prSet/>
      <dgm:spPr/>
      <dgm:t>
        <a:bodyPr/>
        <a:lstStyle/>
        <a:p>
          <a:endParaRPr lang="en-US"/>
        </a:p>
      </dgm:t>
    </dgm:pt>
    <dgm:pt modelId="{BE9D92E2-5E25-4F81-A043-7DF15F537C08}" type="sibTrans" cxnId="{0A540C45-268F-4B30-9419-F4D5FA5EB1BF}">
      <dgm:prSet/>
      <dgm:spPr/>
      <dgm:t>
        <a:bodyPr/>
        <a:lstStyle/>
        <a:p>
          <a:endParaRPr lang="en-US"/>
        </a:p>
      </dgm:t>
    </dgm:pt>
    <dgm:pt modelId="{A26F2DD0-0745-41B9-80AB-05783F7DC3E0}">
      <dgm:prSet phldrT="[Text]"/>
      <dgm:spPr/>
      <dgm:t>
        <a:bodyPr/>
        <a:lstStyle/>
        <a:p>
          <a:r>
            <a:rPr lang="en-US"/>
            <a:t>Project Files </a:t>
          </a:r>
          <a:br>
            <a:rPr lang="en-US"/>
          </a:br>
          <a:r>
            <a:rPr lang="en-US"/>
            <a:t>(Seismic, Horizons, Grids, Faults, etc.)</a:t>
          </a:r>
        </a:p>
      </dgm:t>
    </dgm:pt>
    <dgm:pt modelId="{C951B32A-03F1-44CB-A211-E83D0AFB4153}" type="parTrans" cxnId="{354010B0-1BB4-4BD0-8C29-E44EECC5D10B}">
      <dgm:prSet/>
      <dgm:spPr/>
      <dgm:t>
        <a:bodyPr/>
        <a:lstStyle/>
        <a:p>
          <a:endParaRPr lang="en-US"/>
        </a:p>
      </dgm:t>
    </dgm:pt>
    <dgm:pt modelId="{073FCEC1-B6BA-4AB2-94A7-F22848281C5F}" type="sibTrans" cxnId="{354010B0-1BB4-4BD0-8C29-E44EECC5D10B}">
      <dgm:prSet/>
      <dgm:spPr/>
      <dgm:t>
        <a:bodyPr/>
        <a:lstStyle/>
        <a:p>
          <a:endParaRPr lang="en-US"/>
        </a:p>
      </dgm:t>
    </dgm:pt>
    <dgm:pt modelId="{99492CAB-1AB8-4151-AEC9-E08EEFA6C684}">
      <dgm:prSet phldrT="[Text]"/>
      <dgm:spPr/>
      <dgm:t>
        <a:bodyPr/>
        <a:lstStyle/>
        <a:p>
          <a:r>
            <a:rPr lang="en-US"/>
            <a:t>Metadata</a:t>
          </a:r>
        </a:p>
      </dgm:t>
    </dgm:pt>
    <dgm:pt modelId="{AE8B9494-48FB-432C-BB68-674C4E786C31}" type="parTrans" cxnId="{D981C94E-B4E1-4958-BB75-F76882D9A521}">
      <dgm:prSet/>
      <dgm:spPr/>
      <dgm:t>
        <a:bodyPr/>
        <a:lstStyle/>
        <a:p>
          <a:endParaRPr lang="en-US"/>
        </a:p>
      </dgm:t>
    </dgm:pt>
    <dgm:pt modelId="{138156E0-76C4-440D-98B5-F843F93F8E57}" type="sibTrans" cxnId="{D981C94E-B4E1-4958-BB75-F76882D9A521}">
      <dgm:prSet/>
      <dgm:spPr/>
      <dgm:t>
        <a:bodyPr/>
        <a:lstStyle/>
        <a:p>
          <a:endParaRPr lang="en-US"/>
        </a:p>
      </dgm:t>
    </dgm:pt>
    <dgm:pt modelId="{EA2585BD-AA14-4094-B866-BBAAB7BB7AE1}" type="pres">
      <dgm:prSet presAssocID="{D6FF193D-B4FD-44F3-BEFE-B79E7B77521E}" presName="Name0" presStyleCnt="0">
        <dgm:presLayoutVars>
          <dgm:chPref val="1"/>
          <dgm:dir/>
          <dgm:animOne val="branch"/>
          <dgm:animLvl val="lvl"/>
          <dgm:resizeHandles/>
        </dgm:presLayoutVars>
      </dgm:prSet>
      <dgm:spPr/>
    </dgm:pt>
    <dgm:pt modelId="{D316FBA3-3298-48EF-9FB1-052A46CA6612}" type="pres">
      <dgm:prSet presAssocID="{362E8B56-1C01-42D4-A357-170632481D71}" presName="vertOne" presStyleCnt="0"/>
      <dgm:spPr/>
    </dgm:pt>
    <dgm:pt modelId="{A8D8A4C6-FEB0-4A87-A334-293B4D7BBBFB}" type="pres">
      <dgm:prSet presAssocID="{362E8B56-1C01-42D4-A357-170632481D71}" presName="txOne" presStyleLbl="node0" presStyleIdx="0" presStyleCnt="1">
        <dgm:presLayoutVars>
          <dgm:chPref val="3"/>
        </dgm:presLayoutVars>
      </dgm:prSet>
      <dgm:spPr/>
    </dgm:pt>
    <dgm:pt modelId="{40E56208-36A6-407B-A465-AF779FB27C2A}" type="pres">
      <dgm:prSet presAssocID="{362E8B56-1C01-42D4-A357-170632481D71}" presName="parTransOne" presStyleCnt="0"/>
      <dgm:spPr/>
    </dgm:pt>
    <dgm:pt modelId="{4EDD5A1B-0B94-497A-91C5-ABB123FFCA2F}" type="pres">
      <dgm:prSet presAssocID="{362E8B56-1C01-42D4-A357-170632481D71}" presName="horzOne" presStyleCnt="0"/>
      <dgm:spPr/>
    </dgm:pt>
    <dgm:pt modelId="{AE653AF5-2039-4103-B64C-1C2054FE8E09}" type="pres">
      <dgm:prSet presAssocID="{4A2D10B5-68F2-4F49-AC22-DCC01AB776D6}" presName="vertTwo" presStyleCnt="0"/>
      <dgm:spPr/>
    </dgm:pt>
    <dgm:pt modelId="{85BA4EBE-40DD-49E3-8179-17BAB9B19929}" type="pres">
      <dgm:prSet presAssocID="{4A2D10B5-68F2-4F49-AC22-DCC01AB776D6}" presName="txTwo" presStyleLbl="node2" presStyleIdx="0" presStyleCnt="1">
        <dgm:presLayoutVars>
          <dgm:chPref val="3"/>
        </dgm:presLayoutVars>
      </dgm:prSet>
      <dgm:spPr/>
    </dgm:pt>
    <dgm:pt modelId="{F5F463B7-B850-45FD-A149-86BF2E5CA2ED}" type="pres">
      <dgm:prSet presAssocID="{4A2D10B5-68F2-4F49-AC22-DCC01AB776D6}" presName="parTransTwo" presStyleCnt="0"/>
      <dgm:spPr/>
    </dgm:pt>
    <dgm:pt modelId="{1320EC24-8B90-4DE0-AD9D-4BE6454ACD1F}" type="pres">
      <dgm:prSet presAssocID="{4A2D10B5-68F2-4F49-AC22-DCC01AB776D6}" presName="horzTwo" presStyleCnt="0"/>
      <dgm:spPr/>
    </dgm:pt>
    <dgm:pt modelId="{D686B28F-C943-4022-9D07-4A7A597ADB9B}" type="pres">
      <dgm:prSet presAssocID="{ABA4E446-85EC-4CE2-9CB0-02040DED6D95}" presName="vertThree" presStyleCnt="0"/>
      <dgm:spPr/>
    </dgm:pt>
    <dgm:pt modelId="{3C12E824-0C53-421D-802A-309759068095}" type="pres">
      <dgm:prSet presAssocID="{ABA4E446-85EC-4CE2-9CB0-02040DED6D95}" presName="txThree" presStyleLbl="node3" presStyleIdx="0" presStyleCnt="3">
        <dgm:presLayoutVars>
          <dgm:chPref val="3"/>
        </dgm:presLayoutVars>
      </dgm:prSet>
      <dgm:spPr/>
    </dgm:pt>
    <dgm:pt modelId="{77805F78-30C2-4804-B35D-2F64A6C9288D}" type="pres">
      <dgm:prSet presAssocID="{ABA4E446-85EC-4CE2-9CB0-02040DED6D95}" presName="horzThree" presStyleCnt="0"/>
      <dgm:spPr/>
    </dgm:pt>
    <dgm:pt modelId="{93D0332D-9939-4E96-B860-DDC0BC861AB5}" type="pres">
      <dgm:prSet presAssocID="{BE9D92E2-5E25-4F81-A043-7DF15F537C08}" presName="sibSpaceThree" presStyleCnt="0"/>
      <dgm:spPr/>
    </dgm:pt>
    <dgm:pt modelId="{AF10DBE1-7152-46A5-A561-AF95DD503099}" type="pres">
      <dgm:prSet presAssocID="{A26F2DD0-0745-41B9-80AB-05783F7DC3E0}" presName="vertThree" presStyleCnt="0"/>
      <dgm:spPr/>
    </dgm:pt>
    <dgm:pt modelId="{26DC6306-384F-49DF-B1AE-997807054B7D}" type="pres">
      <dgm:prSet presAssocID="{A26F2DD0-0745-41B9-80AB-05783F7DC3E0}" presName="txThree" presStyleLbl="node3" presStyleIdx="1" presStyleCnt="3">
        <dgm:presLayoutVars>
          <dgm:chPref val="3"/>
        </dgm:presLayoutVars>
      </dgm:prSet>
      <dgm:spPr/>
    </dgm:pt>
    <dgm:pt modelId="{2603E5E5-8B6B-4889-9F82-898200DC0E6A}" type="pres">
      <dgm:prSet presAssocID="{A26F2DD0-0745-41B9-80AB-05783F7DC3E0}" presName="horzThree" presStyleCnt="0"/>
      <dgm:spPr/>
    </dgm:pt>
    <dgm:pt modelId="{2475F0C2-09D0-4B49-8F01-22474781688A}" type="pres">
      <dgm:prSet presAssocID="{073FCEC1-B6BA-4AB2-94A7-F22848281C5F}" presName="sibSpaceThree" presStyleCnt="0"/>
      <dgm:spPr/>
    </dgm:pt>
    <dgm:pt modelId="{80166829-46C2-4D94-883A-FB727789FAB6}" type="pres">
      <dgm:prSet presAssocID="{99492CAB-1AB8-4151-AEC9-E08EEFA6C684}" presName="vertThree" presStyleCnt="0"/>
      <dgm:spPr/>
    </dgm:pt>
    <dgm:pt modelId="{0F2C4A4C-1FFF-4E7A-9CA1-93CD175F94CA}" type="pres">
      <dgm:prSet presAssocID="{99492CAB-1AB8-4151-AEC9-E08EEFA6C684}" presName="txThree" presStyleLbl="node3" presStyleIdx="2" presStyleCnt="3">
        <dgm:presLayoutVars>
          <dgm:chPref val="3"/>
        </dgm:presLayoutVars>
      </dgm:prSet>
      <dgm:spPr/>
    </dgm:pt>
    <dgm:pt modelId="{20DF03E0-FA55-4BF0-92ED-A56D6D266CC0}" type="pres">
      <dgm:prSet presAssocID="{99492CAB-1AB8-4151-AEC9-E08EEFA6C684}" presName="horzThree" presStyleCnt="0"/>
      <dgm:spPr/>
    </dgm:pt>
  </dgm:ptLst>
  <dgm:cxnLst>
    <dgm:cxn modelId="{714AA603-2AD6-4CA1-B993-C1D8BBFBC4F3}" type="presOf" srcId="{362E8B56-1C01-42D4-A357-170632481D71}" destId="{A8D8A4C6-FEB0-4A87-A334-293B4D7BBBFB}" srcOrd="0" destOrd="0" presId="urn:microsoft.com/office/officeart/2005/8/layout/hierarchy4"/>
    <dgm:cxn modelId="{5FC3BD0E-853F-4006-A810-224072C27A8A}" type="presOf" srcId="{4A2D10B5-68F2-4F49-AC22-DCC01AB776D6}" destId="{85BA4EBE-40DD-49E3-8179-17BAB9B19929}" srcOrd="0" destOrd="0" presId="urn:microsoft.com/office/officeart/2005/8/layout/hierarchy4"/>
    <dgm:cxn modelId="{99ADA262-50AD-4135-BA1E-53CBD6B14FE6}" type="presOf" srcId="{99492CAB-1AB8-4151-AEC9-E08EEFA6C684}" destId="{0F2C4A4C-1FFF-4E7A-9CA1-93CD175F94CA}" srcOrd="0" destOrd="0" presId="urn:microsoft.com/office/officeart/2005/8/layout/hierarchy4"/>
    <dgm:cxn modelId="{0A540C45-268F-4B30-9419-F4D5FA5EB1BF}" srcId="{4A2D10B5-68F2-4F49-AC22-DCC01AB776D6}" destId="{ABA4E446-85EC-4CE2-9CB0-02040DED6D95}" srcOrd="0" destOrd="0" parTransId="{3E1AA40A-2109-4EB6-A371-189CC58031CF}" sibTransId="{BE9D92E2-5E25-4F81-A043-7DF15F537C08}"/>
    <dgm:cxn modelId="{D981C94E-B4E1-4958-BB75-F76882D9A521}" srcId="{4A2D10B5-68F2-4F49-AC22-DCC01AB776D6}" destId="{99492CAB-1AB8-4151-AEC9-E08EEFA6C684}" srcOrd="2" destOrd="0" parTransId="{AE8B9494-48FB-432C-BB68-674C4E786C31}" sibTransId="{138156E0-76C4-440D-98B5-F843F93F8E57}"/>
    <dgm:cxn modelId="{440F5452-9AC8-490F-A81B-7400923B3349}" type="presOf" srcId="{D6FF193D-B4FD-44F3-BEFE-B79E7B77521E}" destId="{EA2585BD-AA14-4094-B866-BBAAB7BB7AE1}" srcOrd="0" destOrd="0" presId="urn:microsoft.com/office/officeart/2005/8/layout/hierarchy4"/>
    <dgm:cxn modelId="{1236EB9B-22F4-4183-90B5-509CBF7E10DE}" srcId="{362E8B56-1C01-42D4-A357-170632481D71}" destId="{4A2D10B5-68F2-4F49-AC22-DCC01AB776D6}" srcOrd="0" destOrd="0" parTransId="{1CBEB5D4-CAF0-4403-94F6-3536DBBD910B}" sibTransId="{CA67AF66-DB07-48B9-8258-3567D55B29A7}"/>
    <dgm:cxn modelId="{A3E3D3A5-6092-4BFF-B4DE-6B757B73F545}" type="presOf" srcId="{ABA4E446-85EC-4CE2-9CB0-02040DED6D95}" destId="{3C12E824-0C53-421D-802A-309759068095}" srcOrd="0" destOrd="0" presId="urn:microsoft.com/office/officeart/2005/8/layout/hierarchy4"/>
    <dgm:cxn modelId="{354010B0-1BB4-4BD0-8C29-E44EECC5D10B}" srcId="{4A2D10B5-68F2-4F49-AC22-DCC01AB776D6}" destId="{A26F2DD0-0745-41B9-80AB-05783F7DC3E0}" srcOrd="1" destOrd="0" parTransId="{C951B32A-03F1-44CB-A211-E83D0AFB4153}" sibTransId="{073FCEC1-B6BA-4AB2-94A7-F22848281C5F}"/>
    <dgm:cxn modelId="{07D5A3C6-9944-4045-889F-506437F3562E}" type="presOf" srcId="{A26F2DD0-0745-41B9-80AB-05783F7DC3E0}" destId="{26DC6306-384F-49DF-B1AE-997807054B7D}" srcOrd="0" destOrd="0" presId="urn:microsoft.com/office/officeart/2005/8/layout/hierarchy4"/>
    <dgm:cxn modelId="{38A622D2-DECD-49E4-A016-ED31B17905AA}" srcId="{D6FF193D-B4FD-44F3-BEFE-B79E7B77521E}" destId="{362E8B56-1C01-42D4-A357-170632481D71}" srcOrd="0" destOrd="0" parTransId="{E50143EB-8813-4104-923F-DE30F9306232}" sibTransId="{5C731DC9-106B-49BD-A972-C3B5EFB399AE}"/>
    <dgm:cxn modelId="{57789EDD-71AB-4BF2-80FF-F66B3D140DC2}" type="presParOf" srcId="{EA2585BD-AA14-4094-B866-BBAAB7BB7AE1}" destId="{D316FBA3-3298-48EF-9FB1-052A46CA6612}" srcOrd="0" destOrd="0" presId="urn:microsoft.com/office/officeart/2005/8/layout/hierarchy4"/>
    <dgm:cxn modelId="{F41926E4-2B8D-49E6-AA2F-FA2E01720B60}" type="presParOf" srcId="{D316FBA3-3298-48EF-9FB1-052A46CA6612}" destId="{A8D8A4C6-FEB0-4A87-A334-293B4D7BBBFB}" srcOrd="0" destOrd="0" presId="urn:microsoft.com/office/officeart/2005/8/layout/hierarchy4"/>
    <dgm:cxn modelId="{0375F6F5-1602-4EDD-9309-725C7ABE98A5}" type="presParOf" srcId="{D316FBA3-3298-48EF-9FB1-052A46CA6612}" destId="{40E56208-36A6-407B-A465-AF779FB27C2A}" srcOrd="1" destOrd="0" presId="urn:microsoft.com/office/officeart/2005/8/layout/hierarchy4"/>
    <dgm:cxn modelId="{D64A824C-9392-4E4F-8E61-51BA8B503C8E}" type="presParOf" srcId="{D316FBA3-3298-48EF-9FB1-052A46CA6612}" destId="{4EDD5A1B-0B94-497A-91C5-ABB123FFCA2F}" srcOrd="2" destOrd="0" presId="urn:microsoft.com/office/officeart/2005/8/layout/hierarchy4"/>
    <dgm:cxn modelId="{A77476AF-5201-47E7-A03E-2EE8A9E467BF}" type="presParOf" srcId="{4EDD5A1B-0B94-497A-91C5-ABB123FFCA2F}" destId="{AE653AF5-2039-4103-B64C-1C2054FE8E09}" srcOrd="0" destOrd="0" presId="urn:microsoft.com/office/officeart/2005/8/layout/hierarchy4"/>
    <dgm:cxn modelId="{2418E5C2-D5CE-49DB-B81F-5584CB56A7DF}" type="presParOf" srcId="{AE653AF5-2039-4103-B64C-1C2054FE8E09}" destId="{85BA4EBE-40DD-49E3-8179-17BAB9B19929}" srcOrd="0" destOrd="0" presId="urn:microsoft.com/office/officeart/2005/8/layout/hierarchy4"/>
    <dgm:cxn modelId="{70DE1284-808C-4128-A23C-A1601BA11D3A}" type="presParOf" srcId="{AE653AF5-2039-4103-B64C-1C2054FE8E09}" destId="{F5F463B7-B850-45FD-A149-86BF2E5CA2ED}" srcOrd="1" destOrd="0" presId="urn:microsoft.com/office/officeart/2005/8/layout/hierarchy4"/>
    <dgm:cxn modelId="{6DBF3A7D-033A-46CD-B1B2-22688DE41A08}" type="presParOf" srcId="{AE653AF5-2039-4103-B64C-1C2054FE8E09}" destId="{1320EC24-8B90-4DE0-AD9D-4BE6454ACD1F}" srcOrd="2" destOrd="0" presId="urn:microsoft.com/office/officeart/2005/8/layout/hierarchy4"/>
    <dgm:cxn modelId="{40E01601-3E5F-4502-9A43-3996727CE70B}" type="presParOf" srcId="{1320EC24-8B90-4DE0-AD9D-4BE6454ACD1F}" destId="{D686B28F-C943-4022-9D07-4A7A597ADB9B}" srcOrd="0" destOrd="0" presId="urn:microsoft.com/office/officeart/2005/8/layout/hierarchy4"/>
    <dgm:cxn modelId="{3BE4A171-10AC-428A-A772-39A72E55E6E5}" type="presParOf" srcId="{D686B28F-C943-4022-9D07-4A7A597ADB9B}" destId="{3C12E824-0C53-421D-802A-309759068095}" srcOrd="0" destOrd="0" presId="urn:microsoft.com/office/officeart/2005/8/layout/hierarchy4"/>
    <dgm:cxn modelId="{7332108A-8807-42D7-98CC-965BC9141785}" type="presParOf" srcId="{D686B28F-C943-4022-9D07-4A7A597ADB9B}" destId="{77805F78-30C2-4804-B35D-2F64A6C9288D}" srcOrd="1" destOrd="0" presId="urn:microsoft.com/office/officeart/2005/8/layout/hierarchy4"/>
    <dgm:cxn modelId="{8A4A6214-DB1D-4E28-8ADA-E603ACA98A2E}" type="presParOf" srcId="{1320EC24-8B90-4DE0-AD9D-4BE6454ACD1F}" destId="{93D0332D-9939-4E96-B860-DDC0BC861AB5}" srcOrd="1" destOrd="0" presId="urn:microsoft.com/office/officeart/2005/8/layout/hierarchy4"/>
    <dgm:cxn modelId="{EB699C16-398C-4E2F-9889-A704373FAF6C}" type="presParOf" srcId="{1320EC24-8B90-4DE0-AD9D-4BE6454ACD1F}" destId="{AF10DBE1-7152-46A5-A561-AF95DD503099}" srcOrd="2" destOrd="0" presId="urn:microsoft.com/office/officeart/2005/8/layout/hierarchy4"/>
    <dgm:cxn modelId="{638656D5-7FC1-4042-A2A5-DDB4C62AB89F}" type="presParOf" srcId="{AF10DBE1-7152-46A5-A561-AF95DD503099}" destId="{26DC6306-384F-49DF-B1AE-997807054B7D}" srcOrd="0" destOrd="0" presId="urn:microsoft.com/office/officeart/2005/8/layout/hierarchy4"/>
    <dgm:cxn modelId="{AEFB42E8-A24F-4331-9408-0EF29B331F4D}" type="presParOf" srcId="{AF10DBE1-7152-46A5-A561-AF95DD503099}" destId="{2603E5E5-8B6B-4889-9F82-898200DC0E6A}" srcOrd="1" destOrd="0" presId="urn:microsoft.com/office/officeart/2005/8/layout/hierarchy4"/>
    <dgm:cxn modelId="{03E531C7-B347-41A5-A6CC-A43F2303DD05}" type="presParOf" srcId="{1320EC24-8B90-4DE0-AD9D-4BE6454ACD1F}" destId="{2475F0C2-09D0-4B49-8F01-22474781688A}" srcOrd="3" destOrd="0" presId="urn:microsoft.com/office/officeart/2005/8/layout/hierarchy4"/>
    <dgm:cxn modelId="{C96755CA-23B6-4182-98C1-64C181D280E1}" type="presParOf" srcId="{1320EC24-8B90-4DE0-AD9D-4BE6454ACD1F}" destId="{80166829-46C2-4D94-883A-FB727789FAB6}" srcOrd="4" destOrd="0" presId="urn:microsoft.com/office/officeart/2005/8/layout/hierarchy4"/>
    <dgm:cxn modelId="{3FB804BF-16DF-43B6-B5AD-0CC0A6334AC4}" type="presParOf" srcId="{80166829-46C2-4D94-883A-FB727789FAB6}" destId="{0F2C4A4C-1FFF-4E7A-9CA1-93CD175F94CA}" srcOrd="0" destOrd="0" presId="urn:microsoft.com/office/officeart/2005/8/layout/hierarchy4"/>
    <dgm:cxn modelId="{0273002A-79B4-4EBC-91C4-F48F8F68332B}" type="presParOf" srcId="{80166829-46C2-4D94-883A-FB727789FAB6}" destId="{20DF03E0-FA55-4BF0-92ED-A56D6D266CC0}"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BFB891-2905-4CA9-9F35-79A00B641B61}">
      <dsp:nvSpPr>
        <dsp:cNvPr id="0" name=""/>
        <dsp:cNvSpPr/>
      </dsp:nvSpPr>
      <dsp:spPr>
        <a:xfrm>
          <a:off x="862214" y="1043061"/>
          <a:ext cx="2234796" cy="2234796"/>
        </a:xfrm>
        <a:prstGeom prst="ellipse">
          <a:avLst/>
        </a:prstGeom>
        <a:solidFill>
          <a:schemeClr val="accent3">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b="1" kern="1200">
              <a:effectLst/>
            </a:rPr>
            <a:t>Kingdom SDK</a:t>
          </a:r>
        </a:p>
      </dsp:txBody>
      <dsp:txXfrm>
        <a:off x="1189492" y="1370339"/>
        <a:ext cx="1580240" cy="1580240"/>
      </dsp:txXfrm>
    </dsp:sp>
    <dsp:sp modelId="{F64B8895-A51E-4E0C-A858-BE4A49AC929E}">
      <dsp:nvSpPr>
        <dsp:cNvPr id="0" name=""/>
        <dsp:cNvSpPr/>
      </dsp:nvSpPr>
      <dsp:spPr>
        <a:xfrm>
          <a:off x="1420913" y="145572"/>
          <a:ext cx="1117398" cy="1117398"/>
        </a:xfrm>
        <a:prstGeom prst="ellipse">
          <a:avLst/>
        </a:prstGeom>
        <a:solidFill>
          <a:schemeClr val="accent3">
            <a:alpha val="50000"/>
            <a:hueOff val="310985"/>
            <a:satOff val="2592"/>
            <a:lumOff val="-3221"/>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a:effectLst/>
            </a:rPr>
            <a:t>IHSM </a:t>
          </a:r>
        </a:p>
        <a:p>
          <a:pPr marL="0" lvl="0" indent="0" algn="ctr" defTabSz="400050">
            <a:lnSpc>
              <a:spcPct val="90000"/>
            </a:lnSpc>
            <a:spcBef>
              <a:spcPct val="0"/>
            </a:spcBef>
            <a:spcAft>
              <a:spcPct val="35000"/>
            </a:spcAft>
            <a:buNone/>
          </a:pPr>
          <a:r>
            <a:rPr lang="en-US" sz="900" kern="1200">
              <a:effectLst/>
            </a:rPr>
            <a:t>Enterprise Data Management</a:t>
          </a:r>
        </a:p>
        <a:p>
          <a:pPr marL="0" lvl="0" indent="0" algn="ctr" defTabSz="400050">
            <a:lnSpc>
              <a:spcPct val="90000"/>
            </a:lnSpc>
            <a:spcBef>
              <a:spcPct val="0"/>
            </a:spcBef>
            <a:spcAft>
              <a:spcPct val="35000"/>
            </a:spcAft>
            <a:buNone/>
          </a:pPr>
          <a:r>
            <a:rPr lang="en-US" sz="900" kern="1200">
              <a:effectLst/>
            </a:rPr>
            <a:t>2018</a:t>
          </a:r>
        </a:p>
      </dsp:txBody>
      <dsp:txXfrm>
        <a:off x="1584552" y="309211"/>
        <a:ext cx="790120" cy="790120"/>
      </dsp:txXfrm>
    </dsp:sp>
    <dsp:sp modelId="{F7236BB4-FB31-4B50-B2F4-13FBE8020D10}">
      <dsp:nvSpPr>
        <dsp:cNvPr id="0" name=""/>
        <dsp:cNvSpPr/>
      </dsp:nvSpPr>
      <dsp:spPr>
        <a:xfrm>
          <a:off x="2559406" y="693842"/>
          <a:ext cx="1117398" cy="1117398"/>
        </a:xfrm>
        <a:prstGeom prst="ellipse">
          <a:avLst/>
        </a:prstGeom>
        <a:solidFill>
          <a:schemeClr val="accent3">
            <a:alpha val="50000"/>
            <a:hueOff val="621969"/>
            <a:satOff val="5184"/>
            <a:lumOff val="-6443"/>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a:effectLst/>
            </a:rPr>
            <a:t>Kingdom Petrophysics by Lloyds 2018 </a:t>
          </a:r>
        </a:p>
      </dsp:txBody>
      <dsp:txXfrm>
        <a:off x="2723045" y="857481"/>
        <a:ext cx="790120" cy="790120"/>
      </dsp:txXfrm>
    </dsp:sp>
    <dsp:sp modelId="{8A4C5CA2-F9E7-413D-9B72-BDF87E6C5A0F}">
      <dsp:nvSpPr>
        <dsp:cNvPr id="0" name=""/>
        <dsp:cNvSpPr/>
      </dsp:nvSpPr>
      <dsp:spPr>
        <a:xfrm>
          <a:off x="2840591" y="1925793"/>
          <a:ext cx="1117398" cy="1117398"/>
        </a:xfrm>
        <a:prstGeom prst="ellipse">
          <a:avLst/>
        </a:prstGeom>
        <a:solidFill>
          <a:schemeClr val="accent3">
            <a:alpha val="50000"/>
            <a:hueOff val="932954"/>
            <a:satOff val="7776"/>
            <a:lumOff val="-9664"/>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a:effectLst/>
            </a:rPr>
            <a:t>Analytics Plugin - Spotfire 2018</a:t>
          </a:r>
        </a:p>
      </dsp:txBody>
      <dsp:txXfrm>
        <a:off x="3004230" y="2089432"/>
        <a:ext cx="790120" cy="790120"/>
      </dsp:txXfrm>
    </dsp:sp>
    <dsp:sp modelId="{901AE9B7-2C88-4876-8BDB-FE6FB7B75C7D}">
      <dsp:nvSpPr>
        <dsp:cNvPr id="0" name=""/>
        <dsp:cNvSpPr/>
      </dsp:nvSpPr>
      <dsp:spPr>
        <a:xfrm>
          <a:off x="2052729" y="2913740"/>
          <a:ext cx="1117398" cy="1117398"/>
        </a:xfrm>
        <a:prstGeom prst="ellipse">
          <a:avLst/>
        </a:prstGeom>
        <a:solidFill>
          <a:schemeClr val="accent3">
            <a:alpha val="50000"/>
            <a:hueOff val="1243939"/>
            <a:satOff val="10367"/>
            <a:lumOff val="-12885"/>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a:effectLst/>
            </a:rPr>
            <a:t>Baker GE JewelSuite Links 2018</a:t>
          </a:r>
        </a:p>
      </dsp:txBody>
      <dsp:txXfrm>
        <a:off x="2216368" y="3077379"/>
        <a:ext cx="790120" cy="790120"/>
      </dsp:txXfrm>
    </dsp:sp>
    <dsp:sp modelId="{687AE931-DA77-4884-9985-66AB755B6633}">
      <dsp:nvSpPr>
        <dsp:cNvPr id="0" name=""/>
        <dsp:cNvSpPr/>
      </dsp:nvSpPr>
      <dsp:spPr>
        <a:xfrm>
          <a:off x="789096" y="2913740"/>
          <a:ext cx="1117398" cy="1117398"/>
        </a:xfrm>
        <a:prstGeom prst="ellipse">
          <a:avLst/>
        </a:prstGeom>
        <a:solidFill>
          <a:schemeClr val="accent3">
            <a:alpha val="50000"/>
            <a:hueOff val="1554924"/>
            <a:satOff val="12959"/>
            <a:lumOff val="-16106"/>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a:effectLst/>
            </a:rPr>
            <a:t>Kingdom Data Gateways, Open Spirit &amp; Petrel 2017</a:t>
          </a:r>
        </a:p>
      </dsp:txBody>
      <dsp:txXfrm>
        <a:off x="952735" y="3077379"/>
        <a:ext cx="790120" cy="790120"/>
      </dsp:txXfrm>
    </dsp:sp>
    <dsp:sp modelId="{A6DB580D-530A-42B0-9989-6B7E77C33BCF}">
      <dsp:nvSpPr>
        <dsp:cNvPr id="0" name=""/>
        <dsp:cNvSpPr/>
      </dsp:nvSpPr>
      <dsp:spPr>
        <a:xfrm>
          <a:off x="1234" y="1925793"/>
          <a:ext cx="1117398" cy="1117398"/>
        </a:xfrm>
        <a:prstGeom prst="ellipse">
          <a:avLst/>
        </a:prstGeom>
        <a:solidFill>
          <a:schemeClr val="accent3">
            <a:alpha val="50000"/>
            <a:hueOff val="1865908"/>
            <a:satOff val="15551"/>
            <a:lumOff val="-19328"/>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a:effectLst/>
            </a:rPr>
            <a:t>Kingdom Inversion &amp; VelPAK 2008</a:t>
          </a:r>
        </a:p>
      </dsp:txBody>
      <dsp:txXfrm>
        <a:off x="164873" y="2089432"/>
        <a:ext cx="790120" cy="790120"/>
      </dsp:txXfrm>
    </dsp:sp>
    <dsp:sp modelId="{6E9D3462-9F38-4D2E-AC66-A03EDE124C19}">
      <dsp:nvSpPr>
        <dsp:cNvPr id="0" name=""/>
        <dsp:cNvSpPr/>
      </dsp:nvSpPr>
      <dsp:spPr>
        <a:xfrm>
          <a:off x="282419" y="693842"/>
          <a:ext cx="1117398" cy="1117398"/>
        </a:xfrm>
        <a:prstGeom prst="ellipse">
          <a:avLst/>
        </a:prstGeom>
        <a:solidFill>
          <a:schemeClr val="accent3">
            <a:alpha val="50000"/>
            <a:hueOff val="2176893"/>
            <a:satOff val="18143"/>
            <a:lumOff val="-2254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a:effectLst/>
            </a:rPr>
            <a:t>Customer SDK 1.0 2018</a:t>
          </a:r>
        </a:p>
      </dsp:txBody>
      <dsp:txXfrm>
        <a:off x="446058" y="857481"/>
        <a:ext cx="790120" cy="7901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CA1AF3-99C4-42A0-B813-5478CC25F7D5}">
      <dsp:nvSpPr>
        <dsp:cNvPr id="0" name=""/>
        <dsp:cNvSpPr/>
      </dsp:nvSpPr>
      <dsp:spPr>
        <a:xfrm>
          <a:off x="1070221" y="207299"/>
          <a:ext cx="3882771" cy="1348435"/>
        </a:xfrm>
        <a:prstGeom prst="ellipse">
          <a:avLst/>
        </a:prstGeom>
        <a:solidFill>
          <a:schemeClr val="accent1">
            <a:tint val="50000"/>
            <a:alpha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40E54A-DF9B-4F38-A91F-DA4EE35D7A4B}">
      <dsp:nvSpPr>
        <dsp:cNvPr id="0" name=""/>
        <dsp:cNvSpPr/>
      </dsp:nvSpPr>
      <dsp:spPr>
        <a:xfrm>
          <a:off x="2666997" y="3232130"/>
          <a:ext cx="752475" cy="481584"/>
        </a:xfrm>
        <a:prstGeom prst="downArrow">
          <a:avLst/>
        </a:prstGeom>
        <a:solidFill>
          <a:schemeClr val="accent1">
            <a:tint val="55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 modelId="{157AF7ED-6216-4A8E-88E2-0B981E4E0894}">
      <dsp:nvSpPr>
        <dsp:cNvPr id="0" name=""/>
        <dsp:cNvSpPr/>
      </dsp:nvSpPr>
      <dsp:spPr>
        <a:xfrm>
          <a:off x="1783070" y="3881029"/>
          <a:ext cx="2484142" cy="1560901"/>
        </a:xfrm>
        <a:prstGeom prst="rect">
          <a:avLst/>
        </a:prstGeom>
        <a:solidFill>
          <a:schemeClr val="l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99568" tIns="99568" rIns="99568" bIns="99568" numCol="1" spcCol="1270" anchor="t" anchorCtr="1">
          <a:noAutofit/>
        </a:bodyPr>
        <a:lstStyle/>
        <a:p>
          <a:pPr marL="0" lvl="0" indent="0" algn="l" defTabSz="622300">
            <a:lnSpc>
              <a:spcPct val="90000"/>
            </a:lnSpc>
            <a:spcBef>
              <a:spcPct val="0"/>
            </a:spcBef>
            <a:spcAft>
              <a:spcPct val="35000"/>
            </a:spcAft>
            <a:buNone/>
          </a:pPr>
          <a:r>
            <a:rPr lang="en-US" sz="1400" b="1" kern="1200">
              <a:solidFill>
                <a:schemeClr val="tx1"/>
              </a:solidFill>
            </a:rPr>
            <a:t>Kingdom SDK 1.0</a:t>
          </a:r>
          <a:endParaRPr lang="en-US" sz="1100" b="1" kern="1200">
            <a:solidFill>
              <a:schemeClr val="tx1"/>
            </a:solidFill>
          </a:endParaRPr>
        </a:p>
        <a:p>
          <a:pPr marL="57150" lvl="1" indent="-57150" algn="l" defTabSz="488950">
            <a:lnSpc>
              <a:spcPct val="90000"/>
            </a:lnSpc>
            <a:spcBef>
              <a:spcPct val="0"/>
            </a:spcBef>
            <a:spcAft>
              <a:spcPct val="15000"/>
            </a:spcAft>
            <a:buChar char="•"/>
          </a:pPr>
          <a:r>
            <a:rPr lang="en-US" sz="1100" b="1" kern="1200">
              <a:solidFill>
                <a:schemeClr val="tx1"/>
              </a:solidFill>
            </a:rPr>
            <a:t>Launch 3rd Party Application</a:t>
          </a:r>
        </a:p>
        <a:p>
          <a:pPr marL="57150" lvl="1" indent="-57150" algn="l" defTabSz="488950">
            <a:lnSpc>
              <a:spcPct val="90000"/>
            </a:lnSpc>
            <a:spcBef>
              <a:spcPct val="0"/>
            </a:spcBef>
            <a:spcAft>
              <a:spcPct val="15000"/>
            </a:spcAft>
            <a:buChar char="•"/>
          </a:pPr>
          <a:r>
            <a:rPr lang="en-US" sz="1100" b="1" kern="1200">
              <a:solidFill>
                <a:schemeClr val="tx1"/>
              </a:solidFill>
            </a:rPr>
            <a:t>Well - Header, Directional surveys, Log data. Formation tops, Fault cuts, Interval data, Zone data</a:t>
          </a:r>
        </a:p>
        <a:p>
          <a:pPr marL="57150" lvl="1" indent="-57150" algn="l" defTabSz="488950">
            <a:lnSpc>
              <a:spcPct val="90000"/>
            </a:lnSpc>
            <a:spcBef>
              <a:spcPct val="0"/>
            </a:spcBef>
            <a:spcAft>
              <a:spcPct val="15000"/>
            </a:spcAft>
            <a:buChar char="•"/>
          </a:pPr>
          <a:r>
            <a:rPr lang="en-US" sz="1100" b="1" kern="1200">
              <a:solidFill>
                <a:schemeClr val="tx1"/>
              </a:solidFill>
            </a:rPr>
            <a:t>2D Seismic, Horizons, Wavelets</a:t>
          </a:r>
        </a:p>
        <a:p>
          <a:pPr marL="57150" lvl="1" indent="-57150" algn="l" defTabSz="488950">
            <a:lnSpc>
              <a:spcPct val="90000"/>
            </a:lnSpc>
            <a:spcBef>
              <a:spcPct val="0"/>
            </a:spcBef>
            <a:spcAft>
              <a:spcPct val="15000"/>
            </a:spcAft>
            <a:buChar char="•"/>
          </a:pPr>
          <a:r>
            <a:rPr lang="en-US" sz="1100" b="1" kern="1200">
              <a:solidFill>
                <a:schemeClr val="tx1"/>
              </a:solidFill>
            </a:rPr>
            <a:t>Application integration - Local Notifications</a:t>
          </a:r>
        </a:p>
      </dsp:txBody>
      <dsp:txXfrm>
        <a:off x="1783070" y="3881029"/>
        <a:ext cx="2484142" cy="1560901"/>
      </dsp:txXfrm>
    </dsp:sp>
    <dsp:sp modelId="{EA1F4EF2-54F2-489B-9F30-811AEF05D94D}">
      <dsp:nvSpPr>
        <dsp:cNvPr id="0" name=""/>
        <dsp:cNvSpPr/>
      </dsp:nvSpPr>
      <dsp:spPr>
        <a:xfrm>
          <a:off x="2514602" y="1987376"/>
          <a:ext cx="1164871" cy="1092327"/>
        </a:xfrm>
        <a:prstGeom prst="ellipse">
          <a:avLst/>
        </a:prstGeom>
        <a:solidFill>
          <a:schemeClr val="accent1">
            <a:shade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sz="1050" b="1" kern="1200"/>
            <a:t>Future </a:t>
          </a:r>
        </a:p>
        <a:p>
          <a:pPr marL="0" lvl="0" indent="0" algn="ctr" defTabSz="466725">
            <a:lnSpc>
              <a:spcPct val="90000"/>
            </a:lnSpc>
            <a:spcBef>
              <a:spcPct val="0"/>
            </a:spcBef>
            <a:spcAft>
              <a:spcPct val="35000"/>
            </a:spcAft>
            <a:buNone/>
          </a:pPr>
          <a:r>
            <a:rPr lang="en-US" sz="1050" b="1" kern="1200"/>
            <a:t>Versions of Kingdom SDK</a:t>
          </a:r>
        </a:p>
      </dsp:txBody>
      <dsp:txXfrm>
        <a:off x="2685193" y="2147344"/>
        <a:ext cx="823689" cy="772391"/>
      </dsp:txXfrm>
    </dsp:sp>
    <dsp:sp modelId="{4C7943D8-70AF-46BB-ACAC-08B5059D6571}">
      <dsp:nvSpPr>
        <dsp:cNvPr id="0" name=""/>
        <dsp:cNvSpPr/>
      </dsp:nvSpPr>
      <dsp:spPr>
        <a:xfrm>
          <a:off x="1524000" y="28018"/>
          <a:ext cx="1659248" cy="1553573"/>
        </a:xfrm>
        <a:prstGeom prst="ellipse">
          <a:avLst/>
        </a:prstGeom>
        <a:solidFill>
          <a:schemeClr val="accent1">
            <a:shade val="50000"/>
            <a:hueOff val="329011"/>
            <a:satOff val="-29221"/>
            <a:lumOff val="33423"/>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sz="1050" b="1" kern="1200">
              <a:effectLst>
                <a:outerShdw blurRad="38100" dist="38100" dir="2700000" algn="tl">
                  <a:srgbClr val="000000">
                    <a:alpha val="43137"/>
                  </a:srgbClr>
                </a:outerShdw>
              </a:effectLst>
            </a:rPr>
            <a:t>Additional Data Types </a:t>
          </a:r>
        </a:p>
        <a:p>
          <a:pPr marL="57150" lvl="1" indent="-57150" algn="ctr" defTabSz="400050">
            <a:lnSpc>
              <a:spcPct val="90000"/>
            </a:lnSpc>
            <a:spcBef>
              <a:spcPct val="0"/>
            </a:spcBef>
            <a:spcAft>
              <a:spcPct val="15000"/>
            </a:spcAft>
            <a:buChar char="•"/>
          </a:pPr>
          <a:r>
            <a:rPr lang="en-US" sz="900" b="1" kern="1200">
              <a:effectLst>
                <a:outerShdw blurRad="38100" dist="38100" dir="2700000" algn="tl">
                  <a:srgbClr val="000000">
                    <a:alpha val="43137"/>
                  </a:srgbClr>
                </a:outerShdw>
              </a:effectLst>
            </a:rPr>
            <a:t>Production, Completion</a:t>
          </a:r>
        </a:p>
        <a:p>
          <a:pPr marL="57150" lvl="1" indent="-57150" algn="ctr" defTabSz="400050">
            <a:lnSpc>
              <a:spcPct val="90000"/>
            </a:lnSpc>
            <a:spcBef>
              <a:spcPct val="0"/>
            </a:spcBef>
            <a:spcAft>
              <a:spcPct val="15000"/>
            </a:spcAft>
            <a:buChar char="•"/>
          </a:pPr>
          <a:r>
            <a:rPr lang="en-US" sz="900" b="1" kern="1200">
              <a:effectLst>
                <a:outerShdw blurRad="38100" dist="38100" dir="2700000" algn="tl">
                  <a:srgbClr val="000000">
                    <a:alpha val="43137"/>
                  </a:srgbClr>
                </a:outerShdw>
              </a:effectLst>
            </a:rPr>
            <a:t>3D Seismic, Horizons, Faults, Contours, Intervals</a:t>
          </a:r>
        </a:p>
      </dsp:txBody>
      <dsp:txXfrm>
        <a:off x="1766991" y="255533"/>
        <a:ext cx="1173266" cy="1098543"/>
      </dsp:txXfrm>
    </dsp:sp>
    <dsp:sp modelId="{CEDE32DA-225C-408C-8CDD-4EF16FB24CF5}">
      <dsp:nvSpPr>
        <dsp:cNvPr id="0" name=""/>
        <dsp:cNvSpPr/>
      </dsp:nvSpPr>
      <dsp:spPr>
        <a:xfrm>
          <a:off x="3124203" y="173435"/>
          <a:ext cx="1811637" cy="1668214"/>
        </a:xfrm>
        <a:prstGeom prst="ellipse">
          <a:avLst/>
        </a:prstGeom>
        <a:solidFill>
          <a:schemeClr val="accent1">
            <a:shade val="50000"/>
            <a:hueOff val="329011"/>
            <a:satOff val="-29221"/>
            <a:lumOff val="33423"/>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sz="1050" b="1" kern="1200">
              <a:effectLst>
                <a:outerShdw blurRad="38100" dist="38100" dir="2700000" algn="tl">
                  <a:srgbClr val="000000">
                    <a:alpha val="43137"/>
                  </a:srgbClr>
                </a:outerShdw>
              </a:effectLst>
            </a:rPr>
            <a:t>Extended UI</a:t>
          </a:r>
        </a:p>
        <a:p>
          <a:pPr marL="57150" lvl="1" indent="-57150" algn="ctr" defTabSz="400050">
            <a:lnSpc>
              <a:spcPct val="90000"/>
            </a:lnSpc>
            <a:spcBef>
              <a:spcPct val="0"/>
            </a:spcBef>
            <a:spcAft>
              <a:spcPct val="15000"/>
            </a:spcAft>
            <a:buChar char="•"/>
          </a:pPr>
          <a:r>
            <a:rPr lang="en-US" sz="900" b="1" kern="1200">
              <a:effectLst>
                <a:outerShdw blurRad="38100" dist="38100" dir="2700000" algn="tl">
                  <a:srgbClr val="000000">
                    <a:alpha val="43137"/>
                  </a:srgbClr>
                </a:outerShdw>
              </a:effectLst>
            </a:rPr>
            <a:t>Dynamic query/updates</a:t>
          </a:r>
        </a:p>
        <a:p>
          <a:pPr marL="57150" lvl="1" indent="-57150" algn="ctr" defTabSz="400050">
            <a:lnSpc>
              <a:spcPct val="90000"/>
            </a:lnSpc>
            <a:spcBef>
              <a:spcPct val="0"/>
            </a:spcBef>
            <a:spcAft>
              <a:spcPct val="15000"/>
            </a:spcAft>
            <a:buChar char="•"/>
          </a:pPr>
          <a:r>
            <a:rPr lang="en-US" sz="900" b="1" kern="1200">
              <a:effectLst>
                <a:outerShdw blurRad="38100" dist="38100" dir="2700000" algn="tl">
                  <a:srgbClr val="000000">
                    <a:alpha val="43137"/>
                  </a:srgbClr>
                </a:outerShdw>
              </a:effectLst>
            </a:rPr>
            <a:t>Notification Across Networks</a:t>
          </a:r>
        </a:p>
        <a:p>
          <a:pPr marL="57150" lvl="1" indent="-57150" algn="ctr" defTabSz="400050">
            <a:lnSpc>
              <a:spcPct val="90000"/>
            </a:lnSpc>
            <a:spcBef>
              <a:spcPct val="0"/>
            </a:spcBef>
            <a:spcAft>
              <a:spcPct val="15000"/>
            </a:spcAft>
            <a:buChar char="•"/>
          </a:pPr>
          <a:r>
            <a:rPr lang="en-US" sz="900" b="1" kern="1200">
              <a:effectLst>
                <a:outerShdw blurRad="38100" dist="38100" dir="2700000" algn="tl">
                  <a:srgbClr val="000000">
                    <a:alpha val="43137"/>
                  </a:srgbClr>
                </a:outerShdw>
              </a:effectLst>
            </a:rPr>
            <a:t>Multi-language Supports, Web Services</a:t>
          </a:r>
        </a:p>
      </dsp:txBody>
      <dsp:txXfrm>
        <a:off x="3389511" y="417739"/>
        <a:ext cx="1281021" cy="1179606"/>
      </dsp:txXfrm>
    </dsp:sp>
    <dsp:sp modelId="{F2A6C9E7-4090-4F0F-BA54-4B1D7FB7E9D4}">
      <dsp:nvSpPr>
        <dsp:cNvPr id="0" name=""/>
        <dsp:cNvSpPr/>
      </dsp:nvSpPr>
      <dsp:spPr>
        <a:xfrm>
          <a:off x="902969" y="0"/>
          <a:ext cx="4213860" cy="3371088"/>
        </a:xfrm>
        <a:prstGeom prst="funnel">
          <a:avLst/>
        </a:prstGeom>
        <a:gradFill flip="none" rotWithShape="1">
          <a:gsLst>
            <a:gs pos="0">
              <a:schemeClr val="accent1">
                <a:tint val="66000"/>
                <a:satMod val="160000"/>
              </a:schemeClr>
            </a:gs>
            <a:gs pos="50000">
              <a:schemeClr val="accent1">
                <a:tint val="44500"/>
                <a:satMod val="160000"/>
                <a:alpha val="0"/>
              </a:schemeClr>
            </a:gs>
            <a:gs pos="100000">
              <a:schemeClr val="accent1">
                <a:tint val="23500"/>
                <a:satMod val="160000"/>
              </a:schemeClr>
            </a:gs>
          </a:gsLst>
          <a:lin ang="2700000" scaled="1"/>
          <a:tileRect/>
        </a:gra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306D15-7240-4403-9205-E4D847EE687A}">
      <dsp:nvSpPr>
        <dsp:cNvPr id="0" name=""/>
        <dsp:cNvSpPr/>
      </dsp:nvSpPr>
      <dsp:spPr>
        <a:xfrm>
          <a:off x="106" y="0"/>
          <a:ext cx="1424843" cy="4648200"/>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rtl="0">
            <a:lnSpc>
              <a:spcPct val="90000"/>
            </a:lnSpc>
            <a:spcBef>
              <a:spcPct val="0"/>
            </a:spcBef>
            <a:spcAft>
              <a:spcPct val="35000"/>
            </a:spcAft>
            <a:buNone/>
          </a:pPr>
          <a:r>
            <a:rPr lang="en-US" sz="1600" kern="1200"/>
            <a:t>R&amp;D / Technology Departments </a:t>
          </a:r>
        </a:p>
      </dsp:txBody>
      <dsp:txXfrm>
        <a:off x="106" y="1859280"/>
        <a:ext cx="1424843" cy="1859280"/>
      </dsp:txXfrm>
    </dsp:sp>
    <dsp:sp modelId="{A583F383-A3A9-4D12-97D3-E2E992418D4D}">
      <dsp:nvSpPr>
        <dsp:cNvPr id="0" name=""/>
        <dsp:cNvSpPr/>
      </dsp:nvSpPr>
      <dsp:spPr>
        <a:xfrm>
          <a:off x="42852" y="278892"/>
          <a:ext cx="1339352" cy="1547850"/>
        </a:xfrm>
        <a:prstGeom prst="ellipse">
          <a:avLst/>
        </a:prstGeom>
        <a:blipFill>
          <a:blip xmlns:r="http://schemas.openxmlformats.org/officeDocument/2006/relationships" r:embed="rId1">
            <a:duotone>
              <a:schemeClr val="accent1">
                <a:shade val="45000"/>
                <a:satMod val="135000"/>
              </a:schemeClr>
              <a:prstClr val="white"/>
            </a:duotone>
            <a:extLst>
              <a:ext uri="{BEBA8EAE-BF5A-486C-A8C5-ECC9F3942E4B}">
                <a14:imgProps xmlns:a14="http://schemas.microsoft.com/office/drawing/2010/main">
                  <a14:imgLayer r:embed="rId2">
                    <a14:imgEffect>
                      <a14:sharpenSoften amount="-25000"/>
                    </a14:imgEffect>
                  </a14:imgLayer>
                </a14:imgProps>
              </a:ext>
              <a:ext uri="{28A0092B-C50C-407E-A947-70E740481C1C}">
                <a14:useLocalDpi xmlns:a14="http://schemas.microsoft.com/office/drawing/2010/main" val="0"/>
              </a:ext>
            </a:extLst>
          </a:blip>
          <a:srcRect/>
          <a:stretch>
            <a:fillRect/>
          </a:stretch>
        </a:blip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43418E86-94C4-4B4F-9792-A3DDCA3E80D7}">
      <dsp:nvSpPr>
        <dsp:cNvPr id="0" name=""/>
        <dsp:cNvSpPr/>
      </dsp:nvSpPr>
      <dsp:spPr>
        <a:xfrm>
          <a:off x="1467695" y="0"/>
          <a:ext cx="1424843" cy="4648200"/>
        </a:xfrm>
        <a:prstGeom prst="roundRect">
          <a:avLst>
            <a:gd name="adj" fmla="val 10000"/>
          </a:avLst>
        </a:prstGeom>
        <a:solidFill>
          <a:schemeClr val="accent3">
            <a:hueOff val="435379"/>
            <a:satOff val="3629"/>
            <a:lumOff val="-451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rtl="0">
            <a:lnSpc>
              <a:spcPct val="90000"/>
            </a:lnSpc>
            <a:spcBef>
              <a:spcPct val="0"/>
            </a:spcBef>
            <a:spcAft>
              <a:spcPct val="35000"/>
            </a:spcAft>
            <a:buNone/>
          </a:pPr>
          <a:r>
            <a:rPr lang="en-US" sz="1600" kern="1200"/>
            <a:t>IT Departments </a:t>
          </a:r>
        </a:p>
      </dsp:txBody>
      <dsp:txXfrm>
        <a:off x="1467695" y="1859280"/>
        <a:ext cx="1424843" cy="1859280"/>
      </dsp:txXfrm>
    </dsp:sp>
    <dsp:sp modelId="{7F281CB8-2C9C-4B2D-AC0A-0223D0326C61}">
      <dsp:nvSpPr>
        <dsp:cNvPr id="0" name=""/>
        <dsp:cNvSpPr/>
      </dsp:nvSpPr>
      <dsp:spPr>
        <a:xfrm>
          <a:off x="1510440" y="278892"/>
          <a:ext cx="1339352" cy="1547850"/>
        </a:xfrm>
        <a:prstGeom prst="ellipse">
          <a:avLst/>
        </a:prstGeom>
        <a:blipFill>
          <a:blip xmlns:r="http://schemas.openxmlformats.org/officeDocument/2006/relationships"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l="-7000" r="-7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4F24A72-EB59-4135-882D-7B9328AFF75A}">
      <dsp:nvSpPr>
        <dsp:cNvPr id="0" name=""/>
        <dsp:cNvSpPr/>
      </dsp:nvSpPr>
      <dsp:spPr>
        <a:xfrm>
          <a:off x="2935284" y="0"/>
          <a:ext cx="1424843" cy="4648200"/>
        </a:xfrm>
        <a:prstGeom prst="roundRect">
          <a:avLst>
            <a:gd name="adj" fmla="val 10000"/>
          </a:avLst>
        </a:prstGeom>
        <a:solidFill>
          <a:schemeClr val="accent3">
            <a:hueOff val="870757"/>
            <a:satOff val="7257"/>
            <a:lumOff val="-902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rtl="0">
            <a:lnSpc>
              <a:spcPct val="90000"/>
            </a:lnSpc>
            <a:spcBef>
              <a:spcPct val="0"/>
            </a:spcBef>
            <a:spcAft>
              <a:spcPct val="35000"/>
            </a:spcAft>
            <a:buNone/>
          </a:pPr>
          <a:r>
            <a:rPr lang="en-US" sz="1600" kern="1200"/>
            <a:t>Data Management Connectivity</a:t>
          </a:r>
        </a:p>
      </dsp:txBody>
      <dsp:txXfrm>
        <a:off x="2935284" y="1859280"/>
        <a:ext cx="1424843" cy="1859280"/>
      </dsp:txXfrm>
    </dsp:sp>
    <dsp:sp modelId="{1DE0AD75-95E9-40F5-A7B6-96AE88FD497A}">
      <dsp:nvSpPr>
        <dsp:cNvPr id="0" name=""/>
        <dsp:cNvSpPr/>
      </dsp:nvSpPr>
      <dsp:spPr>
        <a:xfrm>
          <a:off x="2978029" y="278892"/>
          <a:ext cx="1339352" cy="1547850"/>
        </a:xfrm>
        <a:prstGeom prst="ellipse">
          <a:avLst/>
        </a:prstGeom>
        <a:blipFill>
          <a:blip xmlns:r="http://schemas.openxmlformats.org/officeDocument/2006/relationships" r:embed="rId4">
            <a:duotone>
              <a:schemeClr val="accent1">
                <a:shade val="45000"/>
                <a:satMod val="135000"/>
              </a:schemeClr>
              <a:prstClr val="white"/>
            </a:duotone>
            <a:extLst>
              <a:ext uri="{BEBA8EAE-BF5A-486C-A8C5-ECC9F3942E4B}">
                <a14:imgProps xmlns:a14="http://schemas.microsoft.com/office/drawing/2010/main">
                  <a14:imgLayer r:embed="rId5">
                    <a14:imgEffect>
                      <a14:sharpenSoften amount="-25000"/>
                    </a14:imgEffect>
                  </a14:imgLayer>
                </a14:imgProps>
              </a:ext>
              <a:ext uri="{28A0092B-C50C-407E-A947-70E740481C1C}">
                <a14:useLocalDpi xmlns:a14="http://schemas.microsoft.com/office/drawing/2010/main" val="0"/>
              </a:ext>
            </a:extLst>
          </a:blip>
          <a:srcRect/>
          <a:stretch>
            <a:fillRect l="-11000" r="-1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793CE62-7A4F-4BC0-8194-22B63DA4CB6F}">
      <dsp:nvSpPr>
        <dsp:cNvPr id="0" name=""/>
        <dsp:cNvSpPr/>
      </dsp:nvSpPr>
      <dsp:spPr>
        <a:xfrm>
          <a:off x="4402872" y="0"/>
          <a:ext cx="1424843" cy="4648200"/>
        </a:xfrm>
        <a:prstGeom prst="roundRect">
          <a:avLst>
            <a:gd name="adj" fmla="val 10000"/>
          </a:avLst>
        </a:prstGeom>
        <a:solidFill>
          <a:schemeClr val="accent3">
            <a:hueOff val="1306136"/>
            <a:satOff val="10886"/>
            <a:lumOff val="-135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rtl="0">
            <a:lnSpc>
              <a:spcPct val="90000"/>
            </a:lnSpc>
            <a:spcBef>
              <a:spcPct val="0"/>
            </a:spcBef>
            <a:spcAft>
              <a:spcPct val="35000"/>
            </a:spcAft>
            <a:buNone/>
          </a:pPr>
          <a:r>
            <a:rPr lang="en-US" sz="1600" kern="1200"/>
            <a:t>Big Data Analytics</a:t>
          </a:r>
        </a:p>
      </dsp:txBody>
      <dsp:txXfrm>
        <a:off x="4402872" y="1859280"/>
        <a:ext cx="1424843" cy="1859280"/>
      </dsp:txXfrm>
    </dsp:sp>
    <dsp:sp modelId="{4E5BB042-BB1E-48B4-AB5B-2CC682BCBDFB}">
      <dsp:nvSpPr>
        <dsp:cNvPr id="0" name=""/>
        <dsp:cNvSpPr/>
      </dsp:nvSpPr>
      <dsp:spPr>
        <a:xfrm>
          <a:off x="4445617" y="278892"/>
          <a:ext cx="1339352" cy="1547850"/>
        </a:xfrm>
        <a:prstGeom prst="ellipse">
          <a:avLst/>
        </a:prstGeom>
        <a:blipFill>
          <a:blip xmlns:r="http://schemas.openxmlformats.org/officeDocument/2006/relationships" r:embed="rId6">
            <a:duotone>
              <a:schemeClr val="accent1">
                <a:shade val="45000"/>
                <a:satMod val="135000"/>
              </a:schemeClr>
              <a:prstClr val="white"/>
            </a:duotone>
            <a:extLst>
              <a:ext uri="{BEBA8EAE-BF5A-486C-A8C5-ECC9F3942E4B}">
                <a14:imgProps xmlns:a14="http://schemas.microsoft.com/office/drawing/2010/main">
                  <a14:imgLayer r:embed="rId7">
                    <a14:imgEffect>
                      <a14:sharpenSoften amount="-25000"/>
                    </a14:imgEffect>
                  </a14:imgLayer>
                </a14:imgProps>
              </a:ext>
              <a:ext uri="{28A0092B-C50C-407E-A947-70E740481C1C}">
                <a14:useLocalDpi xmlns:a14="http://schemas.microsoft.com/office/drawing/2010/main" val="0"/>
              </a:ext>
            </a:extLst>
          </a:blip>
          <a:srcRect/>
          <a:stretch>
            <a:fillRect l="-11000" r="-1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4464126-0B3E-4B0F-BFBF-A673A4985163}">
      <dsp:nvSpPr>
        <dsp:cNvPr id="0" name=""/>
        <dsp:cNvSpPr/>
      </dsp:nvSpPr>
      <dsp:spPr>
        <a:xfrm>
          <a:off x="5870461" y="0"/>
          <a:ext cx="1424843" cy="4648200"/>
        </a:xfrm>
        <a:prstGeom prst="roundRect">
          <a:avLst>
            <a:gd name="adj" fmla="val 10000"/>
          </a:avLst>
        </a:prstGeom>
        <a:solidFill>
          <a:schemeClr val="accent3">
            <a:hueOff val="1741515"/>
            <a:satOff val="14514"/>
            <a:lumOff val="-1803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rtl="0">
            <a:lnSpc>
              <a:spcPct val="90000"/>
            </a:lnSpc>
            <a:spcBef>
              <a:spcPct val="0"/>
            </a:spcBef>
            <a:spcAft>
              <a:spcPct val="35000"/>
            </a:spcAft>
            <a:buNone/>
          </a:pPr>
          <a:r>
            <a:rPr lang="en-US" sz="1600" kern="1200"/>
            <a:t>IHSM Components and Data</a:t>
          </a:r>
        </a:p>
      </dsp:txBody>
      <dsp:txXfrm>
        <a:off x="5870461" y="1859280"/>
        <a:ext cx="1424843" cy="1859280"/>
      </dsp:txXfrm>
    </dsp:sp>
    <dsp:sp modelId="{BEEE7245-F7FD-4F54-BC4B-F622ECBAA989}">
      <dsp:nvSpPr>
        <dsp:cNvPr id="0" name=""/>
        <dsp:cNvSpPr/>
      </dsp:nvSpPr>
      <dsp:spPr>
        <a:xfrm>
          <a:off x="5913206" y="278892"/>
          <a:ext cx="1339352" cy="1547850"/>
        </a:xfrm>
        <a:prstGeom prst="ellipse">
          <a:avLst/>
        </a:prstGeom>
        <a:blipFill>
          <a:blip xmlns:r="http://schemas.openxmlformats.org/officeDocument/2006/relationships" r:embed="rId8">
            <a:duotone>
              <a:schemeClr val="accent1">
                <a:shade val="45000"/>
                <a:satMod val="135000"/>
              </a:schemeClr>
              <a:prstClr val="white"/>
            </a:duotone>
            <a:extLst>
              <a:ext uri="{BEBA8EAE-BF5A-486C-A8C5-ECC9F3942E4B}">
                <a14:imgProps xmlns:a14="http://schemas.microsoft.com/office/drawing/2010/main">
                  <a14:imgLayer r:embed="rId9">
                    <a14:imgEffect>
                      <a14:sharpenSoften amount="-25000"/>
                    </a14:imgEffect>
                  </a14:imgLayer>
                </a14:imgProps>
              </a:ext>
              <a:ext uri="{28A0092B-C50C-407E-A947-70E740481C1C}">
                <a14:useLocalDpi xmlns:a14="http://schemas.microsoft.com/office/drawing/2010/main" val="0"/>
              </a:ext>
            </a:extLst>
          </a:blip>
          <a:srcRect/>
          <a:stretch>
            <a:fillRect l="-7000" r="-7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2DCF6B3-848D-41BA-B730-56D7C2B5CD49}">
      <dsp:nvSpPr>
        <dsp:cNvPr id="0" name=""/>
        <dsp:cNvSpPr/>
      </dsp:nvSpPr>
      <dsp:spPr>
        <a:xfrm>
          <a:off x="7338049" y="0"/>
          <a:ext cx="1424843" cy="4648200"/>
        </a:xfrm>
        <a:prstGeom prst="roundRect">
          <a:avLst>
            <a:gd name="adj" fmla="val 10000"/>
          </a:avLst>
        </a:prstGeom>
        <a:solidFill>
          <a:schemeClr val="accent3">
            <a:hueOff val="2176893"/>
            <a:satOff val="18143"/>
            <a:lumOff val="-2254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rtl="0">
            <a:lnSpc>
              <a:spcPct val="90000"/>
            </a:lnSpc>
            <a:spcBef>
              <a:spcPct val="0"/>
            </a:spcBef>
            <a:spcAft>
              <a:spcPct val="35000"/>
            </a:spcAft>
            <a:buNone/>
          </a:pPr>
          <a:r>
            <a:rPr lang="en-US" sz="1600" kern="1200"/>
            <a:t>Alliance Partners</a:t>
          </a:r>
        </a:p>
      </dsp:txBody>
      <dsp:txXfrm>
        <a:off x="7338049" y="1859280"/>
        <a:ext cx="1424843" cy="1859280"/>
      </dsp:txXfrm>
    </dsp:sp>
    <dsp:sp modelId="{5BC0CFCD-E5CF-4D00-9EC4-3ACB0C76952A}">
      <dsp:nvSpPr>
        <dsp:cNvPr id="0" name=""/>
        <dsp:cNvSpPr/>
      </dsp:nvSpPr>
      <dsp:spPr>
        <a:xfrm>
          <a:off x="7380795" y="278892"/>
          <a:ext cx="1339352" cy="1547850"/>
        </a:xfrm>
        <a:prstGeom prst="ellipse">
          <a:avLst/>
        </a:prstGeom>
        <a:blipFill>
          <a:blip xmlns:r="http://schemas.openxmlformats.org/officeDocument/2006/relationships" r:embed="rId10">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97A4FA3-0494-47CE-BC31-E79CB4FBCE9E}">
      <dsp:nvSpPr>
        <dsp:cNvPr id="0" name=""/>
        <dsp:cNvSpPr/>
      </dsp:nvSpPr>
      <dsp:spPr>
        <a:xfrm>
          <a:off x="350519" y="3718560"/>
          <a:ext cx="8061960" cy="697230"/>
        </a:xfrm>
        <a:prstGeom prst="leftRightArrow">
          <a:avLst/>
        </a:prstGeom>
        <a:solidFill>
          <a:schemeClr val="accent3">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D8A4C6-FEB0-4A87-A334-293B4D7BBBFB}">
      <dsp:nvSpPr>
        <dsp:cNvPr id="0" name=""/>
        <dsp:cNvSpPr/>
      </dsp:nvSpPr>
      <dsp:spPr>
        <a:xfrm>
          <a:off x="448" y="1575"/>
          <a:ext cx="8206477" cy="1344037"/>
        </a:xfrm>
        <a:prstGeom prst="roundRect">
          <a:avLst>
            <a:gd name="adj" fmla="val 10000"/>
          </a:avLst>
        </a:prstGeom>
        <a:gradFill rotWithShape="0">
          <a:gsLst>
            <a:gs pos="0">
              <a:schemeClr val="accent4">
                <a:shade val="80000"/>
                <a:hueOff val="0"/>
                <a:satOff val="0"/>
                <a:lumOff val="0"/>
                <a:alphaOff val="0"/>
                <a:satMod val="103000"/>
                <a:lumMod val="102000"/>
                <a:tint val="94000"/>
              </a:schemeClr>
            </a:gs>
            <a:gs pos="50000">
              <a:schemeClr val="accent4">
                <a:shade val="80000"/>
                <a:hueOff val="0"/>
                <a:satOff val="0"/>
                <a:lumOff val="0"/>
                <a:alphaOff val="0"/>
                <a:satMod val="110000"/>
                <a:lumMod val="100000"/>
                <a:shade val="100000"/>
              </a:schemeClr>
            </a:gs>
            <a:gs pos="100000">
              <a:schemeClr val="accent4">
                <a:shade val="8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a:t>Application </a:t>
          </a:r>
          <a:br>
            <a:rPr lang="en-US" sz="3800" kern="1200"/>
          </a:br>
          <a:r>
            <a:rPr lang="en-US" sz="3800" kern="1200"/>
            <a:t>(Kingdom, Third Party Apps)</a:t>
          </a:r>
        </a:p>
      </dsp:txBody>
      <dsp:txXfrm>
        <a:off x="39813" y="40940"/>
        <a:ext cx="8127747" cy="1265307"/>
      </dsp:txXfrm>
    </dsp:sp>
    <dsp:sp modelId="{85BA4EBE-40DD-49E3-8179-17BAB9B19929}">
      <dsp:nvSpPr>
        <dsp:cNvPr id="0" name=""/>
        <dsp:cNvSpPr/>
      </dsp:nvSpPr>
      <dsp:spPr>
        <a:xfrm>
          <a:off x="448" y="1488568"/>
          <a:ext cx="8206477" cy="1344037"/>
        </a:xfrm>
        <a:prstGeom prst="roundRect">
          <a:avLst>
            <a:gd name="adj" fmla="val 10000"/>
          </a:avLst>
        </a:prstGeom>
        <a:gradFill rotWithShape="0">
          <a:gsLst>
            <a:gs pos="0">
              <a:schemeClr val="accent4">
                <a:tint val="99000"/>
                <a:hueOff val="0"/>
                <a:satOff val="0"/>
                <a:lumOff val="0"/>
                <a:alphaOff val="0"/>
                <a:satMod val="103000"/>
                <a:lumMod val="102000"/>
                <a:tint val="94000"/>
              </a:schemeClr>
            </a:gs>
            <a:gs pos="50000">
              <a:schemeClr val="accent4">
                <a:tint val="99000"/>
                <a:hueOff val="0"/>
                <a:satOff val="0"/>
                <a:lumOff val="0"/>
                <a:alphaOff val="0"/>
                <a:satMod val="110000"/>
                <a:lumMod val="100000"/>
                <a:shade val="100000"/>
              </a:schemeClr>
            </a:gs>
            <a:gs pos="100000">
              <a:schemeClr val="accent4">
                <a:tint val="99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a:t>Data Access </a:t>
          </a:r>
          <a:br>
            <a:rPr lang="en-US" sz="3800" kern="1200"/>
          </a:br>
          <a:r>
            <a:rPr lang="en-US" sz="3800" kern="1200"/>
            <a:t>(SDK &amp; Others)</a:t>
          </a:r>
        </a:p>
      </dsp:txBody>
      <dsp:txXfrm>
        <a:off x="39813" y="1527933"/>
        <a:ext cx="8127747" cy="1265307"/>
      </dsp:txXfrm>
    </dsp:sp>
    <dsp:sp modelId="{3C12E824-0C53-421D-802A-309759068095}">
      <dsp:nvSpPr>
        <dsp:cNvPr id="0" name=""/>
        <dsp:cNvSpPr/>
      </dsp:nvSpPr>
      <dsp:spPr>
        <a:xfrm>
          <a:off x="448" y="2975561"/>
          <a:ext cx="2660984" cy="1344037"/>
        </a:xfrm>
        <a:prstGeom prst="roundRect">
          <a:avLst>
            <a:gd name="adj" fmla="val 10000"/>
          </a:avLst>
        </a:prstGeom>
        <a:gradFill rotWithShape="0">
          <a:gsLst>
            <a:gs pos="0">
              <a:schemeClr val="accent4">
                <a:tint val="80000"/>
                <a:hueOff val="0"/>
                <a:satOff val="0"/>
                <a:lumOff val="0"/>
                <a:alphaOff val="0"/>
                <a:satMod val="103000"/>
                <a:lumMod val="102000"/>
                <a:tint val="94000"/>
              </a:schemeClr>
            </a:gs>
            <a:gs pos="50000">
              <a:schemeClr val="accent4">
                <a:tint val="80000"/>
                <a:hueOff val="0"/>
                <a:satOff val="0"/>
                <a:lumOff val="0"/>
                <a:alphaOff val="0"/>
                <a:satMod val="110000"/>
                <a:lumMod val="100000"/>
                <a:shade val="100000"/>
              </a:schemeClr>
            </a:gs>
            <a:gs pos="100000">
              <a:schemeClr val="accent4">
                <a:tint val="8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Database </a:t>
          </a:r>
          <a:br>
            <a:rPr lang="en-US" sz="2200" kern="1200"/>
          </a:br>
          <a:r>
            <a:rPr lang="en-US" sz="2200" kern="1200"/>
            <a:t>(Auto SSE, SQL Server, Oracle)</a:t>
          </a:r>
        </a:p>
      </dsp:txBody>
      <dsp:txXfrm>
        <a:off x="39813" y="3014926"/>
        <a:ext cx="2582254" cy="1265307"/>
      </dsp:txXfrm>
    </dsp:sp>
    <dsp:sp modelId="{26DC6306-384F-49DF-B1AE-997807054B7D}">
      <dsp:nvSpPr>
        <dsp:cNvPr id="0" name=""/>
        <dsp:cNvSpPr/>
      </dsp:nvSpPr>
      <dsp:spPr>
        <a:xfrm>
          <a:off x="2773195" y="2975561"/>
          <a:ext cx="2660984" cy="1344037"/>
        </a:xfrm>
        <a:prstGeom prst="roundRect">
          <a:avLst>
            <a:gd name="adj" fmla="val 10000"/>
          </a:avLst>
        </a:prstGeom>
        <a:gradFill rotWithShape="0">
          <a:gsLst>
            <a:gs pos="0">
              <a:schemeClr val="accent4">
                <a:tint val="80000"/>
                <a:hueOff val="0"/>
                <a:satOff val="0"/>
                <a:lumOff val="0"/>
                <a:alphaOff val="0"/>
                <a:satMod val="103000"/>
                <a:lumMod val="102000"/>
                <a:tint val="94000"/>
              </a:schemeClr>
            </a:gs>
            <a:gs pos="50000">
              <a:schemeClr val="accent4">
                <a:tint val="80000"/>
                <a:hueOff val="0"/>
                <a:satOff val="0"/>
                <a:lumOff val="0"/>
                <a:alphaOff val="0"/>
                <a:satMod val="110000"/>
                <a:lumMod val="100000"/>
                <a:shade val="100000"/>
              </a:schemeClr>
            </a:gs>
            <a:gs pos="100000">
              <a:schemeClr val="accent4">
                <a:tint val="8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Project Files </a:t>
          </a:r>
          <a:br>
            <a:rPr lang="en-US" sz="2200" kern="1200"/>
          </a:br>
          <a:r>
            <a:rPr lang="en-US" sz="2200" kern="1200"/>
            <a:t>(Seismic, Horizons, Grids, Faults, etc.)</a:t>
          </a:r>
        </a:p>
      </dsp:txBody>
      <dsp:txXfrm>
        <a:off x="2812560" y="3014926"/>
        <a:ext cx="2582254" cy="1265307"/>
      </dsp:txXfrm>
    </dsp:sp>
    <dsp:sp modelId="{0F2C4A4C-1FFF-4E7A-9CA1-93CD175F94CA}">
      <dsp:nvSpPr>
        <dsp:cNvPr id="0" name=""/>
        <dsp:cNvSpPr/>
      </dsp:nvSpPr>
      <dsp:spPr>
        <a:xfrm>
          <a:off x="5545941" y="2975561"/>
          <a:ext cx="2660984" cy="1344037"/>
        </a:xfrm>
        <a:prstGeom prst="roundRect">
          <a:avLst>
            <a:gd name="adj" fmla="val 10000"/>
          </a:avLst>
        </a:prstGeom>
        <a:gradFill rotWithShape="0">
          <a:gsLst>
            <a:gs pos="0">
              <a:schemeClr val="accent4">
                <a:tint val="80000"/>
                <a:hueOff val="0"/>
                <a:satOff val="0"/>
                <a:lumOff val="0"/>
                <a:alphaOff val="0"/>
                <a:satMod val="103000"/>
                <a:lumMod val="102000"/>
                <a:tint val="94000"/>
              </a:schemeClr>
            </a:gs>
            <a:gs pos="50000">
              <a:schemeClr val="accent4">
                <a:tint val="80000"/>
                <a:hueOff val="0"/>
                <a:satOff val="0"/>
                <a:lumOff val="0"/>
                <a:alphaOff val="0"/>
                <a:satMod val="110000"/>
                <a:lumMod val="100000"/>
                <a:shade val="100000"/>
              </a:schemeClr>
            </a:gs>
            <a:gs pos="100000">
              <a:schemeClr val="accent4">
                <a:tint val="8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Metadata</a:t>
          </a:r>
        </a:p>
      </dsp:txBody>
      <dsp:txXfrm>
        <a:off x="5585306" y="3014926"/>
        <a:ext cx="2582254" cy="1265307"/>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3.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771D080-37A6-F24B-B78D-17FAB3D256E5}" type="datetimeFigureOut">
              <a:rPr lang="en-US" smtClean="0"/>
              <a:t>8/13/2025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0039FC-807A-074E-B68E-D1B8732431AA}" type="slidenum">
              <a:rPr lang="en-US" smtClean="0"/>
              <a:t>‹#›</a:t>
            </a:fld>
            <a:endParaRPr lang="en-US"/>
          </a:p>
        </p:txBody>
      </p:sp>
    </p:spTree>
    <p:extLst>
      <p:ext uri="{BB962C8B-B14F-4D97-AF65-F5344CB8AC3E}">
        <p14:creationId xmlns:p14="http://schemas.microsoft.com/office/powerpoint/2010/main" val="5689731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2484F9-5844-A041-990A-4DB2EC6CDB70}" type="datetimeFigureOut">
              <a:rPr lang="en-US" smtClean="0"/>
              <a:t>8/13/2025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4D0A5C-6B8D-8740-ACDD-A40F7FCA9420}" type="slidenum">
              <a:rPr lang="en-US" smtClean="0"/>
              <a:t>‹#›</a:t>
            </a:fld>
            <a:endParaRPr lang="en-US"/>
          </a:p>
        </p:txBody>
      </p:sp>
    </p:spTree>
    <p:extLst>
      <p:ext uri="{BB962C8B-B14F-4D97-AF65-F5344CB8AC3E}">
        <p14:creationId xmlns:p14="http://schemas.microsoft.com/office/powerpoint/2010/main" val="168839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The Kingdom SDK also:</a:t>
            </a:r>
          </a:p>
          <a:p>
            <a:endParaRPr lang="en-US" sz="1200"/>
          </a:p>
          <a:p>
            <a:r>
              <a:rPr lang="en-US" sz="1200"/>
              <a:t>Delivers a gateway to the power of big data analytics</a:t>
            </a:r>
          </a:p>
          <a:p>
            <a:r>
              <a:rPr lang="en-US" sz="1200"/>
              <a:t>Facilitates IHSM common components </a:t>
            </a:r>
          </a:p>
          <a:p>
            <a:r>
              <a:rPr lang="en-US" sz="1200"/>
              <a:t>Expands custom data connectivity and database management options</a:t>
            </a:r>
          </a:p>
          <a:p>
            <a:endParaRPr lang="en-US"/>
          </a:p>
        </p:txBody>
      </p:sp>
      <p:sp>
        <p:nvSpPr>
          <p:cNvPr id="4" name="Slide Number Placeholder 3"/>
          <p:cNvSpPr>
            <a:spLocks noGrp="1"/>
          </p:cNvSpPr>
          <p:nvPr>
            <p:ph type="sldNum" sz="quarter" idx="10"/>
          </p:nvPr>
        </p:nvSpPr>
        <p:spPr/>
        <p:txBody>
          <a:bodyPr/>
          <a:lstStyle/>
          <a:p>
            <a:fld id="{894D0A5C-6B8D-8740-ACDD-A40F7FCA9420}" type="slidenum">
              <a:rPr lang="en-US" smtClean="0"/>
              <a:t>2</a:t>
            </a:fld>
            <a:endParaRPr lang="en-US"/>
          </a:p>
        </p:txBody>
      </p:sp>
    </p:spTree>
    <p:extLst>
      <p:ext uri="{BB962C8B-B14F-4D97-AF65-F5344CB8AC3E}">
        <p14:creationId xmlns:p14="http://schemas.microsoft.com/office/powerpoint/2010/main" val="3108614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Plan for the first release of commercial SDK </a:t>
            </a:r>
            <a:r>
              <a:rPr lang="en-US" sz="1200"/>
              <a:t>(released the same time with Kingdom 2018 and targeting Kingdom 2018)</a:t>
            </a:r>
          </a:p>
          <a:p>
            <a:r>
              <a:rPr lang="en-US" sz="1200"/>
              <a:t> </a:t>
            </a:r>
          </a:p>
          <a:p>
            <a:r>
              <a:rPr lang="en-US" sz="1200"/>
              <a:t>The end product of the commercial SDK will be a file package that can be downloaded separately from the Kingdom application. The package will contain a number of DLLs and supporting files that need to be added to 3rd party project references. Getting started documentation, Kingdom object models, and sample projects will also be included in the package. Developers will be able to develop new applications or integrate existing applications to read, write, update and delete Kingdom project data using the SDK, with or without a Kingdom installation. The SDK is targeting .NET Framework 4.6.1.</a:t>
            </a:r>
          </a:p>
          <a:p>
            <a:r>
              <a:rPr lang="en-US" sz="1200"/>
              <a:t> </a:t>
            </a:r>
          </a:p>
          <a:p>
            <a:r>
              <a:rPr lang="en-US" sz="1200"/>
              <a:t>There are some data model operations that are not supported yet: </a:t>
            </a:r>
          </a:p>
          <a:p>
            <a:r>
              <a:rPr lang="en-US" sz="1200"/>
              <a:t>-          Read/Write Seismic Volumes. SegY 2D is supported by SDK</a:t>
            </a:r>
          </a:p>
          <a:p>
            <a:r>
              <a:rPr lang="en-US" sz="1200"/>
              <a:t>-          Write Horizon</a:t>
            </a:r>
          </a:p>
          <a:p>
            <a:r>
              <a:rPr lang="en-US" sz="1200"/>
              <a:t>-          Write Faults segments</a:t>
            </a:r>
          </a:p>
          <a:p>
            <a:r>
              <a:rPr lang="en-US" sz="1200"/>
              <a:t>-          Write Faults Polygon, generated Surfaces</a:t>
            </a:r>
          </a:p>
          <a:p>
            <a:r>
              <a:rPr lang="en-US" sz="1200"/>
              <a:t>-          Write Contours</a:t>
            </a:r>
          </a:p>
          <a:p>
            <a:r>
              <a:rPr lang="en-US" sz="1200"/>
              <a:t>-          Write Polygon (data structure is planned to be revised in the future). It is currently an ASCII file in the project directory</a:t>
            </a:r>
          </a:p>
          <a:p>
            <a:r>
              <a:rPr lang="en-US" sz="1200"/>
              <a:t>-          Read/Write Wavelets (partially writing to blob)</a:t>
            </a:r>
          </a:p>
          <a:p>
            <a:r>
              <a:rPr lang="en-US" sz="1200"/>
              <a:t> </a:t>
            </a:r>
          </a:p>
          <a:p>
            <a:r>
              <a:rPr lang="en-US" sz="1200"/>
              <a:t>We also might make some changes to support IP integration.</a:t>
            </a:r>
          </a:p>
          <a:p>
            <a:r>
              <a:rPr lang="en-US" sz="1200"/>
              <a:t> </a:t>
            </a:r>
          </a:p>
          <a:p>
            <a:r>
              <a:rPr lang="en-US" sz="1200" b="1"/>
              <a:t>Future releases</a:t>
            </a:r>
            <a:endParaRPr lang="en-US" sz="1200"/>
          </a:p>
          <a:p>
            <a:r>
              <a:rPr lang="en-US" sz="1200"/>
              <a:t> </a:t>
            </a:r>
          </a:p>
          <a:p>
            <a:r>
              <a:rPr lang="en-US" sz="1200"/>
              <a:t>There are a few different things that we talked about for future releases but they are not prioritized yet. I think It is something we need to discuss in a bit more details: </a:t>
            </a:r>
          </a:p>
          <a:p>
            <a:r>
              <a:rPr lang="en-US" sz="1200"/>
              <a:t> </a:t>
            </a:r>
          </a:p>
          <a:p>
            <a:r>
              <a:rPr lang="en-US" sz="1200"/>
              <a:t>-          Supporting Seismic Data; Liem did some work before to wrap the original C++ Kingdom Seismic DevKit so it can be consumed by .NET code. That would be a quicker approach than rewriting them in .NET / C#.</a:t>
            </a:r>
          </a:p>
          <a:p>
            <a:r>
              <a:rPr lang="en-US" sz="1200"/>
              <a:t>-          Write Horizon</a:t>
            </a:r>
          </a:p>
          <a:p>
            <a:r>
              <a:rPr lang="en-US" sz="1200"/>
              <a:t>-          Write Faults</a:t>
            </a:r>
          </a:p>
          <a:p>
            <a:r>
              <a:rPr lang="en-US" sz="1200"/>
              <a:t>-          Data changed notification across networks  – possibly based on a known messaging queue system such as RabbitMQ or MSMQ </a:t>
            </a:r>
          </a:p>
          <a:p>
            <a:r>
              <a:rPr lang="en-US" sz="1200"/>
              <a:t>-          Support of other languages, i.e. Python</a:t>
            </a:r>
          </a:p>
          <a:p>
            <a:r>
              <a:rPr lang="en-US" sz="1200"/>
              <a:t>-          Web services</a:t>
            </a:r>
          </a:p>
          <a:p>
            <a:endParaRPr lang="en-US"/>
          </a:p>
        </p:txBody>
      </p:sp>
      <p:sp>
        <p:nvSpPr>
          <p:cNvPr id="4" name="Slide Number Placeholder 3"/>
          <p:cNvSpPr>
            <a:spLocks noGrp="1"/>
          </p:cNvSpPr>
          <p:nvPr>
            <p:ph type="sldNum" sz="quarter" idx="10"/>
          </p:nvPr>
        </p:nvSpPr>
        <p:spPr/>
        <p:txBody>
          <a:bodyPr/>
          <a:lstStyle/>
          <a:p>
            <a:fld id="{894D0A5C-6B8D-8740-ACDD-A40F7FCA9420}" type="slidenum">
              <a:rPr lang="en-US" smtClean="0"/>
              <a:t>3</a:t>
            </a:fld>
            <a:endParaRPr lang="en-US"/>
          </a:p>
        </p:txBody>
      </p:sp>
    </p:spTree>
    <p:extLst>
      <p:ext uri="{BB962C8B-B14F-4D97-AF65-F5344CB8AC3E}">
        <p14:creationId xmlns:p14="http://schemas.microsoft.com/office/powerpoint/2010/main" val="3035855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94D0A5C-6B8D-8740-ACDD-A40F7FCA9420}" type="slidenum">
              <a:rPr lang="en-US" smtClean="0"/>
              <a:t>4</a:t>
            </a:fld>
            <a:endParaRPr lang="en-US"/>
          </a:p>
        </p:txBody>
      </p:sp>
    </p:spTree>
    <p:extLst>
      <p:ext uri="{BB962C8B-B14F-4D97-AF65-F5344CB8AC3E}">
        <p14:creationId xmlns:p14="http://schemas.microsoft.com/office/powerpoint/2010/main" val="4178051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API is an interface that allows software to interact with another software. It defines a set of rules or contracts that need to be followed so they can communicate with each other. It contains data types, methods signature,  and so on.</a:t>
            </a:r>
          </a:p>
          <a:p>
            <a:endParaRPr lang="en-US"/>
          </a:p>
          <a:p>
            <a:r>
              <a:rPr lang="en-US"/>
              <a:t>SDK is a kit, and it includes tools, libraries, documentation, sample codes, best guidelines. </a:t>
            </a:r>
          </a:p>
          <a:p>
            <a:endParaRPr lang="en-US"/>
          </a:p>
          <a:p>
            <a:r>
              <a:rPr lang="en-US"/>
              <a:t>So API is the building block that allows to interact but SDK is the complete solution </a:t>
            </a:r>
          </a:p>
        </p:txBody>
      </p:sp>
      <p:sp>
        <p:nvSpPr>
          <p:cNvPr id="4" name="Slide Number Placeholder 3"/>
          <p:cNvSpPr>
            <a:spLocks noGrp="1"/>
          </p:cNvSpPr>
          <p:nvPr>
            <p:ph type="sldNum" sz="quarter" idx="10"/>
          </p:nvPr>
        </p:nvSpPr>
        <p:spPr/>
        <p:txBody>
          <a:bodyPr/>
          <a:lstStyle/>
          <a:p>
            <a:fld id="{894D0A5C-6B8D-8740-ACDD-A40F7FCA9420}" type="slidenum">
              <a:rPr lang="en-US" smtClean="0"/>
              <a:t>5</a:t>
            </a:fld>
            <a:endParaRPr lang="en-US"/>
          </a:p>
        </p:txBody>
      </p:sp>
    </p:spTree>
    <p:extLst>
      <p:ext uri="{BB962C8B-B14F-4D97-AF65-F5344CB8AC3E}">
        <p14:creationId xmlns:p14="http://schemas.microsoft.com/office/powerpoint/2010/main" val="3290455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94D0A5C-6B8D-8740-ACDD-A40F7FCA9420}" type="slidenum">
              <a:rPr lang="en-US" smtClean="0"/>
              <a:t>6</a:t>
            </a:fld>
            <a:endParaRPr lang="en-US"/>
          </a:p>
        </p:txBody>
      </p:sp>
    </p:spTree>
    <p:extLst>
      <p:ext uri="{BB962C8B-B14F-4D97-AF65-F5344CB8AC3E}">
        <p14:creationId xmlns:p14="http://schemas.microsoft.com/office/powerpoint/2010/main" val="3159150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Stand-alone (Kingdom Installation not required)</a:t>
            </a:r>
          </a:p>
          <a:p>
            <a:endParaRPr lang="en-US"/>
          </a:p>
          <a:p>
            <a:r>
              <a:rPr lang="en-US"/>
              <a:t>Data Access / CRUD Data validation</a:t>
            </a:r>
          </a:p>
          <a:p>
            <a:endParaRPr lang="en-US"/>
          </a:p>
          <a:p>
            <a:r>
              <a:rPr lang="en-US"/>
              <a:t>License checked out when connecting to Kingdom Project</a:t>
            </a:r>
          </a:p>
          <a:p>
            <a:endParaRPr lang="en-US"/>
          </a:p>
          <a:p>
            <a:r>
              <a:rPr lang="en-US"/>
              <a:t>Database – Packed Data , Complicate schema</a:t>
            </a:r>
          </a:p>
          <a:p>
            <a:r>
              <a:rPr lang="en-US"/>
              <a:t>Project Files - </a:t>
            </a:r>
          </a:p>
        </p:txBody>
      </p:sp>
      <p:sp>
        <p:nvSpPr>
          <p:cNvPr id="4" name="Slide Number Placeholder 3"/>
          <p:cNvSpPr>
            <a:spLocks noGrp="1"/>
          </p:cNvSpPr>
          <p:nvPr>
            <p:ph type="sldNum" sz="quarter" idx="10"/>
          </p:nvPr>
        </p:nvSpPr>
        <p:spPr/>
        <p:txBody>
          <a:bodyPr/>
          <a:lstStyle/>
          <a:p>
            <a:fld id="{894D0A5C-6B8D-8740-ACDD-A40F7FCA9420}" type="slidenum">
              <a:rPr lang="en-US" smtClean="0"/>
              <a:t>7</a:t>
            </a:fld>
            <a:endParaRPr lang="en-US"/>
          </a:p>
        </p:txBody>
      </p:sp>
    </p:spTree>
    <p:extLst>
      <p:ext uri="{BB962C8B-B14F-4D97-AF65-F5344CB8AC3E}">
        <p14:creationId xmlns:p14="http://schemas.microsoft.com/office/powerpoint/2010/main" val="32953652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(Auto SSE, SQL Server, Oracle)</a:t>
            </a:r>
          </a:p>
          <a:p>
            <a:r>
              <a:rPr lang="en-US" sz="1200"/>
              <a:t>(Create Read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 (i.e. MD to TVD, Subsea to TVD)</a:t>
            </a:r>
          </a:p>
          <a:p>
            <a:r>
              <a:rPr lang="en-US" sz="1200"/>
              <a:t>Get Formation Top Author Priority / Aliasing / Strat Column</a:t>
            </a:r>
          </a:p>
          <a:p>
            <a:r>
              <a:rPr lang="en-US" sz="1200"/>
              <a:t>Get Log Alias</a:t>
            </a:r>
          </a:p>
          <a:p>
            <a:r>
              <a:rPr lang="en-US" sz="1200"/>
              <a:t>Get Well Subsets / Queries </a:t>
            </a:r>
          </a:p>
          <a:p>
            <a:r>
              <a:rPr lang="en-US" sz="1200"/>
              <a:t>Get Coordinate System Information</a:t>
            </a:r>
          </a:p>
          <a:p>
            <a:r>
              <a:rPr lang="en-US" sz="1200"/>
              <a:t>Depth Conversion</a:t>
            </a:r>
          </a:p>
          <a:p>
            <a:endParaRPr lang="en-US"/>
          </a:p>
        </p:txBody>
      </p:sp>
      <p:sp>
        <p:nvSpPr>
          <p:cNvPr id="4" name="Slide Number Placeholder 3"/>
          <p:cNvSpPr>
            <a:spLocks noGrp="1"/>
          </p:cNvSpPr>
          <p:nvPr>
            <p:ph type="sldNum" sz="quarter" idx="10"/>
          </p:nvPr>
        </p:nvSpPr>
        <p:spPr/>
        <p:txBody>
          <a:bodyPr/>
          <a:lstStyle/>
          <a:p>
            <a:fld id="{894D0A5C-6B8D-8740-ACDD-A40F7FCA9420}" type="slidenum">
              <a:rPr lang="en-US" smtClean="0"/>
              <a:t>8</a:t>
            </a:fld>
            <a:endParaRPr lang="en-US"/>
          </a:p>
        </p:txBody>
      </p:sp>
    </p:spTree>
    <p:extLst>
      <p:ext uri="{BB962C8B-B14F-4D97-AF65-F5344CB8AC3E}">
        <p14:creationId xmlns:p14="http://schemas.microsoft.com/office/powerpoint/2010/main" val="18056840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94D0A5C-6B8D-8740-ACDD-A40F7FCA9420}" type="slidenum">
              <a:rPr lang="en-US" smtClean="0"/>
              <a:t>11</a:t>
            </a:fld>
            <a:endParaRPr lang="en-US"/>
          </a:p>
        </p:txBody>
      </p:sp>
    </p:spTree>
    <p:extLst>
      <p:ext uri="{BB962C8B-B14F-4D97-AF65-F5344CB8AC3E}">
        <p14:creationId xmlns:p14="http://schemas.microsoft.com/office/powerpoint/2010/main" val="8007418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Since it’s a .NET, it will work only in Windows OS and it supports C#, VB.NET or C++ languages.</a:t>
            </a:r>
          </a:p>
          <a:p>
            <a:endParaRPr lang="en-US"/>
          </a:p>
          <a:p>
            <a:r>
              <a:rPr lang="en-US"/>
              <a:t>Entity Framework 6 is required to run SDK and comes</a:t>
            </a:r>
          </a:p>
        </p:txBody>
      </p:sp>
      <p:sp>
        <p:nvSpPr>
          <p:cNvPr id="4" name="Slide Number Placeholder 3"/>
          <p:cNvSpPr>
            <a:spLocks noGrp="1"/>
          </p:cNvSpPr>
          <p:nvPr>
            <p:ph type="sldNum" sz="quarter" idx="10"/>
          </p:nvPr>
        </p:nvSpPr>
        <p:spPr/>
        <p:txBody>
          <a:bodyPr/>
          <a:lstStyle/>
          <a:p>
            <a:fld id="{894D0A5C-6B8D-8740-ACDD-A40F7FCA9420}" type="slidenum">
              <a:rPr lang="en-US" smtClean="0"/>
              <a:t>13</a:t>
            </a:fld>
            <a:endParaRPr lang="en-US"/>
          </a:p>
        </p:txBody>
      </p:sp>
    </p:spTree>
    <p:extLst>
      <p:ext uri="{BB962C8B-B14F-4D97-AF65-F5344CB8AC3E}">
        <p14:creationId xmlns:p14="http://schemas.microsoft.com/office/powerpoint/2010/main" val="42423150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Assemblies – a number of .NET and also some c++ for legacy data access and licesing</a:t>
            </a:r>
          </a:p>
          <a:p>
            <a:r>
              <a:rPr lang="en-US"/>
              <a:t> </a:t>
            </a:r>
          </a:p>
          <a:p>
            <a:r>
              <a:rPr lang="en-US"/>
              <a:t>Utilities – License Initialization and Activation</a:t>
            </a:r>
          </a:p>
          <a:p>
            <a:endParaRPr lang="en-US"/>
          </a:p>
          <a:p>
            <a:r>
              <a:rPr lang="en-US"/>
              <a:t>Sample Code – a project called Kingdom Data transfer which basically open a Kingdom project, lists various data types, i.e. Boreholes, borehole data, like fault cuts, control points, and then</a:t>
            </a:r>
          </a:p>
          <a:p>
            <a:endParaRPr lang="en-US"/>
          </a:p>
          <a:p>
            <a:r>
              <a:rPr lang="en-US"/>
              <a:t>Mentoring – I would definitely take advtange of this because we provide training on the general guidelines of SDK programming. </a:t>
            </a:r>
          </a:p>
          <a:p>
            <a:r>
              <a:rPr lang="en-US"/>
              <a:t>Because there are some design patterns that apply to different scenarios… For example, you might focus on data reading.. Or data writing… or you are getting a complex objects, and writing complex objects… </a:t>
            </a:r>
          </a:p>
        </p:txBody>
      </p:sp>
      <p:sp>
        <p:nvSpPr>
          <p:cNvPr id="4" name="Slide Number Placeholder 3"/>
          <p:cNvSpPr>
            <a:spLocks noGrp="1"/>
          </p:cNvSpPr>
          <p:nvPr>
            <p:ph type="sldNum" sz="quarter" idx="10"/>
          </p:nvPr>
        </p:nvSpPr>
        <p:spPr/>
        <p:txBody>
          <a:bodyPr/>
          <a:lstStyle/>
          <a:p>
            <a:fld id="{894D0A5C-6B8D-8740-ACDD-A40F7FCA9420}" type="slidenum">
              <a:rPr lang="en-US" smtClean="0"/>
              <a:t>14</a:t>
            </a:fld>
            <a:endParaRPr lang="en-US"/>
          </a:p>
        </p:txBody>
      </p:sp>
    </p:spTree>
    <p:extLst>
      <p:ext uri="{BB962C8B-B14F-4D97-AF65-F5344CB8AC3E}">
        <p14:creationId xmlns:p14="http://schemas.microsoft.com/office/powerpoint/2010/main" val="12225091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svg"/><Relationship Id="rId7" Type="http://schemas.openxmlformats.org/officeDocument/2006/relationships/image" Target="../media/image10.svg"/><Relationship Id="rId2" Type="http://schemas.openxmlformats.org/officeDocument/2006/relationships/image" Target="../media/image13.png"/><Relationship Id="rId1" Type="http://schemas.openxmlformats.org/officeDocument/2006/relationships/slideMaster" Target="../slideMasters/slideMaster3.xml"/><Relationship Id="rId6" Type="http://schemas.openxmlformats.org/officeDocument/2006/relationships/image" Target="../media/image9.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2.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0.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3.svg"/><Relationship Id="rId2" Type="http://schemas.openxmlformats.org/officeDocument/2006/relationships/image" Target="../media/image21.jpeg"/><Relationship Id="rId1" Type="http://schemas.openxmlformats.org/officeDocument/2006/relationships/slideMaster" Target="../slideMasters/slideMaster3.xml"/><Relationship Id="rId6" Type="http://schemas.openxmlformats.org/officeDocument/2006/relationships/image" Target="../media/image22.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10.sv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10.sv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10.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0.svg"/></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0.sv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0.sv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1.jpeg"/><Relationship Id="rId1" Type="http://schemas.openxmlformats.org/officeDocument/2006/relationships/slideMaster" Target="../slideMasters/slideMaster3.xml"/><Relationship Id="rId4" Type="http://schemas.openxmlformats.org/officeDocument/2006/relationships/image" Target="../media/image28.sv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10.sv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0.sv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0.sv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0.sv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0.sv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10.sv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3.svg"/><Relationship Id="rId2" Type="http://schemas.openxmlformats.org/officeDocument/2006/relationships/image" Target="../media/image21.jpeg"/><Relationship Id="rId1" Type="http://schemas.openxmlformats.org/officeDocument/2006/relationships/slideMaster" Target="../slideMasters/slideMaster3.xml"/><Relationship Id="rId6" Type="http://schemas.openxmlformats.org/officeDocument/2006/relationships/image" Target="../media/image22.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0.sv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8.svg"/><Relationship Id="rId2" Type="http://schemas.openxmlformats.org/officeDocument/2006/relationships/image" Target="../media/image21.jpeg"/><Relationship Id="rId1" Type="http://schemas.openxmlformats.org/officeDocument/2006/relationships/slideMaster" Target="../slideMasters/slideMaster3.xml"/><Relationship Id="rId6" Type="http://schemas.openxmlformats.org/officeDocument/2006/relationships/image" Target="../media/image17.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0.svg"/></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image" Target="../media/image21.jpeg"/><Relationship Id="rId1" Type="http://schemas.openxmlformats.org/officeDocument/2006/relationships/slideMaster" Target="../slideMasters/slideMaster3.xml"/><Relationship Id="rId6" Type="http://schemas.openxmlformats.org/officeDocument/2006/relationships/image" Target="../media/image19.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0.sv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2.svg"/><Relationship Id="rId2" Type="http://schemas.openxmlformats.org/officeDocument/2006/relationships/image" Target="../media/image21.jpeg"/><Relationship Id="rId1" Type="http://schemas.openxmlformats.org/officeDocument/2006/relationships/slideMaster" Target="../slideMasters/slideMaster3.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3.svg"/><Relationship Id="rId2" Type="http://schemas.openxmlformats.org/officeDocument/2006/relationships/image" Target="../media/image21.jpeg"/><Relationship Id="rId1" Type="http://schemas.openxmlformats.org/officeDocument/2006/relationships/slideMaster" Target="../slideMasters/slideMaster3.xml"/><Relationship Id="rId6" Type="http://schemas.openxmlformats.org/officeDocument/2006/relationships/image" Target="../media/image22.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8.svg"/><Relationship Id="rId2" Type="http://schemas.openxmlformats.org/officeDocument/2006/relationships/image" Target="../media/image21.jpeg"/><Relationship Id="rId1" Type="http://schemas.openxmlformats.org/officeDocument/2006/relationships/slideMaster" Target="../slideMasters/slideMaster3.xml"/><Relationship Id="rId6" Type="http://schemas.openxmlformats.org/officeDocument/2006/relationships/image" Target="../media/image17.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0.svg"/></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10.sv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0.sv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0" name="Picture 1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858"/>
            <a:ext cx="9153144" cy="6864858"/>
          </a:xfrm>
          <a:prstGeom prst="rect">
            <a:avLst/>
          </a:prstGeom>
        </p:spPr>
      </p:pic>
      <p:sp>
        <p:nvSpPr>
          <p:cNvPr id="2" name="Title 1"/>
          <p:cNvSpPr>
            <a:spLocks noGrp="1"/>
          </p:cNvSpPr>
          <p:nvPr>
            <p:ph type="ctrTitle"/>
          </p:nvPr>
        </p:nvSpPr>
        <p:spPr>
          <a:xfrm>
            <a:off x="1258888" y="2035368"/>
            <a:ext cx="5388242" cy="1354217"/>
          </a:xfrm>
        </p:spPr>
        <p:txBody>
          <a:bodyPr wrap="square" anchor="b">
            <a:spAutoFit/>
          </a:bodyPr>
          <a:lstStyle>
            <a:lvl1pPr algn="l">
              <a:defRPr sz="4400">
                <a:solidFill>
                  <a:schemeClr val="tx2"/>
                </a:solidFill>
              </a:defRPr>
            </a:lvl1pPr>
          </a:lstStyle>
          <a:p>
            <a:r>
              <a:rPr lang="en-US"/>
              <a:t>Click to edit Master title style</a:t>
            </a:r>
          </a:p>
        </p:txBody>
      </p:sp>
      <p:sp>
        <p:nvSpPr>
          <p:cNvPr id="3" name="Subtitle 2"/>
          <p:cNvSpPr>
            <a:spLocks noGrp="1"/>
          </p:cNvSpPr>
          <p:nvPr>
            <p:ph type="subTitle" idx="1"/>
          </p:nvPr>
        </p:nvSpPr>
        <p:spPr>
          <a:xfrm>
            <a:off x="1258887" y="3586463"/>
            <a:ext cx="5400675" cy="246221"/>
          </a:xfrm>
        </p:spPr>
        <p:txBody>
          <a:bodyPr wrap="square">
            <a:spAutoFit/>
          </a:bodyPr>
          <a:lstStyle>
            <a:lvl1pPr marL="0" indent="0" algn="l">
              <a:buNone/>
              <a:defRPr sz="16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Box 10"/>
          <p:cNvSpPr txBox="1"/>
          <p:nvPr userDrawn="1"/>
        </p:nvSpPr>
        <p:spPr>
          <a:xfrm>
            <a:off x="468313" y="6621522"/>
            <a:ext cx="1899559" cy="184666"/>
          </a:xfrm>
          <a:prstGeom prst="rect">
            <a:avLst/>
          </a:prstGeom>
          <a:noFill/>
        </p:spPr>
        <p:txBody>
          <a:bodyPr wrap="none" lIns="0" r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baseline="0">
                <a:solidFill>
                  <a:srgbClr val="58595B"/>
                </a:solidFill>
                <a:latin typeface="+mn-lt"/>
              </a:rPr>
              <a:t>Confidential. © 2020 IHS Markit</a:t>
            </a:r>
            <a:r>
              <a:rPr lang="en-US" sz="600" baseline="30000">
                <a:solidFill>
                  <a:srgbClr val="58595B"/>
                </a:solidFill>
                <a:latin typeface="+mn-lt"/>
              </a:rPr>
              <a:t>TM</a:t>
            </a:r>
            <a:r>
              <a:rPr lang="en-US" sz="600" baseline="0">
                <a:solidFill>
                  <a:srgbClr val="58595B"/>
                </a:solidFill>
                <a:latin typeface="+mn-lt"/>
              </a:rPr>
              <a:t>. All Rights Reserved.</a:t>
            </a:r>
            <a:endParaRPr lang="en-GB" sz="600">
              <a:solidFill>
                <a:srgbClr val="58595B"/>
              </a:solidFill>
              <a:latin typeface="+mn-lt"/>
            </a:endParaRPr>
          </a:p>
        </p:txBody>
      </p:sp>
      <p:sp>
        <p:nvSpPr>
          <p:cNvPr id="6" name="Text Placeholder 5"/>
          <p:cNvSpPr>
            <a:spLocks noGrp="1"/>
          </p:cNvSpPr>
          <p:nvPr>
            <p:ph type="body" sz="quarter" idx="11"/>
          </p:nvPr>
        </p:nvSpPr>
        <p:spPr>
          <a:xfrm>
            <a:off x="1258888" y="3918160"/>
            <a:ext cx="3314965" cy="184666"/>
          </a:xfrm>
        </p:spPr>
        <p:txBody>
          <a:bodyPr wrap="square">
            <a:spAutoFit/>
          </a:bodyPr>
          <a:lstStyle>
            <a:lvl1pPr marL="0" indent="0">
              <a:buNone/>
              <a:defRPr sz="1200"/>
            </a:lvl1pPr>
          </a:lstStyle>
          <a:p>
            <a:pPr lvl="0"/>
            <a:r>
              <a:rPr lang="en-US"/>
              <a:t>Edit Master text styles</a:t>
            </a: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912" y="421746"/>
            <a:ext cx="3023616" cy="1219200"/>
          </a:xfrm>
          <a:prstGeom prst="rect">
            <a:avLst/>
          </a:prstGeom>
        </p:spPr>
      </p:pic>
    </p:spTree>
    <p:extLst>
      <p:ext uri="{BB962C8B-B14F-4D97-AF65-F5344CB8AC3E}">
        <p14:creationId xmlns:p14="http://schemas.microsoft.com/office/powerpoint/2010/main" val="915173020"/>
      </p:ext>
    </p:extLst>
  </p:cSld>
  <p:clrMapOvr>
    <a:masterClrMapping/>
  </p:clrMapOvr>
  <p:extLst>
    <p:ext uri="{DCECCB84-F9BA-43D5-87BE-67443E8EF086}">
      <p15:sldGuideLst xmlns:p15="http://schemas.microsoft.com/office/powerpoint/2012/main">
        <p15:guide id="1" pos="80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68313" y="1916112"/>
            <a:ext cx="8207375" cy="4321176"/>
          </a:xfrm>
        </p:spPr>
        <p:txBody>
          <a:bodyPr/>
          <a:lstStyle/>
          <a:p>
            <a:pPr lvl="0"/>
            <a:r>
              <a:rPr lang="en-US"/>
              <a:t>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a:xfrm>
            <a:off x="8263830" y="270195"/>
            <a:ext cx="411858" cy="153888"/>
          </a:xfrm>
        </p:spPr>
        <p:txBody>
          <a:bodyPr/>
          <a:lstStyle/>
          <a:p>
            <a:fld id="{4704619B-9823-F845-874B-2390AC991BC7}" type="slidenum">
              <a:rPr lang="en-US" smtClean="0"/>
              <a:t>‹#›</a:t>
            </a:fld>
            <a:endParaRPr lang="en-US"/>
          </a:p>
        </p:txBody>
      </p:sp>
    </p:spTree>
    <p:extLst>
      <p:ext uri="{BB962C8B-B14F-4D97-AF65-F5344CB8AC3E}">
        <p14:creationId xmlns:p14="http://schemas.microsoft.com/office/powerpoint/2010/main" val="103506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68313" y="1916113"/>
            <a:ext cx="8207375" cy="4321175"/>
          </a:xfrm>
        </p:spPr>
        <p:txBody>
          <a:bodyPr/>
          <a:lstStyle/>
          <a:p>
            <a:pPr lvl="0"/>
            <a:r>
              <a:rPr lang="en-US"/>
              <a:t>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a:xfrm>
            <a:off x="8263830" y="270195"/>
            <a:ext cx="411858" cy="153888"/>
          </a:xfrm>
        </p:spPr>
        <p:txBody>
          <a:bodyPr/>
          <a:lstStyle/>
          <a:p>
            <a:fld id="{4704619B-9823-F845-874B-2390AC991BC7}" type="slidenum">
              <a:rPr lang="en-US" smtClean="0"/>
              <a:t>‹#›</a:t>
            </a:fld>
            <a:endParaRPr lang="en-US"/>
          </a:p>
        </p:txBody>
      </p:sp>
      <p:sp>
        <p:nvSpPr>
          <p:cNvPr id="8" name="Text Placeholder 7"/>
          <p:cNvSpPr>
            <a:spLocks noGrp="1"/>
          </p:cNvSpPr>
          <p:nvPr>
            <p:ph type="body" sz="quarter" idx="13"/>
          </p:nvPr>
        </p:nvSpPr>
        <p:spPr>
          <a:xfrm>
            <a:off x="468313" y="1389888"/>
            <a:ext cx="8207375" cy="244800"/>
          </a:xfrm>
        </p:spPr>
        <p:txBody>
          <a:bodyPr wrap="square">
            <a:spAutoFit/>
          </a:bodyPr>
          <a:lstStyle>
            <a:lvl1pPr marL="0" indent="0">
              <a:lnSpc>
                <a:spcPct val="100000"/>
              </a:lnSpc>
              <a:buNone/>
              <a:defRPr sz="1600"/>
            </a:lvl1pPr>
          </a:lstStyle>
          <a:p>
            <a:pPr lvl="0"/>
            <a:r>
              <a:rPr lang="en-US"/>
              <a:t>Edit Master text styles</a:t>
            </a:r>
          </a:p>
        </p:txBody>
      </p:sp>
    </p:spTree>
    <p:extLst>
      <p:ext uri="{BB962C8B-B14F-4D97-AF65-F5344CB8AC3E}">
        <p14:creationId xmlns:p14="http://schemas.microsoft.com/office/powerpoint/2010/main" val="1748530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53144" cy="6864858"/>
          </a:xfrm>
          <a:prstGeom prst="rect">
            <a:avLst/>
          </a:prstGeom>
        </p:spPr>
      </p:pic>
      <p:sp>
        <p:nvSpPr>
          <p:cNvPr id="2" name="Title 1"/>
          <p:cNvSpPr>
            <a:spLocks noGrp="1"/>
          </p:cNvSpPr>
          <p:nvPr>
            <p:ph type="title"/>
          </p:nvPr>
        </p:nvSpPr>
        <p:spPr>
          <a:xfrm>
            <a:off x="468313" y="2961683"/>
            <a:ext cx="5971175" cy="461665"/>
          </a:xfrm>
        </p:spPr>
        <p:txBody>
          <a:bodyPr wrap="square" anchor="b">
            <a:spAutoFit/>
          </a:bodyPr>
          <a:lstStyle>
            <a:lvl1pPr>
              <a:lnSpc>
                <a:spcPct val="100000"/>
              </a:lnSpc>
              <a:defRPr sz="3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468313" y="3570650"/>
            <a:ext cx="5971177" cy="246221"/>
          </a:xfrm>
        </p:spPr>
        <p:txBody>
          <a:bodyPr wrap="square">
            <a:spAutoFit/>
          </a:bodyPr>
          <a:lstStyle>
            <a:lvl1pPr marL="0" indent="0">
              <a:lnSpc>
                <a:spcPct val="100000"/>
              </a:lnSpc>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a:xfrm>
            <a:off x="8263830" y="270195"/>
            <a:ext cx="411858" cy="153888"/>
          </a:xfrm>
        </p:spPr>
        <p:txBody>
          <a:bodyPr/>
          <a:lstStyle/>
          <a:p>
            <a:fld id="{4704619B-9823-F845-874B-2390AC991BC7}" type="slidenum">
              <a:rPr lang="en-US" smtClean="0"/>
              <a:t>‹#›</a:t>
            </a:fld>
            <a:endParaRPr lang="en-US"/>
          </a:p>
        </p:txBody>
      </p:sp>
      <p:sp>
        <p:nvSpPr>
          <p:cNvPr id="16" name="TextBox 15"/>
          <p:cNvSpPr txBox="1"/>
          <p:nvPr userDrawn="1"/>
        </p:nvSpPr>
        <p:spPr>
          <a:xfrm>
            <a:off x="468313" y="6621522"/>
            <a:ext cx="1934825" cy="184666"/>
          </a:xfrm>
          <a:prstGeom prst="rect">
            <a:avLst/>
          </a:prstGeom>
          <a:noFill/>
        </p:spPr>
        <p:txBody>
          <a:bodyPr wrap="none" lIns="0" rIns="0" rtlCol="0">
            <a:spAutoFit/>
          </a:bodyPr>
          <a:lstStyle/>
          <a:p>
            <a:r>
              <a:rPr lang="en-US" sz="600">
                <a:solidFill>
                  <a:schemeClr val="bg1"/>
                </a:solidFill>
              </a:rPr>
              <a:t>Confidential. © 2017 IHS Markit</a:t>
            </a:r>
            <a:r>
              <a:rPr lang="en-US" sz="600" baseline="30000">
                <a:solidFill>
                  <a:schemeClr val="bg1"/>
                </a:solidFill>
              </a:rPr>
              <a:t>TM</a:t>
            </a:r>
            <a:r>
              <a:rPr lang="en-US" sz="600">
                <a:solidFill>
                  <a:schemeClr val="bg1"/>
                </a:solidFill>
              </a:rPr>
              <a:t>. All Rights Reserved.</a:t>
            </a: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080" y="42339"/>
            <a:ext cx="1499616" cy="609600"/>
          </a:xfrm>
          <a:prstGeom prst="rect">
            <a:avLst/>
          </a:prstGeom>
        </p:spPr>
      </p:pic>
    </p:spTree>
    <p:extLst>
      <p:ext uri="{BB962C8B-B14F-4D97-AF65-F5344CB8AC3E}">
        <p14:creationId xmlns:p14="http://schemas.microsoft.com/office/powerpoint/2010/main" val="1759007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 whit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53144" cy="6864858"/>
          </a:xfrm>
          <a:prstGeom prst="rect">
            <a:avLst/>
          </a:prstGeom>
        </p:spPr>
      </p:pic>
      <p:sp>
        <p:nvSpPr>
          <p:cNvPr id="2" name="Title 1"/>
          <p:cNvSpPr>
            <a:spLocks noGrp="1"/>
          </p:cNvSpPr>
          <p:nvPr>
            <p:ph type="title"/>
          </p:nvPr>
        </p:nvSpPr>
        <p:spPr>
          <a:xfrm>
            <a:off x="447031" y="2961683"/>
            <a:ext cx="5971175" cy="461665"/>
          </a:xfrm>
        </p:spPr>
        <p:txBody>
          <a:bodyPr wrap="square" anchor="b">
            <a:spAutoFit/>
          </a:bodyPr>
          <a:lstStyle>
            <a:lvl1pPr>
              <a:lnSpc>
                <a:spcPct val="100000"/>
              </a:lnSpc>
              <a:defRPr sz="3000">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468313" y="3570650"/>
            <a:ext cx="5971177" cy="246221"/>
          </a:xfrm>
        </p:spPr>
        <p:txBody>
          <a:bodyPr wrap="square">
            <a:spAutoFit/>
          </a:bodyPr>
          <a:lstStyle>
            <a:lvl1pPr marL="0" indent="0">
              <a:lnSpc>
                <a:spcPct val="100000"/>
              </a:lnSpc>
              <a:buNone/>
              <a:defRPr sz="16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a:xfrm>
            <a:off x="8263830" y="270195"/>
            <a:ext cx="411858" cy="153888"/>
          </a:xfrm>
        </p:spPr>
        <p:txBody>
          <a:bodyPr/>
          <a:lstStyle>
            <a:lvl1pPr>
              <a:defRPr>
                <a:solidFill>
                  <a:schemeClr val="tx2"/>
                </a:solidFill>
              </a:defRPr>
            </a:lvl1pPr>
          </a:lstStyle>
          <a:p>
            <a:fld id="{4704619B-9823-F845-874B-2390AC991BC7}" type="slidenum">
              <a:rPr lang="en-US" smtClean="0"/>
              <a:pPr/>
              <a:t>‹#›</a:t>
            </a:fld>
            <a:endParaRPr lang="en-US"/>
          </a:p>
        </p:txBody>
      </p:sp>
      <p:sp>
        <p:nvSpPr>
          <p:cNvPr id="12" name="TextBox 11"/>
          <p:cNvSpPr txBox="1"/>
          <p:nvPr userDrawn="1"/>
        </p:nvSpPr>
        <p:spPr>
          <a:xfrm>
            <a:off x="468313" y="6621522"/>
            <a:ext cx="1934825" cy="184666"/>
          </a:xfrm>
          <a:prstGeom prst="rect">
            <a:avLst/>
          </a:prstGeom>
          <a:noFill/>
        </p:spPr>
        <p:txBody>
          <a:bodyPr wrap="none" lIns="0" rIns="0" rtlCol="0">
            <a:spAutoFit/>
          </a:bodyPr>
          <a:lstStyle/>
          <a:p>
            <a:r>
              <a:rPr lang="en-US" sz="600">
                <a:solidFill>
                  <a:schemeClr val="tx2"/>
                </a:solidFill>
              </a:rPr>
              <a:t>Confidential. © 2017 IHS Markit</a:t>
            </a:r>
            <a:r>
              <a:rPr lang="en-US" sz="600" baseline="30000">
                <a:solidFill>
                  <a:schemeClr val="tx2"/>
                </a:solidFill>
              </a:rPr>
              <a:t>TM</a:t>
            </a:r>
            <a:r>
              <a:rPr lang="en-US" sz="600">
                <a:solidFill>
                  <a:schemeClr val="tx2"/>
                </a:solidFill>
              </a:rPr>
              <a:t>. All Rights Reserved.</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25111" y="41896"/>
            <a:ext cx="1499616" cy="609600"/>
          </a:xfrm>
          <a:prstGeom prst="rect">
            <a:avLst/>
          </a:prstGeom>
        </p:spPr>
      </p:pic>
    </p:spTree>
    <p:extLst>
      <p:ext uri="{BB962C8B-B14F-4D97-AF65-F5344CB8AC3E}">
        <p14:creationId xmlns:p14="http://schemas.microsoft.com/office/powerpoint/2010/main" val="1276073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68313" y="961012"/>
            <a:ext cx="8207375" cy="370800"/>
          </a:xfrm>
        </p:spPr>
        <p:txBody>
          <a:bodyPr/>
          <a:lstStyle/>
          <a:p>
            <a:r>
              <a:rPr lang="en-US"/>
              <a:t>Click to edit Master title style</a:t>
            </a:r>
          </a:p>
        </p:txBody>
      </p:sp>
      <p:sp>
        <p:nvSpPr>
          <p:cNvPr id="3" name="Content Placeholder 2"/>
          <p:cNvSpPr>
            <a:spLocks noGrp="1"/>
          </p:cNvSpPr>
          <p:nvPr>
            <p:ph sz="half" idx="1"/>
          </p:nvPr>
        </p:nvSpPr>
        <p:spPr>
          <a:xfrm>
            <a:off x="468313" y="1916113"/>
            <a:ext cx="3959225" cy="4160838"/>
          </a:xfrm>
        </p:spPr>
        <p:txBody>
          <a:bodyPr/>
          <a:lstStyle/>
          <a:p>
            <a:pPr lvl="0"/>
            <a:r>
              <a:rPr lang="en-US"/>
              <a:t>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4716463" y="1916113"/>
            <a:ext cx="3959226" cy="4176712"/>
          </a:xfrm>
        </p:spPr>
        <p:txBody>
          <a:bodyPr/>
          <a:lstStyle/>
          <a:p>
            <a:pPr lvl="0"/>
            <a:r>
              <a:rPr lang="en-US"/>
              <a:t>Edit Master text styles</a:t>
            </a:r>
          </a:p>
          <a:p>
            <a:pPr lvl="1"/>
            <a:r>
              <a:rPr lang="en-US"/>
              <a:t>Second level</a:t>
            </a:r>
          </a:p>
          <a:p>
            <a:pPr lvl="2"/>
            <a:r>
              <a:rPr lang="en-US"/>
              <a:t>Third level</a:t>
            </a:r>
          </a:p>
        </p:txBody>
      </p:sp>
      <p:sp>
        <p:nvSpPr>
          <p:cNvPr id="7" name="Slide Number Placeholder 6"/>
          <p:cNvSpPr>
            <a:spLocks noGrp="1"/>
          </p:cNvSpPr>
          <p:nvPr>
            <p:ph type="sldNum" sz="quarter" idx="12"/>
          </p:nvPr>
        </p:nvSpPr>
        <p:spPr/>
        <p:txBody>
          <a:bodyPr/>
          <a:lstStyle/>
          <a:p>
            <a:fld id="{4704619B-9823-F845-874B-2390AC991BC7}" type="slidenum">
              <a:rPr lang="en-US" smtClean="0"/>
              <a:t>‹#›</a:t>
            </a:fld>
            <a:endParaRPr lang="en-US"/>
          </a:p>
        </p:txBody>
      </p:sp>
    </p:spTree>
    <p:extLst>
      <p:ext uri="{BB962C8B-B14F-4D97-AF65-F5344CB8AC3E}">
        <p14:creationId xmlns:p14="http://schemas.microsoft.com/office/powerpoint/2010/main" val="1377184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468312" y="1916113"/>
            <a:ext cx="3959225" cy="4176712"/>
          </a:xfrm>
        </p:spPr>
        <p:txBody>
          <a:bodyPr/>
          <a:lstStyle/>
          <a:p>
            <a:pPr lvl="0"/>
            <a:r>
              <a:rPr lang="en-US"/>
              <a:t>Edit Master text styles</a:t>
            </a:r>
          </a:p>
          <a:p>
            <a:pPr lvl="1"/>
            <a:r>
              <a:rPr lang="en-US"/>
              <a:t>Second level</a:t>
            </a:r>
          </a:p>
          <a:p>
            <a:pPr lvl="2"/>
            <a:r>
              <a:rPr lang="en-US"/>
              <a:t>Third level</a:t>
            </a:r>
          </a:p>
        </p:txBody>
      </p:sp>
      <p:sp>
        <p:nvSpPr>
          <p:cNvPr id="6" name="Content Placeholder 5"/>
          <p:cNvSpPr>
            <a:spLocks noGrp="1"/>
          </p:cNvSpPr>
          <p:nvPr>
            <p:ph sz="quarter" idx="4"/>
          </p:nvPr>
        </p:nvSpPr>
        <p:spPr>
          <a:xfrm>
            <a:off x="4716463" y="1916113"/>
            <a:ext cx="3959225" cy="4176712"/>
          </a:xfrm>
        </p:spPr>
        <p:txBody>
          <a:bodyPr/>
          <a:lstStyle/>
          <a:p>
            <a:pPr lvl="0"/>
            <a:r>
              <a:rPr lang="en-US"/>
              <a:t>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a:p>
        </p:txBody>
      </p:sp>
      <p:sp>
        <p:nvSpPr>
          <p:cNvPr id="7" name="Text Placeholder 2"/>
          <p:cNvSpPr>
            <a:spLocks noGrp="1"/>
          </p:cNvSpPr>
          <p:nvPr>
            <p:ph type="body" idx="1"/>
          </p:nvPr>
        </p:nvSpPr>
        <p:spPr>
          <a:xfrm>
            <a:off x="468313" y="1389887"/>
            <a:ext cx="8207375"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itle 1"/>
          <p:cNvSpPr>
            <a:spLocks noGrp="1"/>
          </p:cNvSpPr>
          <p:nvPr>
            <p:ph type="title"/>
          </p:nvPr>
        </p:nvSpPr>
        <p:spPr>
          <a:xfrm>
            <a:off x="468313" y="961012"/>
            <a:ext cx="8207375" cy="370800"/>
          </a:xfrm>
        </p:spPr>
        <p:txBody>
          <a:bodyPr/>
          <a:lstStyle/>
          <a:p>
            <a:r>
              <a:rPr lang="en-US"/>
              <a:t>Click to edit Master title style</a:t>
            </a:r>
          </a:p>
        </p:txBody>
      </p:sp>
    </p:spTree>
    <p:extLst>
      <p:ext uri="{BB962C8B-B14F-4D97-AF65-F5344CB8AC3E}">
        <p14:creationId xmlns:p14="http://schemas.microsoft.com/office/powerpoint/2010/main" val="764034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with 2 Headers">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8313" y="1389888"/>
            <a:ext cx="3959226"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68312" y="1916113"/>
            <a:ext cx="3959225" cy="4176713"/>
          </a:xfrm>
        </p:spPr>
        <p:txBody>
          <a:bodyPr/>
          <a:lstStyle/>
          <a:p>
            <a:pPr lvl="0"/>
            <a:r>
              <a:rPr lang="en-US"/>
              <a:t>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4716463" y="1389888"/>
            <a:ext cx="3959225"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16463" y="1916113"/>
            <a:ext cx="3959225" cy="4176712"/>
          </a:xfrm>
        </p:spPr>
        <p:txBody>
          <a:bodyPr/>
          <a:lstStyle/>
          <a:p>
            <a:pPr lvl="0"/>
            <a:r>
              <a:rPr lang="en-US"/>
              <a:t>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a:p>
        </p:txBody>
      </p:sp>
      <p:sp>
        <p:nvSpPr>
          <p:cNvPr id="11" name="Title 1"/>
          <p:cNvSpPr>
            <a:spLocks noGrp="1"/>
          </p:cNvSpPr>
          <p:nvPr>
            <p:ph type="title"/>
          </p:nvPr>
        </p:nvSpPr>
        <p:spPr>
          <a:xfrm>
            <a:off x="468313" y="961012"/>
            <a:ext cx="3959226" cy="370800"/>
          </a:xfrm>
        </p:spPr>
        <p:txBody>
          <a:bodyPr/>
          <a:lstStyle/>
          <a:p>
            <a:r>
              <a:rPr lang="en-US"/>
              <a:t>Click to edit Master title style</a:t>
            </a:r>
          </a:p>
        </p:txBody>
      </p:sp>
      <p:sp>
        <p:nvSpPr>
          <p:cNvPr id="8" name="Text Placeholder 7"/>
          <p:cNvSpPr>
            <a:spLocks noGrp="1"/>
          </p:cNvSpPr>
          <p:nvPr>
            <p:ph type="body" sz="quarter" idx="13"/>
          </p:nvPr>
        </p:nvSpPr>
        <p:spPr>
          <a:xfrm>
            <a:off x="4716463" y="961012"/>
            <a:ext cx="3959226" cy="360362"/>
          </a:xfrm>
        </p:spPr>
        <p:txBody>
          <a:bodyPr/>
          <a:lstStyle>
            <a:lvl1pPr marL="0" indent="0">
              <a:buNone/>
              <a:defRPr lang="en-US" sz="2400" kern="1200" dirty="0">
                <a:solidFill>
                  <a:schemeClr val="accent1"/>
                </a:solidFill>
                <a:latin typeface="+mj-lt"/>
                <a:ea typeface="+mj-ea"/>
                <a:cs typeface="+mj-cs"/>
              </a:defRPr>
            </a:lvl1pPr>
          </a:lstStyle>
          <a:p>
            <a:pPr lvl="0"/>
            <a:r>
              <a:rPr lang="en-US"/>
              <a:t>Edit Master text styles</a:t>
            </a:r>
          </a:p>
        </p:txBody>
      </p:sp>
    </p:spTree>
    <p:extLst>
      <p:ext uri="{BB962C8B-B14F-4D97-AF65-F5344CB8AC3E}">
        <p14:creationId xmlns:p14="http://schemas.microsoft.com/office/powerpoint/2010/main" val="2098995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with 2 Headers">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8312" y="1755648"/>
            <a:ext cx="3959225"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68313" y="2276475"/>
            <a:ext cx="3959225" cy="3816351"/>
          </a:xfrm>
        </p:spPr>
        <p:txBody>
          <a:bodyPr/>
          <a:lstStyle/>
          <a:p>
            <a:pPr lvl="0"/>
            <a:r>
              <a:rPr lang="en-US"/>
              <a:t>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4716463" y="1755648"/>
            <a:ext cx="3959225"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16463" y="2276475"/>
            <a:ext cx="3959225" cy="3816351"/>
          </a:xfrm>
        </p:spPr>
        <p:txBody>
          <a:bodyPr/>
          <a:lstStyle/>
          <a:p>
            <a:pPr lvl="0"/>
            <a:r>
              <a:rPr lang="en-US"/>
              <a:t>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a:p>
        </p:txBody>
      </p:sp>
      <p:sp>
        <p:nvSpPr>
          <p:cNvPr id="11" name="Title 1"/>
          <p:cNvSpPr>
            <a:spLocks noGrp="1"/>
          </p:cNvSpPr>
          <p:nvPr>
            <p:ph type="title"/>
          </p:nvPr>
        </p:nvSpPr>
        <p:spPr>
          <a:xfrm>
            <a:off x="468313" y="961012"/>
            <a:ext cx="3959226" cy="370800"/>
          </a:xfrm>
        </p:spPr>
        <p:txBody>
          <a:bodyPr/>
          <a:lstStyle/>
          <a:p>
            <a:r>
              <a:rPr lang="en-US"/>
              <a:t>Click to edit Master title style</a:t>
            </a:r>
          </a:p>
        </p:txBody>
      </p:sp>
      <p:sp>
        <p:nvSpPr>
          <p:cNvPr id="12" name="Text Placeholder 7"/>
          <p:cNvSpPr>
            <a:spLocks noGrp="1"/>
          </p:cNvSpPr>
          <p:nvPr>
            <p:ph type="body" sz="quarter" idx="13"/>
          </p:nvPr>
        </p:nvSpPr>
        <p:spPr>
          <a:xfrm>
            <a:off x="4716463" y="961012"/>
            <a:ext cx="3959226" cy="360362"/>
          </a:xfrm>
        </p:spPr>
        <p:txBody>
          <a:bodyPr/>
          <a:lstStyle>
            <a:lvl1pPr marL="0" indent="0">
              <a:buNone/>
              <a:defRPr lang="en-US" sz="2400" kern="1200" dirty="0">
                <a:solidFill>
                  <a:schemeClr val="accent1"/>
                </a:solidFill>
                <a:latin typeface="+mj-lt"/>
                <a:ea typeface="+mj-ea"/>
                <a:cs typeface="+mj-cs"/>
              </a:defRPr>
            </a:lvl1pPr>
          </a:lstStyle>
          <a:p>
            <a:pPr lvl="0"/>
            <a:r>
              <a:rPr lang="en-US"/>
              <a:t>Edit Master text styles</a:t>
            </a:r>
          </a:p>
        </p:txBody>
      </p:sp>
    </p:spTree>
    <p:extLst>
      <p:ext uri="{BB962C8B-B14F-4D97-AF65-F5344CB8AC3E}">
        <p14:creationId xmlns:p14="http://schemas.microsoft.com/office/powerpoint/2010/main" val="822711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8313" y="1755648"/>
            <a:ext cx="3959226" cy="244800"/>
          </a:xfrm>
        </p:spPr>
        <p:txBody>
          <a:bodyPr wrap="square" anchor="t" anchorCtr="0">
            <a:spAutoFit/>
          </a:bodyPr>
          <a:lstStyle>
            <a:lvl1pPr marL="0" indent="0">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68313" y="2276475"/>
            <a:ext cx="3959226" cy="3816351"/>
          </a:xfrm>
        </p:spPr>
        <p:txBody>
          <a:bodyPr/>
          <a:lstStyle/>
          <a:p>
            <a:pPr lvl="0"/>
            <a:r>
              <a:rPr lang="en-US"/>
              <a:t>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a:p>
        </p:txBody>
      </p:sp>
      <p:sp>
        <p:nvSpPr>
          <p:cNvPr id="8" name="Chart Placeholder 7"/>
          <p:cNvSpPr>
            <a:spLocks noGrp="1"/>
          </p:cNvSpPr>
          <p:nvPr>
            <p:ph type="chart" sz="quarter" idx="13"/>
          </p:nvPr>
        </p:nvSpPr>
        <p:spPr>
          <a:xfrm>
            <a:off x="4716463" y="962025"/>
            <a:ext cx="3959225" cy="5130800"/>
          </a:xfrm>
        </p:spPr>
        <p:txBody>
          <a:bodyPr/>
          <a:lstStyle>
            <a:lvl1pPr marL="0" indent="0">
              <a:buNone/>
              <a:defRPr cap="all" baseline="0"/>
            </a:lvl1pPr>
          </a:lstStyle>
          <a:p>
            <a:r>
              <a:rPr lang="en-US"/>
              <a:t>Click icon to add chart</a:t>
            </a:r>
          </a:p>
        </p:txBody>
      </p:sp>
      <p:sp>
        <p:nvSpPr>
          <p:cNvPr id="7" name="Title 1"/>
          <p:cNvSpPr>
            <a:spLocks noGrp="1"/>
          </p:cNvSpPr>
          <p:nvPr>
            <p:ph type="title"/>
          </p:nvPr>
        </p:nvSpPr>
        <p:spPr>
          <a:xfrm>
            <a:off x="468312" y="961012"/>
            <a:ext cx="3959225" cy="370800"/>
          </a:xfrm>
        </p:spPr>
        <p:txBody>
          <a:bodyPr/>
          <a:lstStyle/>
          <a:p>
            <a:r>
              <a:rPr lang="en-US"/>
              <a:t>Click to edit Master title style</a:t>
            </a:r>
          </a:p>
        </p:txBody>
      </p:sp>
    </p:spTree>
    <p:extLst>
      <p:ext uri="{BB962C8B-B14F-4D97-AF65-F5344CB8AC3E}">
        <p14:creationId xmlns:p14="http://schemas.microsoft.com/office/powerpoint/2010/main" val="780514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Page Char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704619B-9823-F845-874B-2390AC991BC7}" type="slidenum">
              <a:rPr lang="en-US" smtClean="0"/>
              <a:t>‹#›</a:t>
            </a:fld>
            <a:endParaRPr lang="en-US"/>
          </a:p>
        </p:txBody>
      </p:sp>
      <p:sp>
        <p:nvSpPr>
          <p:cNvPr id="8" name="Text Placeholder 7"/>
          <p:cNvSpPr>
            <a:spLocks noGrp="1"/>
          </p:cNvSpPr>
          <p:nvPr>
            <p:ph type="body" sz="quarter" idx="13"/>
          </p:nvPr>
        </p:nvSpPr>
        <p:spPr>
          <a:xfrm>
            <a:off x="468313" y="1389887"/>
            <a:ext cx="8207375" cy="244800"/>
          </a:xfrm>
        </p:spPr>
        <p:txBody>
          <a:bodyPr wrap="square">
            <a:spAutoFit/>
          </a:bodyPr>
          <a:lstStyle>
            <a:lvl1pPr marL="0" indent="0">
              <a:lnSpc>
                <a:spcPct val="100000"/>
              </a:lnSpc>
              <a:buNone/>
              <a:defRPr sz="1600"/>
            </a:lvl1pPr>
          </a:lstStyle>
          <a:p>
            <a:pPr lvl="0"/>
            <a:r>
              <a:rPr lang="en-US"/>
              <a:t>Edit Master text styles</a:t>
            </a:r>
          </a:p>
        </p:txBody>
      </p:sp>
      <p:sp>
        <p:nvSpPr>
          <p:cNvPr id="7" name="Chart Placeholder 7"/>
          <p:cNvSpPr>
            <a:spLocks noGrp="1"/>
          </p:cNvSpPr>
          <p:nvPr>
            <p:ph type="chart" sz="quarter" idx="14"/>
          </p:nvPr>
        </p:nvSpPr>
        <p:spPr>
          <a:xfrm>
            <a:off x="468313" y="1916113"/>
            <a:ext cx="8207375" cy="4176712"/>
          </a:xfrm>
        </p:spPr>
        <p:txBody>
          <a:bodyPr/>
          <a:lstStyle>
            <a:lvl1pPr marL="0" indent="0">
              <a:buNone/>
              <a:defRPr cap="all" baseline="0"/>
            </a:lvl1pPr>
          </a:lstStyle>
          <a:p>
            <a:r>
              <a:rPr lang="en-US"/>
              <a:t>Click icon to add chart</a:t>
            </a:r>
          </a:p>
        </p:txBody>
      </p:sp>
      <p:sp>
        <p:nvSpPr>
          <p:cNvPr id="14" name="Title 1"/>
          <p:cNvSpPr>
            <a:spLocks noGrp="1"/>
          </p:cNvSpPr>
          <p:nvPr>
            <p:ph type="title"/>
          </p:nvPr>
        </p:nvSpPr>
        <p:spPr>
          <a:xfrm>
            <a:off x="468313" y="961012"/>
            <a:ext cx="8207375" cy="370800"/>
          </a:xfrm>
        </p:spPr>
        <p:txBody>
          <a:bodyPr/>
          <a:lstStyle/>
          <a:p>
            <a:r>
              <a:rPr lang="en-US"/>
              <a:t>Click to edit Master title style</a:t>
            </a:r>
          </a:p>
        </p:txBody>
      </p:sp>
    </p:spTree>
    <p:extLst>
      <p:ext uri="{BB962C8B-B14F-4D97-AF65-F5344CB8AC3E}">
        <p14:creationId xmlns:p14="http://schemas.microsoft.com/office/powerpoint/2010/main" val="20544525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Page Tabl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704619B-9823-F845-874B-2390AC991BC7}" type="slidenum">
              <a:rPr lang="en-US" smtClean="0"/>
              <a:t>‹#›</a:t>
            </a:fld>
            <a:endParaRPr lang="en-US"/>
          </a:p>
        </p:txBody>
      </p:sp>
      <p:sp>
        <p:nvSpPr>
          <p:cNvPr id="8" name="Text Placeholder 7"/>
          <p:cNvSpPr>
            <a:spLocks noGrp="1"/>
          </p:cNvSpPr>
          <p:nvPr>
            <p:ph type="body" sz="quarter" idx="13"/>
          </p:nvPr>
        </p:nvSpPr>
        <p:spPr>
          <a:xfrm>
            <a:off x="468313" y="1389887"/>
            <a:ext cx="8207375" cy="244800"/>
          </a:xfrm>
        </p:spPr>
        <p:txBody>
          <a:bodyPr wrap="square">
            <a:spAutoFit/>
          </a:bodyPr>
          <a:lstStyle>
            <a:lvl1pPr marL="0" indent="0">
              <a:lnSpc>
                <a:spcPct val="100000"/>
              </a:lnSpc>
              <a:buNone/>
              <a:defRPr sz="1600"/>
            </a:lvl1pPr>
          </a:lstStyle>
          <a:p>
            <a:pPr lvl="0"/>
            <a:r>
              <a:rPr lang="en-US"/>
              <a:t>Edit Master text styles</a:t>
            </a:r>
          </a:p>
        </p:txBody>
      </p:sp>
      <p:sp>
        <p:nvSpPr>
          <p:cNvPr id="3" name="Table Placeholder 2"/>
          <p:cNvSpPr>
            <a:spLocks noGrp="1"/>
          </p:cNvSpPr>
          <p:nvPr>
            <p:ph type="tbl" sz="quarter" idx="14"/>
          </p:nvPr>
        </p:nvSpPr>
        <p:spPr>
          <a:xfrm>
            <a:off x="468313" y="1916113"/>
            <a:ext cx="8207375" cy="4176712"/>
          </a:xfrm>
        </p:spPr>
        <p:txBody>
          <a:bodyPr/>
          <a:lstStyle/>
          <a:p>
            <a:r>
              <a:rPr lang="en-US"/>
              <a:t>Click icon to add table</a:t>
            </a:r>
          </a:p>
        </p:txBody>
      </p:sp>
      <p:sp>
        <p:nvSpPr>
          <p:cNvPr id="9" name="Title 1"/>
          <p:cNvSpPr>
            <a:spLocks noGrp="1"/>
          </p:cNvSpPr>
          <p:nvPr>
            <p:ph type="title"/>
          </p:nvPr>
        </p:nvSpPr>
        <p:spPr>
          <a:xfrm>
            <a:off x="468313" y="961012"/>
            <a:ext cx="8207375" cy="370800"/>
          </a:xfrm>
        </p:spPr>
        <p:txBody>
          <a:bodyPr/>
          <a:lstStyle/>
          <a:p>
            <a:r>
              <a:rPr lang="en-US"/>
              <a:t>Click to edit Master title style</a:t>
            </a:r>
          </a:p>
        </p:txBody>
      </p:sp>
    </p:spTree>
    <p:extLst>
      <p:ext uri="{BB962C8B-B14F-4D97-AF65-F5344CB8AC3E}">
        <p14:creationId xmlns:p14="http://schemas.microsoft.com/office/powerpoint/2010/main" val="22632867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8313" y="1755648"/>
            <a:ext cx="3959226"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68312" y="2276476"/>
            <a:ext cx="3959225" cy="3673475"/>
          </a:xfrm>
        </p:spPr>
        <p:txBody>
          <a:bodyPr/>
          <a:lstStyle/>
          <a:p>
            <a:pPr lvl="0"/>
            <a:r>
              <a:rPr lang="en-US"/>
              <a:t>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a:p>
        </p:txBody>
      </p:sp>
      <p:sp>
        <p:nvSpPr>
          <p:cNvPr id="7" name="Picture Placeholder 6"/>
          <p:cNvSpPr>
            <a:spLocks noGrp="1"/>
          </p:cNvSpPr>
          <p:nvPr>
            <p:ph type="pic" sz="quarter" idx="13"/>
          </p:nvPr>
        </p:nvSpPr>
        <p:spPr>
          <a:xfrm>
            <a:off x="4716462" y="962025"/>
            <a:ext cx="3959225" cy="4987925"/>
          </a:xfrm>
          <a:solidFill>
            <a:schemeClr val="bg1">
              <a:lumMod val="95000"/>
            </a:schemeClr>
          </a:solidFill>
        </p:spPr>
        <p:txBody>
          <a:bodyPr/>
          <a:lstStyle>
            <a:lvl1pPr marL="0" indent="0">
              <a:buNone/>
              <a:defRPr cap="all" baseline="0"/>
            </a:lvl1pPr>
          </a:lstStyle>
          <a:p>
            <a:r>
              <a:rPr lang="en-US"/>
              <a:t>Click icon to add picture</a:t>
            </a:r>
          </a:p>
        </p:txBody>
      </p:sp>
      <p:sp>
        <p:nvSpPr>
          <p:cNvPr id="10" name="Text Placeholder 2"/>
          <p:cNvSpPr>
            <a:spLocks noGrp="1"/>
          </p:cNvSpPr>
          <p:nvPr>
            <p:ph type="body" idx="14" hasCustomPrompt="1"/>
          </p:nvPr>
        </p:nvSpPr>
        <p:spPr>
          <a:xfrm>
            <a:off x="4582636" y="6076951"/>
            <a:ext cx="4200699" cy="153888"/>
          </a:xfrm>
        </p:spPr>
        <p:txBody>
          <a:bodyPr wrap="square" anchor="t" anchorCtr="0">
            <a:spAutoFit/>
          </a:bodyPr>
          <a:lstStyle>
            <a:lvl1pPr marL="0" indent="0">
              <a:buNone/>
              <a:defRPr sz="10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itle 1"/>
          <p:cNvSpPr>
            <a:spLocks noGrp="1"/>
          </p:cNvSpPr>
          <p:nvPr>
            <p:ph type="title"/>
          </p:nvPr>
        </p:nvSpPr>
        <p:spPr>
          <a:xfrm>
            <a:off x="468312" y="961012"/>
            <a:ext cx="3959225" cy="370800"/>
          </a:xfrm>
        </p:spPr>
        <p:txBody>
          <a:bodyPr/>
          <a:lstStyle/>
          <a:p>
            <a:r>
              <a:rPr lang="en-US"/>
              <a:t>Click to edit Master title style</a:t>
            </a:r>
          </a:p>
        </p:txBody>
      </p:sp>
    </p:spTree>
    <p:extLst>
      <p:ext uri="{BB962C8B-B14F-4D97-AF65-F5344CB8AC3E}">
        <p14:creationId xmlns:p14="http://schemas.microsoft.com/office/powerpoint/2010/main" val="14207946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de Text and Full Page Image">
    <p:spTree>
      <p:nvGrpSpPr>
        <p:cNvPr id="1" name=""/>
        <p:cNvGrpSpPr/>
        <p:nvPr/>
      </p:nvGrpSpPr>
      <p:grpSpPr>
        <a:xfrm>
          <a:off x="0" y="0"/>
          <a:ext cx="0" cy="0"/>
          <a:chOff x="0" y="0"/>
          <a:chExt cx="0" cy="0"/>
        </a:xfrm>
      </p:grpSpPr>
      <p:sp>
        <p:nvSpPr>
          <p:cNvPr id="7" name="Picture Placeholder 6"/>
          <p:cNvSpPr>
            <a:spLocks noGrp="1"/>
          </p:cNvSpPr>
          <p:nvPr>
            <p:ph type="pic" sz="quarter" idx="13"/>
          </p:nvPr>
        </p:nvSpPr>
        <p:spPr>
          <a:xfrm>
            <a:off x="0" y="685800"/>
            <a:ext cx="9144000" cy="6172200"/>
          </a:xfrm>
          <a:solidFill>
            <a:schemeClr val="tx2">
              <a:lumMod val="20000"/>
              <a:lumOff val="80000"/>
            </a:schemeClr>
          </a:solidFill>
        </p:spPr>
        <p:txBody>
          <a:bodyPr/>
          <a:lstStyle>
            <a:lvl1pPr marL="0" indent="0">
              <a:buNone/>
              <a:defRPr cap="all" baseline="0"/>
            </a:lvl1pPr>
          </a:lstStyle>
          <a:p>
            <a:r>
              <a:rPr lang="en-US"/>
              <a:t>Click icon to add picture</a:t>
            </a:r>
          </a:p>
        </p:txBody>
      </p:sp>
      <p:sp>
        <p:nvSpPr>
          <p:cNvPr id="6" name="Rectangle 5"/>
          <p:cNvSpPr/>
          <p:nvPr userDrawn="1"/>
        </p:nvSpPr>
        <p:spPr>
          <a:xfrm>
            <a:off x="0" y="685800"/>
            <a:ext cx="4572000" cy="61722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68313" y="1755648"/>
            <a:ext cx="3959226"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68313" y="2276475"/>
            <a:ext cx="3959226" cy="3816351"/>
          </a:xfrm>
        </p:spPr>
        <p:txBody>
          <a:bodyPr/>
          <a:lstStyle/>
          <a:p>
            <a:pPr lvl="0"/>
            <a:r>
              <a:rPr lang="en-US"/>
              <a:t>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a:p>
        </p:txBody>
      </p:sp>
      <p:sp>
        <p:nvSpPr>
          <p:cNvPr id="10" name="TextBox 9"/>
          <p:cNvSpPr txBox="1"/>
          <p:nvPr userDrawn="1"/>
        </p:nvSpPr>
        <p:spPr>
          <a:xfrm>
            <a:off x="468313" y="6621522"/>
            <a:ext cx="1934825" cy="184666"/>
          </a:xfrm>
          <a:prstGeom prst="rect">
            <a:avLst/>
          </a:prstGeom>
          <a:noFill/>
        </p:spPr>
        <p:txBody>
          <a:bodyPr wrap="none" lIns="0" rIns="0" rtlCol="0">
            <a:spAutoFit/>
          </a:bodyPr>
          <a:lstStyle/>
          <a:p>
            <a:r>
              <a:rPr lang="en-US" sz="600">
                <a:solidFill>
                  <a:schemeClr val="tx2"/>
                </a:solidFill>
              </a:rPr>
              <a:t>Confidential. © 2017 IHS Markit</a:t>
            </a:r>
            <a:r>
              <a:rPr lang="en-US" sz="600" baseline="30000">
                <a:solidFill>
                  <a:schemeClr val="tx2"/>
                </a:solidFill>
              </a:rPr>
              <a:t>TM</a:t>
            </a:r>
            <a:r>
              <a:rPr lang="en-US" sz="600">
                <a:solidFill>
                  <a:schemeClr val="tx2"/>
                </a:solidFill>
              </a:rPr>
              <a:t>. All Rights Reserved.</a:t>
            </a:r>
          </a:p>
        </p:txBody>
      </p:sp>
      <p:sp>
        <p:nvSpPr>
          <p:cNvPr id="11" name="Title 1"/>
          <p:cNvSpPr>
            <a:spLocks noGrp="1"/>
          </p:cNvSpPr>
          <p:nvPr>
            <p:ph type="title"/>
          </p:nvPr>
        </p:nvSpPr>
        <p:spPr>
          <a:xfrm>
            <a:off x="468312" y="961012"/>
            <a:ext cx="3959225" cy="370800"/>
          </a:xfrm>
        </p:spPr>
        <p:txBody>
          <a:bodyPr/>
          <a:lstStyle/>
          <a:p>
            <a:r>
              <a:rPr lang="en-US"/>
              <a:t>Click to edit Master title style</a:t>
            </a:r>
          </a:p>
        </p:txBody>
      </p:sp>
    </p:spTree>
    <p:extLst>
      <p:ext uri="{BB962C8B-B14F-4D97-AF65-F5344CB8AC3E}">
        <p14:creationId xmlns:p14="http://schemas.microsoft.com/office/powerpoint/2010/main" val="3439870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and Full Page Image">
    <p:spTree>
      <p:nvGrpSpPr>
        <p:cNvPr id="1" name=""/>
        <p:cNvGrpSpPr/>
        <p:nvPr/>
      </p:nvGrpSpPr>
      <p:grpSpPr>
        <a:xfrm>
          <a:off x="0" y="0"/>
          <a:ext cx="0" cy="0"/>
          <a:chOff x="0" y="0"/>
          <a:chExt cx="0" cy="0"/>
        </a:xfrm>
      </p:grpSpPr>
      <p:sp>
        <p:nvSpPr>
          <p:cNvPr id="7" name="Picture Placeholder 6"/>
          <p:cNvSpPr>
            <a:spLocks noGrp="1"/>
          </p:cNvSpPr>
          <p:nvPr>
            <p:ph type="pic" sz="quarter" idx="13"/>
          </p:nvPr>
        </p:nvSpPr>
        <p:spPr>
          <a:xfrm>
            <a:off x="0" y="685800"/>
            <a:ext cx="9144000" cy="6172200"/>
          </a:xfrm>
          <a:solidFill>
            <a:schemeClr val="tx2">
              <a:lumMod val="20000"/>
              <a:lumOff val="80000"/>
            </a:schemeClr>
          </a:solidFill>
        </p:spPr>
        <p:txBody>
          <a:bodyPr/>
          <a:lstStyle>
            <a:lvl1pPr marL="0" indent="0">
              <a:buNone/>
              <a:defRPr cap="all" baseline="0"/>
            </a:lvl1pPr>
          </a:lstStyle>
          <a:p>
            <a:r>
              <a:rPr lang="en-US"/>
              <a:t>Click icon to add picture</a:t>
            </a:r>
          </a:p>
        </p:txBody>
      </p:sp>
      <p:sp>
        <p:nvSpPr>
          <p:cNvPr id="6" name="Rectangle 5"/>
          <p:cNvSpPr/>
          <p:nvPr userDrawn="1"/>
        </p:nvSpPr>
        <p:spPr>
          <a:xfrm>
            <a:off x="0" y="3311747"/>
            <a:ext cx="9144000" cy="3082159"/>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a:p>
        </p:txBody>
      </p:sp>
      <p:sp>
        <p:nvSpPr>
          <p:cNvPr id="2" name="Title 1"/>
          <p:cNvSpPr>
            <a:spLocks noGrp="1"/>
          </p:cNvSpPr>
          <p:nvPr>
            <p:ph type="title"/>
          </p:nvPr>
        </p:nvSpPr>
        <p:spPr>
          <a:xfrm>
            <a:off x="468313" y="3700498"/>
            <a:ext cx="8207376" cy="370800"/>
          </a:xfrm>
        </p:spPr>
        <p:txBody>
          <a:bodyPr wrap="square" anchor="t" anchorCtr="0">
            <a:spAutoFit/>
          </a:bodyPr>
          <a:lstStyle/>
          <a:p>
            <a:r>
              <a:rPr lang="en-US"/>
              <a:t>Click to edit Master title style</a:t>
            </a:r>
          </a:p>
        </p:txBody>
      </p:sp>
      <p:sp>
        <p:nvSpPr>
          <p:cNvPr id="3" name="Text Placeholder 2"/>
          <p:cNvSpPr>
            <a:spLocks noGrp="1"/>
          </p:cNvSpPr>
          <p:nvPr>
            <p:ph type="body" idx="1"/>
          </p:nvPr>
        </p:nvSpPr>
        <p:spPr>
          <a:xfrm>
            <a:off x="468313" y="4127212"/>
            <a:ext cx="8207375" cy="246221"/>
          </a:xfrm>
        </p:spPr>
        <p:txBody>
          <a:bodyPr wrap="square" anchor="t" anchorCtr="0">
            <a:spAutoFit/>
          </a:bodyPr>
          <a:lstStyle>
            <a:lvl1pPr marL="0" indent="0">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68313" y="4590290"/>
            <a:ext cx="8207375" cy="1110751"/>
          </a:xfrm>
        </p:spPr>
        <p:txBody>
          <a:bodyPr/>
          <a:lstStyle>
            <a:lvl1pPr marL="0" indent="0">
              <a:buNone/>
              <a:defRPr/>
            </a:lvl1pPr>
          </a:lstStyle>
          <a:p>
            <a:pPr lvl="0"/>
            <a:r>
              <a:rPr lang="en-US"/>
              <a:t>Edit Master text styles</a:t>
            </a:r>
          </a:p>
        </p:txBody>
      </p:sp>
      <p:sp>
        <p:nvSpPr>
          <p:cNvPr id="10" name="TextBox 9"/>
          <p:cNvSpPr txBox="1"/>
          <p:nvPr userDrawn="1"/>
        </p:nvSpPr>
        <p:spPr>
          <a:xfrm>
            <a:off x="468313" y="6621522"/>
            <a:ext cx="1899559" cy="184666"/>
          </a:xfrm>
          <a:prstGeom prst="rect">
            <a:avLst/>
          </a:prstGeom>
          <a:noFill/>
        </p:spPr>
        <p:txBody>
          <a:bodyPr wrap="none" lIns="0" rIns="0" rtlCol="0">
            <a:spAutoFit/>
          </a:bodyPr>
          <a:lstStyle/>
          <a:p>
            <a:r>
              <a:rPr lang="en-US" sz="600">
                <a:solidFill>
                  <a:schemeClr val="tx2"/>
                </a:solidFill>
              </a:rPr>
              <a:t>Confidential. © 2017 IHS Markit</a:t>
            </a:r>
            <a:r>
              <a:rPr lang="en-US" sz="600" baseline="30000">
                <a:solidFill>
                  <a:schemeClr val="tx2"/>
                </a:solidFill>
              </a:rPr>
              <a:t>TM</a:t>
            </a:r>
            <a:r>
              <a:rPr lang="en-US" sz="600">
                <a:solidFill>
                  <a:schemeClr val="tx2"/>
                </a:solidFill>
              </a:rPr>
              <a:t>. All Rights Reserved.</a:t>
            </a:r>
          </a:p>
        </p:txBody>
      </p:sp>
    </p:spTree>
    <p:extLst>
      <p:ext uri="{BB962C8B-B14F-4D97-AF65-F5344CB8AC3E}">
        <p14:creationId xmlns:p14="http://schemas.microsoft.com/office/powerpoint/2010/main" val="18582461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4704619B-9823-F845-874B-2390AC991BC7}" type="slidenum">
              <a:rPr lang="en-US" smtClean="0"/>
              <a:t>‹#›</a:t>
            </a:fld>
            <a:endParaRPr lang="en-US"/>
          </a:p>
        </p:txBody>
      </p:sp>
    </p:spTree>
    <p:extLst>
      <p:ext uri="{BB962C8B-B14F-4D97-AF65-F5344CB8AC3E}">
        <p14:creationId xmlns:p14="http://schemas.microsoft.com/office/powerpoint/2010/main" val="13304775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704619B-9823-F845-874B-2390AC991BC7}" type="slidenum">
              <a:rPr lang="en-US" smtClean="0"/>
              <a:t>‹#›</a:t>
            </a:fld>
            <a:endParaRPr lang="en-US"/>
          </a:p>
        </p:txBody>
      </p:sp>
    </p:spTree>
    <p:extLst>
      <p:ext uri="{BB962C8B-B14F-4D97-AF65-F5344CB8AC3E}">
        <p14:creationId xmlns:p14="http://schemas.microsoft.com/office/powerpoint/2010/main" val="17365007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Public Use Disclaimer">
    <p:spTree>
      <p:nvGrpSpPr>
        <p:cNvPr id="1" name=""/>
        <p:cNvGrpSpPr/>
        <p:nvPr/>
      </p:nvGrpSpPr>
      <p:grpSpPr>
        <a:xfrm>
          <a:off x="0" y="0"/>
          <a:ext cx="0" cy="0"/>
          <a:chOff x="0" y="0"/>
          <a:chExt cx="0" cy="0"/>
        </a:xfrm>
      </p:grpSpPr>
      <p:sp>
        <p:nvSpPr>
          <p:cNvPr id="13" name="TextBox 12"/>
          <p:cNvSpPr txBox="1"/>
          <p:nvPr userDrawn="1"/>
        </p:nvSpPr>
        <p:spPr>
          <a:xfrm>
            <a:off x="468313" y="4005064"/>
            <a:ext cx="8207375" cy="792088"/>
          </a:xfrm>
          <a:prstGeom prst="rect">
            <a:avLst/>
          </a:prstGeom>
          <a:noFill/>
        </p:spPr>
        <p:txBody>
          <a:bodyPr wrap="square" lIns="0" tIns="0" rIns="468000" bIns="0" rtlCol="0">
            <a:noAutofit/>
          </a:bodyPr>
          <a:lstStyle/>
          <a:p>
            <a:pPr marL="0" indent="0">
              <a:lnSpc>
                <a:spcPct val="120000"/>
              </a:lnSpc>
              <a:spcAft>
                <a:spcPts val="200"/>
              </a:spcAft>
            </a:pPr>
            <a:r>
              <a:rPr lang="en-GB" sz="1100" b="0">
                <a:solidFill>
                  <a:schemeClr val="accent1"/>
                </a:solidFill>
                <a:latin typeface="+mn-lt"/>
                <a:cs typeface="Arial" pitchFamily="34" charset="0"/>
              </a:rPr>
              <a:t>IHS Markit</a:t>
            </a:r>
            <a:r>
              <a:rPr lang="en-GB" sz="1100" b="0" baseline="0">
                <a:solidFill>
                  <a:schemeClr val="accent1"/>
                </a:solidFill>
                <a:latin typeface="+mn-lt"/>
                <a:cs typeface="Arial" pitchFamily="34" charset="0"/>
              </a:rPr>
              <a:t> </a:t>
            </a:r>
            <a:r>
              <a:rPr lang="en-GB" sz="1100" b="0">
                <a:solidFill>
                  <a:schemeClr val="accent1"/>
                </a:solidFill>
                <a:latin typeface="+mn-lt"/>
                <a:cs typeface="Arial" pitchFamily="34" charset="0"/>
              </a:rPr>
              <a:t>Customer Care</a:t>
            </a:r>
          </a:p>
          <a:p>
            <a:pPr marL="0" indent="-108000">
              <a:lnSpc>
                <a:spcPct val="120000"/>
              </a:lnSpc>
              <a:buFont typeface="Arial" pitchFamily="34" charset="0"/>
              <a:buNone/>
            </a:pPr>
            <a:r>
              <a:rPr lang="en-GB" sz="800" b="0">
                <a:solidFill>
                  <a:schemeClr val="tx1"/>
                </a:solidFill>
                <a:latin typeface="+mn-lt"/>
                <a:cs typeface="Arial" pitchFamily="34" charset="0"/>
              </a:rPr>
              <a:t>CustomerCare@ihsmarkit.com</a:t>
            </a:r>
          </a:p>
          <a:p>
            <a:pPr marL="0" indent="-108000">
              <a:lnSpc>
                <a:spcPct val="120000"/>
              </a:lnSpc>
              <a:buFont typeface="Arial" pitchFamily="34" charset="0"/>
              <a:buNone/>
            </a:pPr>
            <a:r>
              <a:rPr lang="en-GB" sz="800" b="0">
                <a:solidFill>
                  <a:schemeClr val="tx1"/>
                </a:solidFill>
                <a:latin typeface="+mn-lt"/>
                <a:cs typeface="Arial" pitchFamily="34" charset="0"/>
              </a:rPr>
              <a:t>Americas:</a:t>
            </a:r>
            <a:r>
              <a:rPr lang="ru-RU" sz="800" b="0">
                <a:solidFill>
                  <a:schemeClr val="tx1"/>
                </a:solidFill>
                <a:latin typeface="+mn-lt"/>
                <a:cs typeface="Arial" pitchFamily="34" charset="0"/>
              </a:rPr>
              <a:t> +</a:t>
            </a:r>
            <a:r>
              <a:rPr lang="en-GB" sz="800" b="0">
                <a:solidFill>
                  <a:schemeClr val="tx1"/>
                </a:solidFill>
                <a:latin typeface="+mn-lt"/>
                <a:cs typeface="Arial" pitchFamily="34" charset="0"/>
              </a:rPr>
              <a:t>1 800 IHS CARE (+1 800 447 2273)</a:t>
            </a:r>
          </a:p>
          <a:p>
            <a:pPr marL="0" indent="-108000">
              <a:lnSpc>
                <a:spcPct val="120000"/>
              </a:lnSpc>
              <a:buFont typeface="Arial" pitchFamily="34" charset="0"/>
              <a:buNone/>
            </a:pPr>
            <a:r>
              <a:rPr lang="en-GB" sz="800" b="0" baseline="0">
                <a:solidFill>
                  <a:schemeClr val="tx1"/>
                </a:solidFill>
                <a:latin typeface="+mn-lt"/>
                <a:cs typeface="Arial" pitchFamily="34" charset="0"/>
              </a:rPr>
              <a:t>Europe, Middle East, and Africa: </a:t>
            </a:r>
            <a:r>
              <a:rPr lang="en-GB" sz="800" b="0">
                <a:solidFill>
                  <a:schemeClr val="tx1"/>
                </a:solidFill>
                <a:latin typeface="+mn-lt"/>
                <a:cs typeface="Arial" pitchFamily="34" charset="0"/>
              </a:rPr>
              <a:t>+44 (0) 1344 328 300</a:t>
            </a:r>
          </a:p>
          <a:p>
            <a:pPr marL="0" indent="-108000">
              <a:lnSpc>
                <a:spcPct val="120000"/>
              </a:lnSpc>
              <a:buFont typeface="Arial" pitchFamily="34" charset="0"/>
              <a:buNone/>
            </a:pPr>
            <a:r>
              <a:rPr lang="en-GB" sz="800" b="0">
                <a:solidFill>
                  <a:schemeClr val="tx1"/>
                </a:solidFill>
                <a:latin typeface="+mn-lt"/>
                <a:cs typeface="Arial" pitchFamily="34" charset="0"/>
              </a:rPr>
              <a:t>Asia and the Pacific Rim: +604</a:t>
            </a:r>
            <a:r>
              <a:rPr lang="en-GB" sz="800" b="0" baseline="0">
                <a:solidFill>
                  <a:schemeClr val="tx1"/>
                </a:solidFill>
                <a:latin typeface="+mn-lt"/>
                <a:cs typeface="Arial" pitchFamily="34" charset="0"/>
              </a:rPr>
              <a:t> 291 3600</a:t>
            </a:r>
            <a:endParaRPr lang="en-GB" sz="800" b="0">
              <a:solidFill>
                <a:schemeClr val="tx1"/>
              </a:solidFill>
              <a:latin typeface="+mn-lt"/>
              <a:cs typeface="Arial" pitchFamily="34" charset="0"/>
            </a:endParaRPr>
          </a:p>
        </p:txBody>
      </p:sp>
      <p:sp>
        <p:nvSpPr>
          <p:cNvPr id="14" name="Line 25"/>
          <p:cNvSpPr>
            <a:spLocks noChangeShapeType="1"/>
          </p:cNvSpPr>
          <p:nvPr userDrawn="1"/>
        </p:nvSpPr>
        <p:spPr bwMode="auto">
          <a:xfrm>
            <a:off x="468313" y="5013176"/>
            <a:ext cx="8207375" cy="0"/>
          </a:xfrm>
          <a:prstGeom prst="line">
            <a:avLst/>
          </a:prstGeom>
          <a:noFill/>
          <a:ln w="6350">
            <a:solidFill>
              <a:schemeClr val="accent1"/>
            </a:solidFill>
            <a:round/>
            <a:headEnd/>
            <a:tailEnd/>
          </a:ln>
        </p:spPr>
        <p:txBody>
          <a:bodyPr/>
          <a:lstStyle/>
          <a:p>
            <a:endParaRPr lang="en-US"/>
          </a:p>
        </p:txBody>
      </p:sp>
      <p:sp>
        <p:nvSpPr>
          <p:cNvPr id="7" name="TextBox 6"/>
          <p:cNvSpPr txBox="1"/>
          <p:nvPr userDrawn="1"/>
        </p:nvSpPr>
        <p:spPr>
          <a:xfrm>
            <a:off x="468313" y="5157192"/>
            <a:ext cx="4823767" cy="1125335"/>
          </a:xfrm>
          <a:prstGeom prst="rect">
            <a:avLst/>
          </a:prstGeom>
          <a:noFill/>
        </p:spPr>
        <p:txBody>
          <a:bodyPr wrap="square" lIns="0" tIns="0" rIns="0" bIns="0" rtlCol="0" anchor="b">
            <a:noAutofit/>
          </a:bodyPr>
          <a:lstStyle/>
          <a:p>
            <a:pPr algn="l">
              <a:spcAft>
                <a:spcPts val="200"/>
              </a:spcAft>
            </a:pPr>
            <a:r>
              <a:rPr lang="en-US" sz="700" b="1">
                <a:solidFill>
                  <a:srgbClr val="00AB4E"/>
                </a:solidFill>
                <a:latin typeface="+mn-lt"/>
                <a:cs typeface="Arial" pitchFamily="34" charset="0"/>
              </a:rPr>
              <a:t>Disclaimer</a:t>
            </a:r>
            <a:endParaRPr lang="en-US" sz="500" b="1">
              <a:solidFill>
                <a:srgbClr val="00AB4E"/>
              </a:solidFill>
              <a:latin typeface="+mn-lt"/>
              <a:cs typeface="Arial" pitchFamily="34" charset="0"/>
            </a:endParaRPr>
          </a:p>
          <a:p>
            <a:pPr algn="l"/>
            <a:r>
              <a:rPr lang="en-US" sz="500">
                <a:solidFill>
                  <a:schemeClr val="tx1"/>
                </a:solidFill>
                <a:latin typeface="+mn-lt"/>
                <a:cs typeface="Arial" pitchFamily="34" charset="0"/>
              </a:rPr>
              <a:t>The information contained in this presentation is confidential. Any unauthorized use, disclosure, reproduction, or dissemination, in full or in part, in any media or by any means, without the prior written permission of IHS Markit Ltd. or any of its affiliates ("IHS Markit") is strictly prohibited. IHS Markit owns all IHS Markit logos and trade names contained in this presentation that are subject to license. Opinions, statements, estimates, and projections in this presentation (including other media) are solely those of the individual author(s) at the time of writing and do not necessarily reflect the opinions of IHS Markit. Neither IHS Markit nor the author(s) has any obligation to update this presentation in the event that any content, opinion, statement, estimate,</a:t>
            </a:r>
            <a:r>
              <a:rPr lang="en-US" sz="500" baseline="0">
                <a:solidFill>
                  <a:schemeClr val="tx1"/>
                </a:solidFill>
                <a:latin typeface="+mn-lt"/>
                <a:cs typeface="Arial" pitchFamily="34" charset="0"/>
              </a:rPr>
              <a:t> </a:t>
            </a:r>
            <a:r>
              <a:rPr lang="en-US" sz="500">
                <a:solidFill>
                  <a:schemeClr val="tx1"/>
                </a:solidFill>
                <a:latin typeface="+mn-lt"/>
                <a:cs typeface="Arial" pitchFamily="34" charset="0"/>
              </a:rPr>
              <a:t>or projection (collectively, "information") changes or subsequently becomes inaccurate. IHS Markit makes no warranty, expressed or implied, as to the accuracy, completeness, or timeliness of any information in this presentation, and shall not in any way be liable to any recipient for any inaccuracies or omissions. Without limiting the foregoing, IHS Markit shall have no liability whatsoever to any recipient, whether in contract, in tort (including negligence), under warranty, under statute or otherwise, in respect of any loss or damage suffered by any recipient as a result of or in connection with any information provided, or any course of action determined, by it or any third party, whether or not based on any information provided. The inclusion of a link to an external website by IHS Markit should not be understood to be an endorsement of that website or the site's owners (or their products/services). IHS Markit is not responsible for either the content or output of external websites. Copyright © 2017, IHS Markit</a:t>
            </a:r>
            <a:r>
              <a:rPr lang="en-US" sz="500" baseline="30000">
                <a:solidFill>
                  <a:schemeClr val="tx1"/>
                </a:solidFill>
                <a:latin typeface="+mn-lt"/>
                <a:cs typeface="Arial" pitchFamily="34" charset="0"/>
              </a:rPr>
              <a:t>TM</a:t>
            </a:r>
            <a:r>
              <a:rPr lang="en-US" sz="500">
                <a:solidFill>
                  <a:schemeClr val="tx1"/>
                </a:solidFill>
                <a:latin typeface="+mn-lt"/>
                <a:cs typeface="Arial" pitchFamily="34" charset="0"/>
              </a:rPr>
              <a:t>. All rights reserved and all intellectual property rights are retained by IHS Markit. </a:t>
            </a:r>
          </a:p>
          <a:p>
            <a:pPr algn="l"/>
            <a:endParaRPr lang="en-US" sz="500">
              <a:solidFill>
                <a:schemeClr val="tx1"/>
              </a:solidFill>
              <a:latin typeface="+mn-lt"/>
              <a:cs typeface="Arial" pitchFamily="34" charset="0"/>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29470" y="4998890"/>
            <a:ext cx="3023366" cy="1219099"/>
          </a:xfrm>
          <a:prstGeom prst="rect">
            <a:avLst/>
          </a:prstGeom>
        </p:spPr>
      </p:pic>
    </p:spTree>
    <p:extLst>
      <p:ext uri="{BB962C8B-B14F-4D97-AF65-F5344CB8AC3E}">
        <p14:creationId xmlns:p14="http://schemas.microsoft.com/office/powerpoint/2010/main" val="8091274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ble of Contents - One Heading Level - 1 Column">
    <p:spTree>
      <p:nvGrpSpPr>
        <p:cNvPr id="1" name=""/>
        <p:cNvGrpSpPr/>
        <p:nvPr/>
      </p:nvGrpSpPr>
      <p:grpSpPr>
        <a:xfrm>
          <a:off x="0" y="0"/>
          <a:ext cx="0" cy="0"/>
          <a:chOff x="0" y="0"/>
          <a:chExt cx="0" cy="0"/>
        </a:xfrm>
      </p:grpSpPr>
      <p:sp>
        <p:nvSpPr>
          <p:cNvPr id="11" name="TextBox 10"/>
          <p:cNvSpPr txBox="1"/>
          <p:nvPr userDrawn="1"/>
        </p:nvSpPr>
        <p:spPr>
          <a:xfrm>
            <a:off x="468313" y="504152"/>
            <a:ext cx="8207375" cy="461665"/>
          </a:xfrm>
          <a:prstGeom prst="rect">
            <a:avLst/>
          </a:prstGeom>
          <a:noFill/>
        </p:spPr>
        <p:txBody>
          <a:bodyPr wrap="square" lIns="0" rtlCol="0">
            <a:spAutoFit/>
          </a:bodyPr>
          <a:lstStyle/>
          <a:p>
            <a:r>
              <a:rPr lang="en-US" sz="2400" b="1">
                <a:solidFill>
                  <a:srgbClr val="00AB4E"/>
                </a:solidFill>
              </a:rPr>
              <a:t>Contents</a:t>
            </a:r>
          </a:p>
        </p:txBody>
      </p:sp>
      <p:sp>
        <p:nvSpPr>
          <p:cNvPr id="7" name="Text Placeholder 7"/>
          <p:cNvSpPr>
            <a:spLocks noGrp="1"/>
          </p:cNvSpPr>
          <p:nvPr>
            <p:ph type="body" sz="quarter" idx="13" hasCustomPrompt="1"/>
          </p:nvPr>
        </p:nvSpPr>
        <p:spPr>
          <a:xfrm>
            <a:off x="468313" y="1341439"/>
            <a:ext cx="8207376" cy="4895849"/>
          </a:xfrm>
          <a:prstGeom prst="rect">
            <a:avLst/>
          </a:prstGeom>
        </p:spPr>
        <p:txBody>
          <a:bodyPr/>
          <a:lstStyle>
            <a:lvl1pPr marL="0" indent="0">
              <a:spcBef>
                <a:spcPts val="1200"/>
              </a:spcBef>
              <a:spcAft>
                <a:spcPts val="300"/>
              </a:spcAft>
              <a:buClr>
                <a:schemeClr val="bg1"/>
              </a:buClr>
              <a:buSzPct val="25000"/>
              <a:buFont typeface="Arial" pitchFamily="34" charset="0"/>
              <a:buChar char="‮"/>
              <a:tabLst>
                <a:tab pos="5038725" algn="r"/>
              </a:tabLst>
              <a:defRPr lang="en-US" sz="1600" b="1" u="none" kern="1200" cap="none" baseline="0" dirty="0" smtClean="0">
                <a:solidFill>
                  <a:srgbClr val="58595B"/>
                </a:solidFill>
                <a:uFill>
                  <a:solidFill>
                    <a:schemeClr val="tx2"/>
                  </a:solidFill>
                </a:uFill>
                <a:latin typeface="+mn-lt"/>
                <a:ea typeface="+mn-ea"/>
                <a:cs typeface="+mn-cs"/>
              </a:defRPr>
            </a:lvl1pPr>
            <a:lvl2pPr marL="0" indent="0" defTabSz="1044000">
              <a:spcBef>
                <a:spcPts val="0"/>
              </a:spcBef>
              <a:spcAft>
                <a:spcPts val="300"/>
              </a:spcAft>
              <a:buClr>
                <a:schemeClr val="bg1"/>
              </a:buClr>
              <a:buSzPct val="25000"/>
              <a:buFont typeface="Arial" pitchFamily="34" charset="0"/>
              <a:buChar char="‮"/>
              <a:tabLst>
                <a:tab pos="5040000" algn="r"/>
              </a:tabLst>
              <a:defRPr lang="en-US" sz="1000" b="1" u="none" kern="1200" baseline="0" dirty="0" smtClean="0">
                <a:solidFill>
                  <a:srgbClr val="707C8A"/>
                </a:solidFill>
                <a:uFill>
                  <a:solidFill>
                    <a:schemeClr val="tx1"/>
                  </a:solidFill>
                </a:uFill>
                <a:latin typeface="+mn-lt"/>
                <a:ea typeface="+mn-ea"/>
                <a:cs typeface="+mn-cs"/>
              </a:defRPr>
            </a:lvl2pPr>
            <a:lvl3pPr marL="177800" indent="-177800">
              <a:spcBef>
                <a:spcPts val="0"/>
              </a:spcBef>
              <a:spcAft>
                <a:spcPts val="300"/>
              </a:spcAft>
              <a:buClr>
                <a:srgbClr val="A1ABB2"/>
              </a:buClr>
              <a:buSzPct val="100000"/>
              <a:buFont typeface="Arial" pitchFamily="34" charset="0"/>
              <a:buNone/>
              <a:tabLst>
                <a:tab pos="5040000" algn="r"/>
              </a:tabLst>
              <a:defRPr lang="en-US" sz="800" u="none" kern="1200" baseline="0" dirty="0" smtClean="0">
                <a:solidFill>
                  <a:srgbClr val="707C8A"/>
                </a:solidFill>
                <a:uFill>
                  <a:solidFill>
                    <a:schemeClr val="tx1">
                      <a:lumMod val="50000"/>
                      <a:lumOff val="50000"/>
                    </a:schemeClr>
                  </a:solidFill>
                </a:uFill>
                <a:latin typeface="+mn-lt"/>
                <a:ea typeface="+mn-ea"/>
                <a:cs typeface="+mn-cs"/>
              </a:defRPr>
            </a:lvl3pPr>
          </a:lstStyle>
          <a:p>
            <a:pPr lvl="0"/>
            <a:r>
              <a:rPr lang="en-US"/>
              <a:t>Section level 1</a:t>
            </a:r>
          </a:p>
        </p:txBody>
      </p:sp>
      <p:sp>
        <p:nvSpPr>
          <p:cNvPr id="9" name="Footer Placeholder 8"/>
          <p:cNvSpPr>
            <a:spLocks noGrp="1"/>
          </p:cNvSpPr>
          <p:nvPr>
            <p:ph type="ftr" sz="quarter" idx="14"/>
          </p:nvPr>
        </p:nvSpPr>
        <p:spPr/>
        <p:txBody>
          <a:bodyPr/>
          <a:lstStyle/>
          <a:p>
            <a:r>
              <a:rPr lang="en-US">
                <a:solidFill>
                  <a:srgbClr val="FFFFFF"/>
                </a:solidFill>
              </a:rPr>
              <a:t>Presentation Name / Month 2017</a:t>
            </a:r>
          </a:p>
        </p:txBody>
      </p:sp>
      <p:sp>
        <p:nvSpPr>
          <p:cNvPr id="8"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a:p>
        </p:txBody>
      </p:sp>
    </p:spTree>
    <p:extLst>
      <p:ext uri="{BB962C8B-B14F-4D97-AF65-F5344CB8AC3E}">
        <p14:creationId xmlns:p14="http://schemas.microsoft.com/office/powerpoint/2010/main" val="33921725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able of Contents - One Heading Level - 2 Column">
    <p:spTree>
      <p:nvGrpSpPr>
        <p:cNvPr id="1" name=""/>
        <p:cNvGrpSpPr/>
        <p:nvPr/>
      </p:nvGrpSpPr>
      <p:grpSpPr>
        <a:xfrm>
          <a:off x="0" y="0"/>
          <a:ext cx="0" cy="0"/>
          <a:chOff x="0" y="0"/>
          <a:chExt cx="0" cy="0"/>
        </a:xfrm>
      </p:grpSpPr>
      <p:sp>
        <p:nvSpPr>
          <p:cNvPr id="5" name="Text Placeholder 7"/>
          <p:cNvSpPr>
            <a:spLocks noGrp="1"/>
          </p:cNvSpPr>
          <p:nvPr>
            <p:ph type="body" sz="quarter" idx="13" hasCustomPrompt="1"/>
          </p:nvPr>
        </p:nvSpPr>
        <p:spPr>
          <a:xfrm>
            <a:off x="468313" y="1341439"/>
            <a:ext cx="8207376" cy="4895849"/>
          </a:xfrm>
          <a:prstGeom prst="rect">
            <a:avLst/>
          </a:prstGeom>
        </p:spPr>
        <p:txBody>
          <a:bodyPr numCol="2" spcCol="360000"/>
          <a:lstStyle>
            <a:lvl1pPr marL="0" indent="0">
              <a:spcBef>
                <a:spcPts val="1200"/>
              </a:spcBef>
              <a:spcAft>
                <a:spcPts val="300"/>
              </a:spcAft>
              <a:buClr>
                <a:schemeClr val="bg1"/>
              </a:buClr>
              <a:buSzPct val="25000"/>
              <a:buFont typeface="Arial" pitchFamily="34" charset="0"/>
              <a:buChar char="‮"/>
              <a:tabLst>
                <a:tab pos="8210550" algn="r"/>
              </a:tabLst>
              <a:defRPr lang="en-US" sz="1600" b="1" u="none" kern="1200" cap="none" baseline="0" dirty="0" smtClean="0">
                <a:solidFill>
                  <a:srgbClr val="58595B"/>
                </a:solidFill>
                <a:uFill>
                  <a:solidFill>
                    <a:schemeClr val="tx2"/>
                  </a:solidFill>
                </a:uFill>
                <a:latin typeface="+mn-lt"/>
                <a:ea typeface="+mn-ea"/>
                <a:cs typeface="+mn-cs"/>
              </a:defRPr>
            </a:lvl1pPr>
            <a:lvl2pPr marL="0" indent="0" defTabSz="1044000">
              <a:spcBef>
                <a:spcPts val="0"/>
              </a:spcBef>
              <a:spcAft>
                <a:spcPts val="300"/>
              </a:spcAft>
              <a:buClr>
                <a:schemeClr val="bg1"/>
              </a:buClr>
              <a:buSzPct val="25000"/>
              <a:buFont typeface="Arial" pitchFamily="34" charset="0"/>
              <a:buChar char="‮"/>
              <a:tabLst>
                <a:tab pos="8211600" algn="r"/>
              </a:tabLst>
              <a:defRPr lang="en-US" sz="1000" b="1" u="none" kern="1200" baseline="0" dirty="0" smtClean="0">
                <a:solidFill>
                  <a:srgbClr val="707C8A"/>
                </a:solidFill>
                <a:uFill>
                  <a:solidFill>
                    <a:schemeClr val="tx1"/>
                  </a:solidFill>
                </a:uFill>
                <a:latin typeface="+mn-lt"/>
                <a:ea typeface="+mn-ea"/>
                <a:cs typeface="+mn-cs"/>
              </a:defRPr>
            </a:lvl2pPr>
            <a:lvl3pPr marL="177800" indent="-177800">
              <a:spcBef>
                <a:spcPts val="0"/>
              </a:spcBef>
              <a:spcAft>
                <a:spcPts val="300"/>
              </a:spcAft>
              <a:buClr>
                <a:srgbClr val="A1ABB2"/>
              </a:buClr>
              <a:buSzPct val="100000"/>
              <a:buFont typeface="Arial" pitchFamily="34" charset="0"/>
              <a:buNone/>
              <a:tabLst>
                <a:tab pos="8210550" algn="r"/>
              </a:tabLst>
              <a:defRPr lang="en-US" sz="800" u="none" kern="1200" baseline="0" dirty="0" smtClean="0">
                <a:solidFill>
                  <a:srgbClr val="707C8A"/>
                </a:solidFill>
                <a:uFill>
                  <a:solidFill>
                    <a:schemeClr val="tx1">
                      <a:lumMod val="50000"/>
                      <a:lumOff val="50000"/>
                    </a:schemeClr>
                  </a:solidFill>
                </a:uFill>
                <a:latin typeface="+mn-lt"/>
                <a:ea typeface="+mn-ea"/>
                <a:cs typeface="+mn-cs"/>
              </a:defRPr>
            </a:lvl3pPr>
          </a:lstStyle>
          <a:p>
            <a:pPr lvl="0"/>
            <a:r>
              <a:rPr lang="en-US"/>
              <a:t>Section level 1</a:t>
            </a:r>
          </a:p>
        </p:txBody>
      </p:sp>
      <p:sp>
        <p:nvSpPr>
          <p:cNvPr id="9" name="Footer Placeholder 8"/>
          <p:cNvSpPr>
            <a:spLocks noGrp="1"/>
          </p:cNvSpPr>
          <p:nvPr>
            <p:ph type="ftr" sz="quarter" idx="14"/>
          </p:nvPr>
        </p:nvSpPr>
        <p:spPr/>
        <p:txBody>
          <a:bodyPr/>
          <a:lstStyle/>
          <a:p>
            <a:r>
              <a:rPr lang="en-US">
                <a:solidFill>
                  <a:srgbClr val="FFFFFF"/>
                </a:solidFill>
              </a:rPr>
              <a:t>Presentation Name / Month 2017</a:t>
            </a:r>
          </a:p>
        </p:txBody>
      </p:sp>
      <p:sp>
        <p:nvSpPr>
          <p:cNvPr id="8"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a:p>
        </p:txBody>
      </p:sp>
      <p:sp>
        <p:nvSpPr>
          <p:cNvPr id="13" name="TextBox 12"/>
          <p:cNvSpPr txBox="1"/>
          <p:nvPr userDrawn="1"/>
        </p:nvSpPr>
        <p:spPr>
          <a:xfrm>
            <a:off x="468313" y="504152"/>
            <a:ext cx="8207375" cy="461665"/>
          </a:xfrm>
          <a:prstGeom prst="rect">
            <a:avLst/>
          </a:prstGeom>
          <a:noFill/>
        </p:spPr>
        <p:txBody>
          <a:bodyPr wrap="square" lIns="0" rtlCol="0">
            <a:spAutoFit/>
          </a:bodyPr>
          <a:lstStyle/>
          <a:p>
            <a:r>
              <a:rPr lang="en-US" sz="2400" b="1">
                <a:solidFill>
                  <a:srgbClr val="00AB4E"/>
                </a:solidFill>
              </a:rPr>
              <a:t>Contents</a:t>
            </a:r>
          </a:p>
        </p:txBody>
      </p:sp>
    </p:spTree>
    <p:extLst>
      <p:ext uri="{BB962C8B-B14F-4D97-AF65-F5344CB8AC3E}">
        <p14:creationId xmlns:p14="http://schemas.microsoft.com/office/powerpoint/2010/main" val="31308613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able of Contents - 1 Column">
    <p:spTree>
      <p:nvGrpSpPr>
        <p:cNvPr id="1" name=""/>
        <p:cNvGrpSpPr/>
        <p:nvPr/>
      </p:nvGrpSpPr>
      <p:grpSpPr>
        <a:xfrm>
          <a:off x="0" y="0"/>
          <a:ext cx="0" cy="0"/>
          <a:chOff x="0" y="0"/>
          <a:chExt cx="0" cy="0"/>
        </a:xfrm>
      </p:grpSpPr>
      <p:sp>
        <p:nvSpPr>
          <p:cNvPr id="7" name="Text Placeholder 7"/>
          <p:cNvSpPr>
            <a:spLocks noGrp="1"/>
          </p:cNvSpPr>
          <p:nvPr>
            <p:ph type="body" sz="quarter" idx="13" hasCustomPrompt="1"/>
          </p:nvPr>
        </p:nvSpPr>
        <p:spPr>
          <a:xfrm>
            <a:off x="468313" y="1341439"/>
            <a:ext cx="8207376" cy="4895849"/>
          </a:xfrm>
          <a:prstGeom prst="rect">
            <a:avLst/>
          </a:prstGeom>
        </p:spPr>
        <p:txBody>
          <a:bodyPr/>
          <a:lstStyle>
            <a:lvl1pPr marL="0" indent="0">
              <a:spcBef>
                <a:spcPts val="1200"/>
              </a:spcBef>
              <a:spcAft>
                <a:spcPts val="300"/>
              </a:spcAft>
              <a:buClr>
                <a:schemeClr val="bg1"/>
              </a:buClr>
              <a:buSzPct val="25000"/>
              <a:buFont typeface="Arial" pitchFamily="34" charset="0"/>
              <a:buChar char="‮"/>
              <a:tabLst>
                <a:tab pos="5038725" algn="r"/>
              </a:tabLst>
              <a:defRPr lang="en-US" sz="1600" b="1" u="none" kern="1200" cap="all" baseline="0" dirty="0" smtClean="0">
                <a:solidFill>
                  <a:schemeClr val="tx1"/>
                </a:solidFill>
                <a:uFill>
                  <a:solidFill>
                    <a:schemeClr val="tx2"/>
                  </a:solidFill>
                </a:uFill>
                <a:latin typeface="+mn-lt"/>
                <a:ea typeface="+mn-ea"/>
                <a:cs typeface="+mn-cs"/>
              </a:defRPr>
            </a:lvl1pPr>
            <a:lvl2pPr marL="0" indent="0" defTabSz="1044000">
              <a:spcBef>
                <a:spcPts val="0"/>
              </a:spcBef>
              <a:spcAft>
                <a:spcPts val="300"/>
              </a:spcAft>
              <a:buClr>
                <a:schemeClr val="bg1"/>
              </a:buClr>
              <a:buSzPct val="25000"/>
              <a:buFont typeface="Arial" pitchFamily="34" charset="0"/>
              <a:buChar char="‮"/>
              <a:tabLst>
                <a:tab pos="5040000" algn="r"/>
              </a:tabLst>
              <a:defRPr lang="en-US" sz="1400" b="1" u="none" kern="1200" baseline="0" dirty="0" smtClean="0">
                <a:solidFill>
                  <a:srgbClr val="58595B"/>
                </a:solidFill>
                <a:uFill>
                  <a:solidFill>
                    <a:schemeClr val="tx1"/>
                  </a:solidFill>
                </a:uFill>
                <a:latin typeface="+mn-lt"/>
                <a:ea typeface="+mn-ea"/>
                <a:cs typeface="+mn-cs"/>
              </a:defRPr>
            </a:lvl2pPr>
            <a:lvl3pPr marL="177800" indent="-177800">
              <a:spcBef>
                <a:spcPts val="0"/>
              </a:spcBef>
              <a:spcAft>
                <a:spcPts val="300"/>
              </a:spcAft>
              <a:buClr>
                <a:srgbClr val="A1ABB2"/>
              </a:buClr>
              <a:buSzPct val="100000"/>
              <a:buFont typeface="Arial" pitchFamily="34" charset="0"/>
              <a:buNone/>
              <a:tabLst>
                <a:tab pos="5040000" algn="r"/>
              </a:tabLst>
              <a:defRPr lang="en-US" sz="1100" u="none" kern="1200" baseline="0" dirty="0" smtClean="0">
                <a:solidFill>
                  <a:srgbClr val="58595B"/>
                </a:solidFill>
                <a:uFill>
                  <a:solidFill>
                    <a:schemeClr val="tx1">
                      <a:lumMod val="50000"/>
                      <a:lumOff val="50000"/>
                    </a:schemeClr>
                  </a:solidFill>
                </a:uFill>
                <a:latin typeface="+mn-lt"/>
                <a:ea typeface="+mn-ea"/>
                <a:cs typeface="+mn-cs"/>
              </a:defRPr>
            </a:lvl3pPr>
          </a:lstStyle>
          <a:p>
            <a:pPr lvl="0"/>
            <a:r>
              <a:rPr lang="en-US"/>
              <a:t>Section level 1</a:t>
            </a:r>
          </a:p>
          <a:p>
            <a:pPr lvl="1"/>
            <a:r>
              <a:rPr lang="en-US"/>
              <a:t>Section level 2</a:t>
            </a:r>
          </a:p>
          <a:p>
            <a:pPr lvl="2"/>
            <a:r>
              <a:rPr lang="en-US"/>
              <a:t>Section level 3</a:t>
            </a:r>
          </a:p>
        </p:txBody>
      </p:sp>
      <p:sp>
        <p:nvSpPr>
          <p:cNvPr id="10" name="Footer Placeholder 8"/>
          <p:cNvSpPr>
            <a:spLocks noGrp="1"/>
          </p:cNvSpPr>
          <p:nvPr>
            <p:ph type="ftr" sz="quarter" idx="14"/>
          </p:nvPr>
        </p:nvSpPr>
        <p:spPr>
          <a:xfrm>
            <a:off x="4716462" y="0"/>
            <a:ext cx="3959225" cy="360000"/>
          </a:xfrm>
        </p:spPr>
        <p:txBody>
          <a:bodyPr/>
          <a:lstStyle/>
          <a:p>
            <a:r>
              <a:rPr lang="en-US">
                <a:solidFill>
                  <a:srgbClr val="FFFFFF"/>
                </a:solidFill>
              </a:rPr>
              <a:t>Presentation Name / Month 2017</a:t>
            </a:r>
          </a:p>
        </p:txBody>
      </p:sp>
      <p:sp>
        <p:nvSpPr>
          <p:cNvPr id="11"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a:p>
        </p:txBody>
      </p:sp>
      <p:sp>
        <p:nvSpPr>
          <p:cNvPr id="13" name="TextBox 12"/>
          <p:cNvSpPr txBox="1"/>
          <p:nvPr userDrawn="1"/>
        </p:nvSpPr>
        <p:spPr>
          <a:xfrm>
            <a:off x="468313" y="504152"/>
            <a:ext cx="8207375" cy="461665"/>
          </a:xfrm>
          <a:prstGeom prst="rect">
            <a:avLst/>
          </a:prstGeom>
          <a:noFill/>
        </p:spPr>
        <p:txBody>
          <a:bodyPr wrap="square" lIns="0" rtlCol="0">
            <a:spAutoFit/>
          </a:bodyPr>
          <a:lstStyle/>
          <a:p>
            <a:r>
              <a:rPr lang="en-US" sz="2400" b="1">
                <a:solidFill>
                  <a:srgbClr val="00AB4E"/>
                </a:solidFill>
              </a:rPr>
              <a:t>Contents</a:t>
            </a:r>
          </a:p>
        </p:txBody>
      </p:sp>
    </p:spTree>
    <p:extLst>
      <p:ext uri="{BB962C8B-B14F-4D97-AF65-F5344CB8AC3E}">
        <p14:creationId xmlns:p14="http://schemas.microsoft.com/office/powerpoint/2010/main" val="7353055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of Contents - 2 Column">
    <p:spTree>
      <p:nvGrpSpPr>
        <p:cNvPr id="1" name=""/>
        <p:cNvGrpSpPr/>
        <p:nvPr/>
      </p:nvGrpSpPr>
      <p:grpSpPr>
        <a:xfrm>
          <a:off x="0" y="0"/>
          <a:ext cx="0" cy="0"/>
          <a:chOff x="0" y="0"/>
          <a:chExt cx="0" cy="0"/>
        </a:xfrm>
      </p:grpSpPr>
      <p:sp>
        <p:nvSpPr>
          <p:cNvPr id="5" name="Text Placeholder 7"/>
          <p:cNvSpPr>
            <a:spLocks noGrp="1"/>
          </p:cNvSpPr>
          <p:nvPr>
            <p:ph type="body" sz="quarter" idx="13" hasCustomPrompt="1"/>
          </p:nvPr>
        </p:nvSpPr>
        <p:spPr>
          <a:xfrm>
            <a:off x="468313" y="1341439"/>
            <a:ext cx="8207376" cy="4895849"/>
          </a:xfrm>
          <a:prstGeom prst="rect">
            <a:avLst/>
          </a:prstGeom>
        </p:spPr>
        <p:txBody>
          <a:bodyPr numCol="2" spcCol="360000"/>
          <a:lstStyle>
            <a:lvl1pPr marL="0" indent="0">
              <a:spcBef>
                <a:spcPts val="1200"/>
              </a:spcBef>
              <a:spcAft>
                <a:spcPts val="300"/>
              </a:spcAft>
              <a:buClr>
                <a:schemeClr val="bg1"/>
              </a:buClr>
              <a:buSzPct val="25000"/>
              <a:buFont typeface="Arial" pitchFamily="34" charset="0"/>
              <a:buChar char="‮"/>
              <a:tabLst>
                <a:tab pos="8210550" algn="r"/>
              </a:tabLst>
              <a:defRPr lang="en-US" sz="1600" b="1" u="none" kern="1200" cap="all" baseline="0" dirty="0" smtClean="0">
                <a:solidFill>
                  <a:schemeClr val="tx1"/>
                </a:solidFill>
                <a:uFill>
                  <a:solidFill>
                    <a:schemeClr val="tx2"/>
                  </a:solidFill>
                </a:uFill>
                <a:latin typeface="+mn-lt"/>
                <a:ea typeface="+mn-ea"/>
                <a:cs typeface="+mn-cs"/>
              </a:defRPr>
            </a:lvl1pPr>
            <a:lvl2pPr marL="0" indent="0" defTabSz="1044000">
              <a:spcBef>
                <a:spcPts val="0"/>
              </a:spcBef>
              <a:spcAft>
                <a:spcPts val="300"/>
              </a:spcAft>
              <a:buClr>
                <a:schemeClr val="bg1"/>
              </a:buClr>
              <a:buSzPct val="25000"/>
              <a:buFont typeface="Arial" pitchFamily="34" charset="0"/>
              <a:buChar char="‮"/>
              <a:tabLst>
                <a:tab pos="8211600" algn="r"/>
              </a:tabLst>
              <a:defRPr lang="en-US" sz="1400" b="1" u="none" kern="1200" baseline="0" dirty="0" smtClean="0">
                <a:solidFill>
                  <a:srgbClr val="58595B"/>
                </a:solidFill>
                <a:uFill>
                  <a:solidFill>
                    <a:schemeClr val="tx1"/>
                  </a:solidFill>
                </a:uFill>
                <a:latin typeface="+mn-lt"/>
                <a:ea typeface="+mn-ea"/>
                <a:cs typeface="+mn-cs"/>
              </a:defRPr>
            </a:lvl2pPr>
            <a:lvl3pPr marL="177800" indent="-177800">
              <a:spcBef>
                <a:spcPts val="0"/>
              </a:spcBef>
              <a:spcAft>
                <a:spcPts val="300"/>
              </a:spcAft>
              <a:buClr>
                <a:srgbClr val="A1ABB2"/>
              </a:buClr>
              <a:buSzPct val="100000"/>
              <a:buFont typeface="Arial" pitchFamily="34" charset="0"/>
              <a:buNone/>
              <a:tabLst>
                <a:tab pos="8210550" algn="r"/>
              </a:tabLst>
              <a:defRPr lang="en-US" sz="1100" u="none" kern="1200" baseline="0" dirty="0" smtClean="0">
                <a:solidFill>
                  <a:srgbClr val="58595B"/>
                </a:solidFill>
                <a:uFill>
                  <a:solidFill>
                    <a:schemeClr val="tx1">
                      <a:lumMod val="50000"/>
                      <a:lumOff val="50000"/>
                    </a:schemeClr>
                  </a:solidFill>
                </a:uFill>
                <a:latin typeface="+mn-lt"/>
                <a:ea typeface="+mn-ea"/>
                <a:cs typeface="+mn-cs"/>
              </a:defRPr>
            </a:lvl3pPr>
          </a:lstStyle>
          <a:p>
            <a:pPr lvl="0"/>
            <a:r>
              <a:rPr lang="en-US"/>
              <a:t>Section Level 1</a:t>
            </a:r>
          </a:p>
          <a:p>
            <a:pPr lvl="1"/>
            <a:r>
              <a:rPr lang="en-US"/>
              <a:t>Section level 2</a:t>
            </a:r>
          </a:p>
          <a:p>
            <a:pPr lvl="2"/>
            <a:r>
              <a:rPr lang="en-US"/>
              <a:t>Section level 3</a:t>
            </a:r>
          </a:p>
        </p:txBody>
      </p:sp>
      <p:sp>
        <p:nvSpPr>
          <p:cNvPr id="8" name="Footer Placeholder 8"/>
          <p:cNvSpPr>
            <a:spLocks noGrp="1"/>
          </p:cNvSpPr>
          <p:nvPr>
            <p:ph type="ftr" sz="quarter" idx="14"/>
          </p:nvPr>
        </p:nvSpPr>
        <p:spPr>
          <a:xfrm>
            <a:off x="4716462" y="0"/>
            <a:ext cx="3959225" cy="360000"/>
          </a:xfrm>
        </p:spPr>
        <p:txBody>
          <a:bodyPr/>
          <a:lstStyle/>
          <a:p>
            <a:r>
              <a:rPr lang="en-US">
                <a:solidFill>
                  <a:srgbClr val="FFFFFF"/>
                </a:solidFill>
              </a:rPr>
              <a:t>Presentation Name / Month 2017</a:t>
            </a:r>
          </a:p>
        </p:txBody>
      </p:sp>
      <p:sp>
        <p:nvSpPr>
          <p:cNvPr id="13"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a:p>
        </p:txBody>
      </p:sp>
      <p:sp>
        <p:nvSpPr>
          <p:cNvPr id="14" name="TextBox 13"/>
          <p:cNvSpPr txBox="1"/>
          <p:nvPr userDrawn="1"/>
        </p:nvSpPr>
        <p:spPr>
          <a:xfrm>
            <a:off x="468313" y="504152"/>
            <a:ext cx="8207375" cy="461665"/>
          </a:xfrm>
          <a:prstGeom prst="rect">
            <a:avLst/>
          </a:prstGeom>
          <a:noFill/>
        </p:spPr>
        <p:txBody>
          <a:bodyPr wrap="square" lIns="0" rtlCol="0">
            <a:spAutoFit/>
          </a:bodyPr>
          <a:lstStyle/>
          <a:p>
            <a:r>
              <a:rPr lang="en-US" sz="2400" b="1">
                <a:solidFill>
                  <a:srgbClr val="00AB4E"/>
                </a:solidFill>
              </a:rPr>
              <a:t>Contents</a:t>
            </a:r>
          </a:p>
        </p:txBody>
      </p:sp>
    </p:spTree>
    <p:extLst>
      <p:ext uri="{BB962C8B-B14F-4D97-AF65-F5344CB8AC3E}">
        <p14:creationId xmlns:p14="http://schemas.microsoft.com/office/powerpoint/2010/main" val="12258146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468313" y="836640"/>
            <a:ext cx="8207376" cy="1821740"/>
          </a:xfrm>
          <a:prstGeom prst="rect">
            <a:avLst/>
          </a:prstGeom>
        </p:spPr>
        <p:txBody>
          <a:bodyPr anchor="b"/>
          <a:lstStyle>
            <a:lvl1pPr>
              <a:defRPr sz="2800" spc="0" baseline="0"/>
            </a:lvl1pPr>
          </a:lstStyle>
          <a:p>
            <a:r>
              <a:rPr lang="en-US"/>
              <a:t>Section divider title here in sentence case</a:t>
            </a:r>
          </a:p>
        </p:txBody>
      </p:sp>
      <p:cxnSp>
        <p:nvCxnSpPr>
          <p:cNvPr id="13" name="Straight Connector 12"/>
          <p:cNvCxnSpPr/>
          <p:nvPr userDrawn="1"/>
        </p:nvCxnSpPr>
        <p:spPr>
          <a:xfrm>
            <a:off x="468313" y="2729818"/>
            <a:ext cx="8207375" cy="0"/>
          </a:xfrm>
          <a:prstGeom prst="line">
            <a:avLst/>
          </a:prstGeom>
          <a:ln>
            <a:solidFill>
              <a:srgbClr val="58595B"/>
            </a:solidFill>
          </a:ln>
        </p:spPr>
        <p:style>
          <a:lnRef idx="1">
            <a:schemeClr val="accent1"/>
          </a:lnRef>
          <a:fillRef idx="0">
            <a:schemeClr val="accent1"/>
          </a:fillRef>
          <a:effectRef idx="0">
            <a:schemeClr val="accent1"/>
          </a:effectRef>
          <a:fontRef idx="minor">
            <a:schemeClr val="tx1"/>
          </a:fontRef>
        </p:style>
      </p:cxnSp>
      <p:sp>
        <p:nvSpPr>
          <p:cNvPr id="8" name="Footer Placeholder 8"/>
          <p:cNvSpPr>
            <a:spLocks noGrp="1"/>
          </p:cNvSpPr>
          <p:nvPr>
            <p:ph type="ftr" sz="quarter" idx="14"/>
          </p:nvPr>
        </p:nvSpPr>
        <p:spPr>
          <a:xfrm>
            <a:off x="4716462" y="0"/>
            <a:ext cx="3959225" cy="360000"/>
          </a:xfrm>
        </p:spPr>
        <p:txBody>
          <a:bodyPr/>
          <a:lstStyle/>
          <a:p>
            <a:r>
              <a:rPr lang="en-US">
                <a:solidFill>
                  <a:srgbClr val="FFFFFF"/>
                </a:solidFill>
              </a:rPr>
              <a:t>Presentation Name / Month 2017</a:t>
            </a:r>
          </a:p>
        </p:txBody>
      </p:sp>
      <p:sp>
        <p:nvSpPr>
          <p:cNvPr id="14"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a:p>
        </p:txBody>
      </p:sp>
      <p:sp>
        <p:nvSpPr>
          <p:cNvPr id="6" name="Text Placeholder 4"/>
          <p:cNvSpPr>
            <a:spLocks noGrp="1"/>
          </p:cNvSpPr>
          <p:nvPr>
            <p:ph type="body" sz="quarter" idx="13"/>
          </p:nvPr>
        </p:nvSpPr>
        <p:spPr>
          <a:xfrm>
            <a:off x="468313" y="4797191"/>
            <a:ext cx="8207375" cy="1390433"/>
          </a:xfrm>
          <a:prstGeom prst="rect">
            <a:avLst/>
          </a:prstGeom>
        </p:spPr>
        <p:txBody>
          <a:bodyPr anchor="b"/>
          <a:lstStyle>
            <a:lvl1pPr>
              <a:spcBef>
                <a:spcPts val="0"/>
              </a:spcBef>
              <a:spcAft>
                <a:spcPts val="600"/>
              </a:spcAft>
              <a:buNone/>
              <a:defRPr sz="1400" b="0">
                <a:solidFill>
                  <a:srgbClr val="58595B"/>
                </a:solidFill>
              </a:defRPr>
            </a:lvl1pPr>
          </a:lstStyle>
          <a:p>
            <a:pPr lvl="0"/>
            <a:r>
              <a:rPr lang="en-US" b="1"/>
              <a:t>Click to edit Master text styles</a:t>
            </a:r>
          </a:p>
        </p:txBody>
      </p:sp>
    </p:spTree>
    <p:extLst>
      <p:ext uri="{BB962C8B-B14F-4D97-AF65-F5344CB8AC3E}">
        <p14:creationId xmlns:p14="http://schemas.microsoft.com/office/powerpoint/2010/main" val="11985973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a:t>Click to edit Master title style</a:t>
            </a:r>
          </a:p>
        </p:txBody>
      </p:sp>
      <p:sp>
        <p:nvSpPr>
          <p:cNvPr id="7" name="Footer Placeholder 6"/>
          <p:cNvSpPr>
            <a:spLocks noGrp="1"/>
          </p:cNvSpPr>
          <p:nvPr>
            <p:ph type="ftr" sz="quarter" idx="11"/>
          </p:nvPr>
        </p:nvSpPr>
        <p:spPr/>
        <p:txBody>
          <a:bodyPr/>
          <a:lstStyle/>
          <a:p>
            <a:r>
              <a:rPr lang="en-US">
                <a:solidFill>
                  <a:srgbClr val="FFFFFF"/>
                </a:solidFill>
              </a:rPr>
              <a:t>Presentation Name / Month 2017</a:t>
            </a:r>
          </a:p>
        </p:txBody>
      </p:sp>
      <p:sp>
        <p:nvSpPr>
          <p:cNvPr id="11" name="Gray text above slide title"/>
          <p:cNvSpPr>
            <a:spLocks noGrp="1"/>
          </p:cNvSpPr>
          <p:nvPr>
            <p:ph type="body" sz="quarter" idx="12"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a:t>Add white text here in sentence case</a:t>
            </a:r>
          </a:p>
        </p:txBody>
      </p:sp>
      <p:sp>
        <p:nvSpPr>
          <p:cNvPr id="8"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a:p>
        </p:txBody>
      </p:sp>
      <p:sp>
        <p:nvSpPr>
          <p:cNvPr id="10" name="Content Placeholder 2"/>
          <p:cNvSpPr>
            <a:spLocks noGrp="1"/>
          </p:cNvSpPr>
          <p:nvPr>
            <p:ph idx="1"/>
          </p:nvPr>
        </p:nvSpPr>
        <p:spPr>
          <a:xfrm>
            <a:off x="468313" y="1484314"/>
            <a:ext cx="8207375" cy="4752975"/>
          </a:xfrm>
          <a:prstGeom prst="rect">
            <a:avLst/>
          </a:prstGeom>
        </p:spPr>
        <p:txBody>
          <a:bodyPr/>
          <a:lstStyle>
            <a:lvl1pPr>
              <a:spcBef>
                <a:spcPts val="600"/>
              </a:spcBef>
              <a:defRPr/>
            </a:lvl1pPr>
            <a:lvl2pPr>
              <a:spcBef>
                <a:spcPts val="600"/>
              </a:spcBef>
              <a:defRPr/>
            </a:lvl2pPr>
            <a:lvl3pPr>
              <a:spcBef>
                <a:spcPts val="600"/>
              </a:spcBef>
              <a:defRPr/>
            </a:lvl3pPr>
            <a:lvl4pPr marL="727075" indent="-179388">
              <a:spcBef>
                <a:spcPts val="600"/>
              </a:spcBef>
              <a:defRPr/>
            </a:lvl4pPr>
            <a:lvl5pPr>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467531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5"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a:t>Click to edit Master title style</a:t>
            </a:r>
          </a:p>
        </p:txBody>
      </p:sp>
      <p:sp>
        <p:nvSpPr>
          <p:cNvPr id="7" name="Content Placeholder 2"/>
          <p:cNvSpPr>
            <a:spLocks noGrp="1"/>
          </p:cNvSpPr>
          <p:nvPr>
            <p:ph idx="1"/>
          </p:nvPr>
        </p:nvSpPr>
        <p:spPr>
          <a:xfrm>
            <a:off x="468313" y="1484314"/>
            <a:ext cx="3959225" cy="475297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p:cNvSpPr>
            <a:spLocks noGrp="1"/>
          </p:cNvSpPr>
          <p:nvPr>
            <p:ph idx="11"/>
          </p:nvPr>
        </p:nvSpPr>
        <p:spPr>
          <a:xfrm>
            <a:off x="4716463" y="1484314"/>
            <a:ext cx="3959225" cy="475297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p:cNvSpPr>
            <a:spLocks noGrp="1"/>
          </p:cNvSpPr>
          <p:nvPr>
            <p:ph type="ftr" sz="quarter" idx="12"/>
          </p:nvPr>
        </p:nvSpPr>
        <p:spPr/>
        <p:txBody>
          <a:bodyPr/>
          <a:lstStyle/>
          <a:p>
            <a:r>
              <a:rPr lang="en-US">
                <a:solidFill>
                  <a:srgbClr val="FFFFFF"/>
                </a:solidFill>
              </a:rPr>
              <a:t>Presentation Name / Month 2017</a:t>
            </a:r>
          </a:p>
        </p:txBody>
      </p:sp>
      <p:sp>
        <p:nvSpPr>
          <p:cNvPr id="11" name="Gray text above slide title"/>
          <p:cNvSpPr>
            <a:spLocks noGrp="1"/>
          </p:cNvSpPr>
          <p:nvPr>
            <p:ph type="body" sz="quarter" idx="13" hasCustomPrompt="1"/>
          </p:nvPr>
        </p:nvSpPr>
        <p:spPr>
          <a:xfrm>
            <a:off x="468312" y="0"/>
            <a:ext cx="3959226" cy="360040"/>
          </a:xfrm>
          <a:prstGeom prst="rect">
            <a:avLst/>
          </a:prstGeom>
        </p:spPr>
        <p:txBody>
          <a:bodyPr wrap="none" anchor="ctr"/>
          <a:lstStyle>
            <a:lvl1pPr marL="0" indent="0">
              <a:buNone/>
              <a:tabLst/>
              <a:defRPr sz="1600" b="1">
                <a:solidFill>
                  <a:schemeClr val="bg1"/>
                </a:solidFill>
              </a:defRPr>
            </a:lvl1pPr>
          </a:lstStyle>
          <a:p>
            <a:pPr lvl="0"/>
            <a:r>
              <a:rPr lang="en-US"/>
              <a:t>Add white text here in sentence case</a:t>
            </a:r>
          </a:p>
        </p:txBody>
      </p:sp>
      <p:sp>
        <p:nvSpPr>
          <p:cNvPr id="13"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a:p>
        </p:txBody>
      </p:sp>
    </p:spTree>
    <p:extLst>
      <p:ext uri="{BB962C8B-B14F-4D97-AF65-F5344CB8AC3E}">
        <p14:creationId xmlns:p14="http://schemas.microsoft.com/office/powerpoint/2010/main" val="38047680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Placeholders v2">
    <p:spTree>
      <p:nvGrpSpPr>
        <p:cNvPr id="1" name=""/>
        <p:cNvGrpSpPr/>
        <p:nvPr/>
      </p:nvGrpSpPr>
      <p:grpSpPr>
        <a:xfrm>
          <a:off x="0" y="0"/>
          <a:ext cx="0" cy="0"/>
          <a:chOff x="0" y="0"/>
          <a:chExt cx="0" cy="0"/>
        </a:xfrm>
      </p:grpSpPr>
      <p:sp>
        <p:nvSpPr>
          <p:cNvPr id="14"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a:t>Click to edit Master title style</a:t>
            </a:r>
          </a:p>
        </p:txBody>
      </p:sp>
      <p:sp>
        <p:nvSpPr>
          <p:cNvPr id="8" name="Content Placeholder 2"/>
          <p:cNvSpPr>
            <a:spLocks noGrp="1"/>
          </p:cNvSpPr>
          <p:nvPr>
            <p:ph idx="1"/>
          </p:nvPr>
        </p:nvSpPr>
        <p:spPr>
          <a:xfrm>
            <a:off x="468313" y="1484313"/>
            <a:ext cx="8207376"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p:cNvSpPr>
            <a:spLocks noGrp="1"/>
          </p:cNvSpPr>
          <p:nvPr>
            <p:ph idx="11"/>
          </p:nvPr>
        </p:nvSpPr>
        <p:spPr>
          <a:xfrm>
            <a:off x="468313" y="4005263"/>
            <a:ext cx="8207376"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p:cNvSpPr>
            <a:spLocks noGrp="1"/>
          </p:cNvSpPr>
          <p:nvPr>
            <p:ph type="ftr" sz="quarter" idx="12"/>
          </p:nvPr>
        </p:nvSpPr>
        <p:spPr/>
        <p:txBody>
          <a:bodyPr/>
          <a:lstStyle/>
          <a:p>
            <a:r>
              <a:rPr lang="en-US">
                <a:solidFill>
                  <a:srgbClr val="FFFFFF"/>
                </a:solidFill>
              </a:rPr>
              <a:t>Presentation Name / Month 2017</a:t>
            </a:r>
          </a:p>
        </p:txBody>
      </p:sp>
      <p:sp>
        <p:nvSpPr>
          <p:cNvPr id="10" name="Gray text above slide title"/>
          <p:cNvSpPr>
            <a:spLocks noGrp="1"/>
          </p:cNvSpPr>
          <p:nvPr>
            <p:ph type="body" sz="quarter" idx="13"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a:t>Add white text here in sentence case</a:t>
            </a:r>
          </a:p>
        </p:txBody>
      </p:sp>
      <p:sp>
        <p:nvSpPr>
          <p:cNvPr id="13"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a:p>
        </p:txBody>
      </p:sp>
    </p:spTree>
    <p:extLst>
      <p:ext uri="{BB962C8B-B14F-4D97-AF65-F5344CB8AC3E}">
        <p14:creationId xmlns:p14="http://schemas.microsoft.com/office/powerpoint/2010/main" val="33439816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 Placeholders">
    <p:spTree>
      <p:nvGrpSpPr>
        <p:cNvPr id="1" name=""/>
        <p:cNvGrpSpPr/>
        <p:nvPr/>
      </p:nvGrpSpPr>
      <p:grpSpPr>
        <a:xfrm>
          <a:off x="0" y="0"/>
          <a:ext cx="0" cy="0"/>
          <a:chOff x="0" y="0"/>
          <a:chExt cx="0" cy="0"/>
        </a:xfrm>
      </p:grpSpPr>
      <p:sp>
        <p:nvSpPr>
          <p:cNvPr id="15"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a:t>Click to edit Master title style</a:t>
            </a:r>
          </a:p>
        </p:txBody>
      </p:sp>
      <p:sp>
        <p:nvSpPr>
          <p:cNvPr id="12" name="Content Placeholder 2"/>
          <p:cNvSpPr>
            <a:spLocks noGrp="1"/>
          </p:cNvSpPr>
          <p:nvPr>
            <p:ph idx="1"/>
          </p:nvPr>
        </p:nvSpPr>
        <p:spPr>
          <a:xfrm>
            <a:off x="468313" y="1484314"/>
            <a:ext cx="2537664" cy="4752974"/>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p:cNvSpPr>
            <a:spLocks noGrp="1"/>
          </p:cNvSpPr>
          <p:nvPr>
            <p:ph idx="11"/>
          </p:nvPr>
        </p:nvSpPr>
        <p:spPr>
          <a:xfrm>
            <a:off x="3270902" y="1484314"/>
            <a:ext cx="2570400" cy="4752974"/>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p:cNvSpPr>
            <a:spLocks noGrp="1"/>
          </p:cNvSpPr>
          <p:nvPr>
            <p:ph idx="12"/>
          </p:nvPr>
        </p:nvSpPr>
        <p:spPr>
          <a:xfrm>
            <a:off x="6106227" y="1484314"/>
            <a:ext cx="2569462" cy="4752974"/>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3"/>
          </p:nvPr>
        </p:nvSpPr>
        <p:spPr/>
        <p:txBody>
          <a:bodyPr/>
          <a:lstStyle/>
          <a:p>
            <a:r>
              <a:rPr lang="en-US">
                <a:solidFill>
                  <a:srgbClr val="FFFFFF"/>
                </a:solidFill>
              </a:rPr>
              <a:t>Presentation Name / Month 2017</a:t>
            </a:r>
          </a:p>
        </p:txBody>
      </p:sp>
      <p:sp>
        <p:nvSpPr>
          <p:cNvPr id="9" name="Gray text above slide title"/>
          <p:cNvSpPr>
            <a:spLocks noGrp="1"/>
          </p:cNvSpPr>
          <p:nvPr>
            <p:ph type="body" sz="quarter" idx="14"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a:t>Add white text here in sentence case</a:t>
            </a:r>
          </a:p>
        </p:txBody>
      </p:sp>
      <p:sp>
        <p:nvSpPr>
          <p:cNvPr id="14"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a:p>
        </p:txBody>
      </p:sp>
    </p:spTree>
    <p:extLst>
      <p:ext uri="{BB962C8B-B14F-4D97-AF65-F5344CB8AC3E}">
        <p14:creationId xmlns:p14="http://schemas.microsoft.com/office/powerpoint/2010/main" val="3205285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Placeholders v2">
    <p:spTree>
      <p:nvGrpSpPr>
        <p:cNvPr id="1" name=""/>
        <p:cNvGrpSpPr/>
        <p:nvPr/>
      </p:nvGrpSpPr>
      <p:grpSpPr>
        <a:xfrm>
          <a:off x="0" y="0"/>
          <a:ext cx="0" cy="0"/>
          <a:chOff x="0" y="0"/>
          <a:chExt cx="0" cy="0"/>
        </a:xfrm>
      </p:grpSpPr>
      <p:sp>
        <p:nvSpPr>
          <p:cNvPr id="15"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a:t>Click to edit Master title style</a:t>
            </a:r>
          </a:p>
        </p:txBody>
      </p:sp>
      <p:sp>
        <p:nvSpPr>
          <p:cNvPr id="8" name="Content Placeholder 2"/>
          <p:cNvSpPr>
            <a:spLocks noGrp="1"/>
          </p:cNvSpPr>
          <p:nvPr>
            <p:ph idx="1"/>
          </p:nvPr>
        </p:nvSpPr>
        <p:spPr>
          <a:xfrm>
            <a:off x="468313" y="1484314"/>
            <a:ext cx="3959225" cy="475297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p:cNvSpPr>
            <a:spLocks noGrp="1"/>
          </p:cNvSpPr>
          <p:nvPr>
            <p:ph idx="11"/>
          </p:nvPr>
        </p:nvSpPr>
        <p:spPr>
          <a:xfrm>
            <a:off x="4716463" y="1484313"/>
            <a:ext cx="3959225"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p:cNvSpPr>
            <a:spLocks noGrp="1"/>
          </p:cNvSpPr>
          <p:nvPr>
            <p:ph idx="12"/>
          </p:nvPr>
        </p:nvSpPr>
        <p:spPr>
          <a:xfrm>
            <a:off x="4716463" y="4005263"/>
            <a:ext cx="3959225"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p:cNvSpPr>
            <a:spLocks noGrp="1"/>
          </p:cNvSpPr>
          <p:nvPr>
            <p:ph type="ftr" sz="quarter" idx="13"/>
          </p:nvPr>
        </p:nvSpPr>
        <p:spPr/>
        <p:txBody>
          <a:bodyPr/>
          <a:lstStyle/>
          <a:p>
            <a:r>
              <a:rPr lang="en-US">
                <a:solidFill>
                  <a:srgbClr val="FFFFFF"/>
                </a:solidFill>
              </a:rPr>
              <a:t>Presentation Name / Month 2017</a:t>
            </a:r>
          </a:p>
        </p:txBody>
      </p:sp>
      <p:sp>
        <p:nvSpPr>
          <p:cNvPr id="10" name="Gray text above slide title"/>
          <p:cNvSpPr>
            <a:spLocks noGrp="1"/>
          </p:cNvSpPr>
          <p:nvPr>
            <p:ph type="body" sz="quarter" idx="14"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a:t>Add white text here in sentence case</a:t>
            </a:r>
          </a:p>
        </p:txBody>
      </p:sp>
      <p:sp>
        <p:nvSpPr>
          <p:cNvPr id="14"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a:p>
        </p:txBody>
      </p:sp>
    </p:spTree>
    <p:extLst>
      <p:ext uri="{BB962C8B-B14F-4D97-AF65-F5344CB8AC3E}">
        <p14:creationId xmlns:p14="http://schemas.microsoft.com/office/powerpoint/2010/main" val="21975386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 Placeholders v3">
    <p:spTree>
      <p:nvGrpSpPr>
        <p:cNvPr id="1" name=""/>
        <p:cNvGrpSpPr/>
        <p:nvPr/>
      </p:nvGrpSpPr>
      <p:grpSpPr>
        <a:xfrm>
          <a:off x="0" y="0"/>
          <a:ext cx="0" cy="0"/>
          <a:chOff x="0" y="0"/>
          <a:chExt cx="0" cy="0"/>
        </a:xfrm>
      </p:grpSpPr>
      <p:sp>
        <p:nvSpPr>
          <p:cNvPr id="13"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a:t>Click to edit Master title style</a:t>
            </a:r>
          </a:p>
        </p:txBody>
      </p:sp>
      <p:sp>
        <p:nvSpPr>
          <p:cNvPr id="9" name="Content Placeholder 2"/>
          <p:cNvSpPr>
            <a:spLocks noGrp="1"/>
          </p:cNvSpPr>
          <p:nvPr>
            <p:ph idx="1"/>
          </p:nvPr>
        </p:nvSpPr>
        <p:spPr>
          <a:xfrm>
            <a:off x="4716463" y="1484314"/>
            <a:ext cx="3959225" cy="475297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p:cNvSpPr>
            <a:spLocks noGrp="1"/>
          </p:cNvSpPr>
          <p:nvPr>
            <p:ph idx="11"/>
          </p:nvPr>
        </p:nvSpPr>
        <p:spPr>
          <a:xfrm>
            <a:off x="468313" y="1484313"/>
            <a:ext cx="3959226"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p:cNvSpPr>
            <a:spLocks noGrp="1"/>
          </p:cNvSpPr>
          <p:nvPr>
            <p:ph idx="12"/>
          </p:nvPr>
        </p:nvSpPr>
        <p:spPr>
          <a:xfrm>
            <a:off x="468313" y="4005263"/>
            <a:ext cx="3959225"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p:cNvSpPr>
            <a:spLocks noGrp="1"/>
          </p:cNvSpPr>
          <p:nvPr>
            <p:ph type="ftr" sz="quarter" idx="13"/>
          </p:nvPr>
        </p:nvSpPr>
        <p:spPr/>
        <p:txBody>
          <a:bodyPr/>
          <a:lstStyle/>
          <a:p>
            <a:r>
              <a:rPr lang="en-US">
                <a:solidFill>
                  <a:srgbClr val="FFFFFF"/>
                </a:solidFill>
              </a:rPr>
              <a:t>Presentation Name / Month 2017</a:t>
            </a:r>
          </a:p>
        </p:txBody>
      </p:sp>
      <p:sp>
        <p:nvSpPr>
          <p:cNvPr id="10" name="Gray text above slide title"/>
          <p:cNvSpPr>
            <a:spLocks noGrp="1"/>
          </p:cNvSpPr>
          <p:nvPr>
            <p:ph type="body" sz="quarter" idx="14"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a:t>Add white text here in sentence case</a:t>
            </a:r>
          </a:p>
        </p:txBody>
      </p:sp>
      <p:sp>
        <p:nvSpPr>
          <p:cNvPr id="16"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a:p>
        </p:txBody>
      </p:sp>
    </p:spTree>
    <p:extLst>
      <p:ext uri="{BB962C8B-B14F-4D97-AF65-F5344CB8AC3E}">
        <p14:creationId xmlns:p14="http://schemas.microsoft.com/office/powerpoint/2010/main" val="40596018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 Placeholders v4">
    <p:spTree>
      <p:nvGrpSpPr>
        <p:cNvPr id="1" name=""/>
        <p:cNvGrpSpPr/>
        <p:nvPr/>
      </p:nvGrpSpPr>
      <p:grpSpPr>
        <a:xfrm>
          <a:off x="0" y="0"/>
          <a:ext cx="0" cy="0"/>
          <a:chOff x="0" y="0"/>
          <a:chExt cx="0" cy="0"/>
        </a:xfrm>
      </p:grpSpPr>
      <p:sp>
        <p:nvSpPr>
          <p:cNvPr id="13"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a:t>Click to edit Master title style</a:t>
            </a:r>
          </a:p>
        </p:txBody>
      </p:sp>
      <p:sp>
        <p:nvSpPr>
          <p:cNvPr id="9" name="Content Placeholder 2"/>
          <p:cNvSpPr>
            <a:spLocks noGrp="1"/>
          </p:cNvSpPr>
          <p:nvPr>
            <p:ph idx="1"/>
          </p:nvPr>
        </p:nvSpPr>
        <p:spPr>
          <a:xfrm>
            <a:off x="468313" y="1484313"/>
            <a:ext cx="8207376"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p:cNvSpPr>
            <a:spLocks noGrp="1"/>
          </p:cNvSpPr>
          <p:nvPr>
            <p:ph idx="11"/>
          </p:nvPr>
        </p:nvSpPr>
        <p:spPr>
          <a:xfrm>
            <a:off x="468313" y="4005263"/>
            <a:ext cx="3959226" cy="2232025"/>
          </a:xfrm>
          <a:prstGeom prst="rect">
            <a:avLst/>
          </a:prstGeom>
        </p:spPr>
        <p:txBody>
          <a:bodyPr/>
          <a:lstStyle>
            <a:lvl4pPr marL="727075" indent="-179388">
              <a:tabLst/>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p:cNvSpPr>
            <a:spLocks noGrp="1"/>
          </p:cNvSpPr>
          <p:nvPr>
            <p:ph idx="12"/>
          </p:nvPr>
        </p:nvSpPr>
        <p:spPr>
          <a:xfrm>
            <a:off x="4716463" y="4005263"/>
            <a:ext cx="3959225"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p:cNvSpPr>
            <a:spLocks noGrp="1"/>
          </p:cNvSpPr>
          <p:nvPr>
            <p:ph type="ftr" sz="quarter" idx="13"/>
          </p:nvPr>
        </p:nvSpPr>
        <p:spPr/>
        <p:txBody>
          <a:bodyPr/>
          <a:lstStyle/>
          <a:p>
            <a:r>
              <a:rPr lang="en-US">
                <a:solidFill>
                  <a:srgbClr val="FFFFFF"/>
                </a:solidFill>
              </a:rPr>
              <a:t>Presentation Name / Month 2017</a:t>
            </a:r>
          </a:p>
        </p:txBody>
      </p:sp>
      <p:sp>
        <p:nvSpPr>
          <p:cNvPr id="10" name="Gray text above slide title"/>
          <p:cNvSpPr>
            <a:spLocks noGrp="1"/>
          </p:cNvSpPr>
          <p:nvPr>
            <p:ph type="body" sz="quarter" idx="14"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a:t>Add white text here in sentence case</a:t>
            </a:r>
          </a:p>
        </p:txBody>
      </p:sp>
      <p:sp>
        <p:nvSpPr>
          <p:cNvPr id="16"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a:p>
        </p:txBody>
      </p:sp>
    </p:spTree>
    <p:extLst>
      <p:ext uri="{BB962C8B-B14F-4D97-AF65-F5344CB8AC3E}">
        <p14:creationId xmlns:p14="http://schemas.microsoft.com/office/powerpoint/2010/main" val="19657508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Placeholders v5">
    <p:spTree>
      <p:nvGrpSpPr>
        <p:cNvPr id="1" name=""/>
        <p:cNvGrpSpPr/>
        <p:nvPr/>
      </p:nvGrpSpPr>
      <p:grpSpPr>
        <a:xfrm>
          <a:off x="0" y="0"/>
          <a:ext cx="0" cy="0"/>
          <a:chOff x="0" y="0"/>
          <a:chExt cx="0" cy="0"/>
        </a:xfrm>
      </p:grpSpPr>
      <p:sp>
        <p:nvSpPr>
          <p:cNvPr id="13"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a:t>Click to edit Master title style</a:t>
            </a:r>
          </a:p>
        </p:txBody>
      </p:sp>
      <p:sp>
        <p:nvSpPr>
          <p:cNvPr id="9" name="Content Placeholder 2"/>
          <p:cNvSpPr>
            <a:spLocks noGrp="1"/>
          </p:cNvSpPr>
          <p:nvPr>
            <p:ph idx="11"/>
          </p:nvPr>
        </p:nvSpPr>
        <p:spPr>
          <a:xfrm>
            <a:off x="468312" y="1484313"/>
            <a:ext cx="3959225"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p:cNvSpPr>
            <a:spLocks noGrp="1"/>
          </p:cNvSpPr>
          <p:nvPr>
            <p:ph idx="18"/>
          </p:nvPr>
        </p:nvSpPr>
        <p:spPr>
          <a:xfrm>
            <a:off x="4716463" y="1484313"/>
            <a:ext cx="3959225"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p:cNvSpPr>
            <a:spLocks noGrp="1"/>
          </p:cNvSpPr>
          <p:nvPr>
            <p:ph idx="19"/>
          </p:nvPr>
        </p:nvSpPr>
        <p:spPr>
          <a:xfrm>
            <a:off x="468313" y="4005263"/>
            <a:ext cx="8207376" cy="2232025"/>
          </a:xfrm>
          <a:prstGeom prst="rect">
            <a:avLst/>
          </a:prstGeom>
        </p:spPr>
        <p:txBody>
          <a:bodyPr/>
          <a:lstStyle>
            <a:lvl4pPr marL="727075" indent="-179388">
              <a:tabLst/>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p:cNvSpPr>
            <a:spLocks noGrp="1"/>
          </p:cNvSpPr>
          <p:nvPr>
            <p:ph type="ftr" sz="quarter" idx="20"/>
          </p:nvPr>
        </p:nvSpPr>
        <p:spPr/>
        <p:txBody>
          <a:bodyPr/>
          <a:lstStyle/>
          <a:p>
            <a:r>
              <a:rPr lang="en-US">
                <a:solidFill>
                  <a:srgbClr val="FFFFFF"/>
                </a:solidFill>
              </a:rPr>
              <a:t>Presentation Name / Month 2017</a:t>
            </a:r>
          </a:p>
        </p:txBody>
      </p:sp>
      <p:sp>
        <p:nvSpPr>
          <p:cNvPr id="10" name="Gray text above slide title"/>
          <p:cNvSpPr>
            <a:spLocks noGrp="1"/>
          </p:cNvSpPr>
          <p:nvPr>
            <p:ph type="body" sz="quarter" idx="14"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a:t>Add white text here in sentence case</a:t>
            </a:r>
          </a:p>
        </p:txBody>
      </p:sp>
      <p:sp>
        <p:nvSpPr>
          <p:cNvPr id="16"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a:p>
        </p:txBody>
      </p:sp>
    </p:spTree>
    <p:extLst>
      <p:ext uri="{BB962C8B-B14F-4D97-AF65-F5344CB8AC3E}">
        <p14:creationId xmlns:p14="http://schemas.microsoft.com/office/powerpoint/2010/main" val="19441122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 Placeholders">
    <p:spTree>
      <p:nvGrpSpPr>
        <p:cNvPr id="1" name=""/>
        <p:cNvGrpSpPr/>
        <p:nvPr/>
      </p:nvGrpSpPr>
      <p:grpSpPr>
        <a:xfrm>
          <a:off x="0" y="0"/>
          <a:ext cx="0" cy="0"/>
          <a:chOff x="0" y="0"/>
          <a:chExt cx="0" cy="0"/>
        </a:xfrm>
      </p:grpSpPr>
      <p:sp>
        <p:nvSpPr>
          <p:cNvPr id="13"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a:t>Click to edit Master title style</a:t>
            </a:r>
          </a:p>
        </p:txBody>
      </p:sp>
      <p:sp>
        <p:nvSpPr>
          <p:cNvPr id="11" name="Content Placeholder 2"/>
          <p:cNvSpPr>
            <a:spLocks noGrp="1"/>
          </p:cNvSpPr>
          <p:nvPr>
            <p:ph idx="11"/>
          </p:nvPr>
        </p:nvSpPr>
        <p:spPr>
          <a:xfrm>
            <a:off x="468313" y="1484313"/>
            <a:ext cx="3959226"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p:cNvSpPr>
            <a:spLocks noGrp="1"/>
          </p:cNvSpPr>
          <p:nvPr>
            <p:ph idx="12"/>
          </p:nvPr>
        </p:nvSpPr>
        <p:spPr>
          <a:xfrm>
            <a:off x="4716463" y="1484313"/>
            <a:ext cx="3959225" cy="2232025"/>
          </a:xfrm>
          <a:prstGeom prst="rect">
            <a:avLst/>
          </a:prstGeom>
        </p:spPr>
        <p:txBody>
          <a:bodyPr/>
          <a:lstStyle>
            <a:lvl4pPr marL="727075" indent="-179388">
              <a:tabLst/>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p:cNvSpPr>
            <a:spLocks noGrp="1"/>
          </p:cNvSpPr>
          <p:nvPr>
            <p:ph idx="13"/>
          </p:nvPr>
        </p:nvSpPr>
        <p:spPr>
          <a:xfrm>
            <a:off x="468313" y="4005263"/>
            <a:ext cx="3959226"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idx="14"/>
          </p:nvPr>
        </p:nvSpPr>
        <p:spPr>
          <a:xfrm>
            <a:off x="4716463" y="4005263"/>
            <a:ext cx="3959225"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p:cNvSpPr>
            <a:spLocks noGrp="1"/>
          </p:cNvSpPr>
          <p:nvPr>
            <p:ph type="ftr" sz="quarter" idx="15"/>
          </p:nvPr>
        </p:nvSpPr>
        <p:spPr/>
        <p:txBody>
          <a:bodyPr/>
          <a:lstStyle/>
          <a:p>
            <a:r>
              <a:rPr lang="en-US">
                <a:solidFill>
                  <a:srgbClr val="FFFFFF"/>
                </a:solidFill>
              </a:rPr>
              <a:t>Presentation Name / Month 2017</a:t>
            </a:r>
          </a:p>
        </p:txBody>
      </p:sp>
      <p:sp>
        <p:nvSpPr>
          <p:cNvPr id="12" name="Gray text above slide title"/>
          <p:cNvSpPr>
            <a:spLocks noGrp="1"/>
          </p:cNvSpPr>
          <p:nvPr>
            <p:ph type="body" sz="quarter" idx="16"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a:t>Add white text here in sentence case</a:t>
            </a:r>
          </a:p>
        </p:txBody>
      </p:sp>
      <p:sp>
        <p:nvSpPr>
          <p:cNvPr id="18"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a:p>
        </p:txBody>
      </p:sp>
    </p:spTree>
    <p:extLst>
      <p:ext uri="{BB962C8B-B14F-4D97-AF65-F5344CB8AC3E}">
        <p14:creationId xmlns:p14="http://schemas.microsoft.com/office/powerpoint/2010/main" val="37471881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a:t>Click to edit Master title style</a:t>
            </a:r>
          </a:p>
        </p:txBody>
      </p:sp>
      <p:sp>
        <p:nvSpPr>
          <p:cNvPr id="7" name="Footer Placeholder 6"/>
          <p:cNvSpPr>
            <a:spLocks noGrp="1"/>
          </p:cNvSpPr>
          <p:nvPr>
            <p:ph type="ftr" sz="quarter" idx="11"/>
          </p:nvPr>
        </p:nvSpPr>
        <p:spPr/>
        <p:txBody>
          <a:bodyPr/>
          <a:lstStyle/>
          <a:p>
            <a:r>
              <a:rPr lang="en-US">
                <a:solidFill>
                  <a:srgbClr val="FFFFFF"/>
                </a:solidFill>
              </a:rPr>
              <a:t>Presentation Name / Month 2017</a:t>
            </a:r>
          </a:p>
        </p:txBody>
      </p:sp>
      <p:sp>
        <p:nvSpPr>
          <p:cNvPr id="10" name="Gray text above slide title"/>
          <p:cNvSpPr>
            <a:spLocks noGrp="1"/>
          </p:cNvSpPr>
          <p:nvPr>
            <p:ph type="body" sz="quarter" idx="16"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a:t>Add white text here in sentence case</a:t>
            </a:r>
          </a:p>
        </p:txBody>
      </p:sp>
      <p:sp>
        <p:nvSpPr>
          <p:cNvPr id="11"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a:p>
        </p:txBody>
      </p:sp>
    </p:spTree>
    <p:extLst>
      <p:ext uri="{BB962C8B-B14F-4D97-AF65-F5344CB8AC3E}">
        <p14:creationId xmlns:p14="http://schemas.microsoft.com/office/powerpoint/2010/main" val="14938451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solidFill>
                  <a:srgbClr val="FFFFFF"/>
                </a:solidFill>
              </a:rPr>
              <a:t>Presentation Name / Month 2017</a:t>
            </a:r>
          </a:p>
        </p:txBody>
      </p:sp>
      <p:sp>
        <p:nvSpPr>
          <p:cNvPr id="6" name="Gray text above slide title"/>
          <p:cNvSpPr>
            <a:spLocks noGrp="1"/>
          </p:cNvSpPr>
          <p:nvPr>
            <p:ph type="body" sz="quarter" idx="16"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a:t>Add white text here in sentence case</a:t>
            </a:r>
          </a:p>
        </p:txBody>
      </p:sp>
      <p:sp>
        <p:nvSpPr>
          <p:cNvPr id="7"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a:p>
        </p:txBody>
      </p:sp>
    </p:spTree>
    <p:extLst>
      <p:ext uri="{BB962C8B-B14F-4D97-AF65-F5344CB8AC3E}">
        <p14:creationId xmlns:p14="http://schemas.microsoft.com/office/powerpoint/2010/main" val="7383410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Title White">
    <p:bg>
      <p:bgRef idx="1001">
        <a:schemeClr val="bg1"/>
      </p:bgRef>
    </p:bg>
    <p:spTree>
      <p:nvGrpSpPr>
        <p:cNvPr id="1" name=""/>
        <p:cNvGrpSpPr/>
        <p:nvPr/>
      </p:nvGrpSpPr>
      <p:grpSpPr>
        <a:xfrm>
          <a:off x="0" y="0"/>
          <a:ext cx="0" cy="0"/>
          <a:chOff x="0" y="0"/>
          <a:chExt cx="0" cy="0"/>
        </a:xfrm>
      </p:grpSpPr>
      <p:sp>
        <p:nvSpPr>
          <p:cNvPr id="79" name="Rectangle 78">
            <a:extLst>
              <a:ext uri="{FF2B5EF4-FFF2-40B4-BE49-F238E27FC236}">
                <a16:creationId xmlns:a16="http://schemas.microsoft.com/office/drawing/2014/main" id="{F38398A9-7316-41DB-A533-4A7A2DAF67CC}"/>
              </a:ext>
            </a:extLst>
          </p:cNvPr>
          <p:cNvSpPr/>
          <p:nvPr/>
        </p:nvSpPr>
        <p:spPr>
          <a:xfrm>
            <a:off x="-1014362" y="-10547"/>
            <a:ext cx="954405" cy="39642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Please note the </a:t>
            </a:r>
            <a:r>
              <a:rPr lang="en-US" sz="600" b="1">
                <a:solidFill>
                  <a:srgbClr val="000000"/>
                </a:solidFill>
              </a:rPr>
              <a:t>additional options for Title Slide Layouts </a:t>
            </a:r>
            <a:r>
              <a:rPr lang="en-US" sz="600">
                <a:solidFill>
                  <a:srgbClr val="000000"/>
                </a:solidFill>
              </a:rPr>
              <a:t>under Layouts on the Home Tab. </a:t>
            </a:r>
          </a:p>
        </p:txBody>
      </p:sp>
      <p:sp>
        <p:nvSpPr>
          <p:cNvPr id="15" name="Rectangle 14">
            <a:extLst>
              <a:ext uri="{FF2B5EF4-FFF2-40B4-BE49-F238E27FC236}">
                <a16:creationId xmlns:a16="http://schemas.microsoft.com/office/drawing/2014/main" id="{A84A4ADC-5140-43E7-A027-A0B478F3782E}"/>
              </a:ext>
            </a:extLst>
          </p:cNvPr>
          <p:cNvSpPr/>
          <p:nvPr/>
        </p:nvSpPr>
        <p:spPr>
          <a:xfrm>
            <a:off x="-922875" y="648464"/>
            <a:ext cx="797417" cy="31858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425196" y="1959841"/>
            <a:ext cx="5391765" cy="1398263"/>
          </a:xfrm>
          <a:prstGeom prst="rect">
            <a:avLst/>
          </a:prstGeom>
          <a:noFill/>
        </p:spPr>
        <p:txBody>
          <a:bodyPr anchor="b">
            <a:normAutofit/>
          </a:bodyPr>
          <a:lstStyle>
            <a:lvl1pPr>
              <a:defRPr sz="3300" b="0"/>
            </a:lvl1pPr>
          </a:lstStyle>
          <a:p>
            <a:r>
              <a:rPr lang="en-US"/>
              <a:t>[Title max 2 lines - additional Title slides under Layouts]</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425196" y="3478225"/>
            <a:ext cx="5391765" cy="475488"/>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[Presentation subtitle]</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425196" y="4133915"/>
            <a:ext cx="2276856" cy="1166941"/>
          </a:xfrm>
        </p:spPr>
        <p:txBody>
          <a:bodyPr anchor="b">
            <a:noAutofit/>
          </a:bodyPr>
          <a:lstStyle>
            <a:lvl1pPr marL="0" indent="0">
              <a:buNone/>
              <a:defRPr sz="1200"/>
            </a:lvl1pPr>
            <a:lvl2pPr marL="0" indent="0">
              <a:buNone/>
              <a:defRPr sz="900"/>
            </a:lvl2pPr>
            <a:lvl3pPr marL="0" indent="0">
              <a:buNone/>
              <a:defRPr sz="900"/>
            </a:lvl3pPr>
            <a:lvl4pPr marL="0" indent="0">
              <a:buNone/>
              <a:defRPr sz="900"/>
            </a:lvl4pPr>
            <a:lvl5pPr marL="0" indent="0">
              <a:buNone/>
              <a:defRPr sz="9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425196" y="5556524"/>
            <a:ext cx="2276856" cy="214805"/>
          </a:xfrm>
        </p:spPr>
        <p:txBody>
          <a:bodyPr>
            <a:normAutofit/>
          </a:bodyPr>
          <a:lstStyle>
            <a:lvl1pPr marL="0" indent="0" algn="l">
              <a:buNone/>
              <a:defRPr sz="900"/>
            </a:lvl1pPr>
            <a:lvl2pPr marL="0" indent="0">
              <a:buNone/>
              <a:defRPr/>
            </a:lvl2pPr>
            <a:lvl3pPr marL="0" indent="0">
              <a:buNone/>
              <a:defRPr/>
            </a:lvl3pPr>
            <a:lvl4pPr marL="0" indent="0">
              <a:buNone/>
              <a:defRPr/>
            </a:lvl4pPr>
            <a:lvl5pPr marL="0" indent="0">
              <a:buNone/>
              <a:defRPr/>
            </a:lvl5pPr>
          </a:lstStyle>
          <a:p>
            <a:pPr lvl="0"/>
            <a:r>
              <a:rPr lang="en-US"/>
              <a:t>[Insert date]</a:t>
            </a:r>
          </a:p>
        </p:txBody>
      </p:sp>
      <p:pic>
        <p:nvPicPr>
          <p:cNvPr id="28" name="S&amp;P Global Big Logo White">
            <a:extLst>
              <a:ext uri="{FF2B5EF4-FFF2-40B4-BE49-F238E27FC236}">
                <a16:creationId xmlns:a16="http://schemas.microsoft.com/office/drawing/2014/main" id="{ECBD4E13-674D-41EC-8CA7-7D5645831C8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9255" y="175869"/>
            <a:ext cx="1282446" cy="660745"/>
          </a:xfrm>
          <a:prstGeom prst="rect">
            <a:avLst/>
          </a:prstGeom>
        </p:spPr>
      </p:pic>
      <p:cxnSp>
        <p:nvCxnSpPr>
          <p:cNvPr id="13" name="Straight Connector 12">
            <a:extLst>
              <a:ext uri="{FF2B5EF4-FFF2-40B4-BE49-F238E27FC236}">
                <a16:creationId xmlns:a16="http://schemas.microsoft.com/office/drawing/2014/main" id="{38848774-06A4-4C9C-9314-148C24E489BB}"/>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0D77BC6-934A-4328-AC3E-51C3D8FC5470}"/>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BE42BB4-B506-4979-AD9F-D6C80A08E23F}"/>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sp>
        <p:nvSpPr>
          <p:cNvPr id="25" name="TextBox 24">
            <a:extLst>
              <a:ext uri="{FF2B5EF4-FFF2-40B4-BE49-F238E27FC236}">
                <a16:creationId xmlns:a16="http://schemas.microsoft.com/office/drawing/2014/main" id="{7D46EBAF-8C9F-439B-88C1-359D3F12024D}"/>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grpSp>
        <p:nvGrpSpPr>
          <p:cNvPr id="76" name="Group 75">
            <a:extLst>
              <a:ext uri="{FF2B5EF4-FFF2-40B4-BE49-F238E27FC236}">
                <a16:creationId xmlns:a16="http://schemas.microsoft.com/office/drawing/2014/main" id="{C499AF21-EB04-4D6A-8A3D-4BCA6140907C}"/>
              </a:ext>
            </a:extLst>
          </p:cNvPr>
          <p:cNvGrpSpPr/>
          <p:nvPr/>
        </p:nvGrpSpPr>
        <p:grpSpPr>
          <a:xfrm>
            <a:off x="-994" y="6871034"/>
            <a:ext cx="9144000" cy="143299"/>
            <a:chOff x="-1325" y="6871033"/>
            <a:chExt cx="12192000" cy="143299"/>
          </a:xfrm>
        </p:grpSpPr>
        <p:sp>
          <p:nvSpPr>
            <p:cNvPr id="77" name="Rectangle 76">
              <a:extLst>
                <a:ext uri="{FF2B5EF4-FFF2-40B4-BE49-F238E27FC236}">
                  <a16:creationId xmlns:a16="http://schemas.microsoft.com/office/drawing/2014/main" id="{4DB3F314-279D-4E8E-A0FE-F0ABFD4DB718}"/>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78" name="Rectangle 77">
              <a:extLst>
                <a:ext uri="{FF2B5EF4-FFF2-40B4-BE49-F238E27FC236}">
                  <a16:creationId xmlns:a16="http://schemas.microsoft.com/office/drawing/2014/main" id="{9EC3EFBE-5383-4FD6-B5CF-B434AA552049}"/>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pic>
        <p:nvPicPr>
          <p:cNvPr id="17" name="Picture 16">
            <a:extLst>
              <a:ext uri="{FF2B5EF4-FFF2-40B4-BE49-F238E27FC236}">
                <a16:creationId xmlns:a16="http://schemas.microsoft.com/office/drawing/2014/main" id="{97AD529D-D801-4F76-A17C-45A2B6353D4E}"/>
              </a:ext>
            </a:extLst>
          </p:cNvPr>
          <p:cNvPicPr>
            <a:picLocks noChangeAspect="1"/>
          </p:cNvPicPr>
          <p:nvPr/>
        </p:nvPicPr>
        <p:blipFill>
          <a:blip r:embed="rId4"/>
          <a:stretch>
            <a:fillRect/>
          </a:stretch>
        </p:blipFill>
        <p:spPr>
          <a:xfrm>
            <a:off x="-888683" y="689010"/>
            <a:ext cx="704664" cy="2997619"/>
          </a:xfrm>
          <a:prstGeom prst="rect">
            <a:avLst/>
          </a:prstGeom>
        </p:spPr>
      </p:pic>
      <p:sp>
        <p:nvSpPr>
          <p:cNvPr id="53" name="Rectangle 52">
            <a:extLst>
              <a:ext uri="{FF2B5EF4-FFF2-40B4-BE49-F238E27FC236}">
                <a16:creationId xmlns:a16="http://schemas.microsoft.com/office/drawing/2014/main" id="{7A051F11-C545-4936-ACBA-747E4BACD57E}"/>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4" name="Group 53">
            <a:extLst>
              <a:ext uri="{FF2B5EF4-FFF2-40B4-BE49-F238E27FC236}">
                <a16:creationId xmlns:a16="http://schemas.microsoft.com/office/drawing/2014/main" id="{185A7E0A-0E9A-47A5-B742-782BC564D5A0}"/>
              </a:ext>
            </a:extLst>
          </p:cNvPr>
          <p:cNvGrpSpPr/>
          <p:nvPr/>
        </p:nvGrpSpPr>
        <p:grpSpPr>
          <a:xfrm>
            <a:off x="9192986" y="1051487"/>
            <a:ext cx="954405" cy="3085386"/>
            <a:chOff x="12257314" y="1051487"/>
            <a:chExt cx="1272540" cy="3085386"/>
          </a:xfrm>
        </p:grpSpPr>
        <p:sp>
          <p:nvSpPr>
            <p:cNvPr id="55" name="Rectangle 54">
              <a:extLst>
                <a:ext uri="{FF2B5EF4-FFF2-40B4-BE49-F238E27FC236}">
                  <a16:creationId xmlns:a16="http://schemas.microsoft.com/office/drawing/2014/main" id="{1F6A66DB-8F42-4EF0-9FB6-3CF402FDEE03}"/>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56" name="TextBox 55">
              <a:extLst>
                <a:ext uri="{FF2B5EF4-FFF2-40B4-BE49-F238E27FC236}">
                  <a16:creationId xmlns:a16="http://schemas.microsoft.com/office/drawing/2014/main" id="{CCFCCA5B-CFD2-4F97-8E39-F98B68B4303E}"/>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57" name="Freeform: Shape 56">
              <a:extLst>
                <a:ext uri="{FF2B5EF4-FFF2-40B4-BE49-F238E27FC236}">
                  <a16:creationId xmlns:a16="http://schemas.microsoft.com/office/drawing/2014/main" id="{FB8CAF0A-9B91-4E3B-A705-4886072B626A}"/>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8" name="TextBox 57">
              <a:extLst>
                <a:ext uri="{FF2B5EF4-FFF2-40B4-BE49-F238E27FC236}">
                  <a16:creationId xmlns:a16="http://schemas.microsoft.com/office/drawing/2014/main" id="{744DFD51-D990-4957-9FB1-31FFF1FD6AEA}"/>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59" name="Freeform: Shape 58">
              <a:extLst>
                <a:ext uri="{FF2B5EF4-FFF2-40B4-BE49-F238E27FC236}">
                  <a16:creationId xmlns:a16="http://schemas.microsoft.com/office/drawing/2014/main" id="{CD7FF365-2D4C-49DD-847C-D74980ECC1E9}"/>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0" name="Freeform: Shape 59">
              <a:extLst>
                <a:ext uri="{FF2B5EF4-FFF2-40B4-BE49-F238E27FC236}">
                  <a16:creationId xmlns:a16="http://schemas.microsoft.com/office/drawing/2014/main" id="{5EF6C03F-ABF2-4A76-909E-DBA5077DC02C}"/>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1" name="TextBox 60">
              <a:extLst>
                <a:ext uri="{FF2B5EF4-FFF2-40B4-BE49-F238E27FC236}">
                  <a16:creationId xmlns:a16="http://schemas.microsoft.com/office/drawing/2014/main" id="{6AAE6DE2-ABB2-4C84-AD69-A57DEBCC006B}"/>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62" name="Picture 61">
              <a:extLst>
                <a:ext uri="{FF2B5EF4-FFF2-40B4-BE49-F238E27FC236}">
                  <a16:creationId xmlns:a16="http://schemas.microsoft.com/office/drawing/2014/main" id="{E75267ED-F4AC-45E8-9B29-C2AF59E8B09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63" name="Rectangle 62">
              <a:extLst>
                <a:ext uri="{FF2B5EF4-FFF2-40B4-BE49-F238E27FC236}">
                  <a16:creationId xmlns:a16="http://schemas.microsoft.com/office/drawing/2014/main" id="{1F9121C2-957F-4A1F-ACB9-3DE4BAD9BD4D}"/>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64" name="Rectangle 63">
              <a:extLst>
                <a:ext uri="{FF2B5EF4-FFF2-40B4-BE49-F238E27FC236}">
                  <a16:creationId xmlns:a16="http://schemas.microsoft.com/office/drawing/2014/main" id="{4383BC7A-8710-45B8-B7BB-29AE3313E4F9}"/>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65" name="Rectangle 64">
              <a:extLst>
                <a:ext uri="{FF2B5EF4-FFF2-40B4-BE49-F238E27FC236}">
                  <a16:creationId xmlns:a16="http://schemas.microsoft.com/office/drawing/2014/main" id="{3F14AD32-3EDA-4A4F-9132-956C03B8E629}"/>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66" name="Rectangle 65">
              <a:extLst>
                <a:ext uri="{FF2B5EF4-FFF2-40B4-BE49-F238E27FC236}">
                  <a16:creationId xmlns:a16="http://schemas.microsoft.com/office/drawing/2014/main" id="{CDC53D65-E0C4-4E75-AADE-23A49591DEEB}"/>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67" name="Group 66">
              <a:extLst>
                <a:ext uri="{FF2B5EF4-FFF2-40B4-BE49-F238E27FC236}">
                  <a16:creationId xmlns:a16="http://schemas.microsoft.com/office/drawing/2014/main" id="{734E3783-2AF4-456E-B58F-AF076385BD96}"/>
                </a:ext>
              </a:extLst>
            </p:cNvPr>
            <p:cNvGrpSpPr/>
            <p:nvPr/>
          </p:nvGrpSpPr>
          <p:grpSpPr>
            <a:xfrm>
              <a:off x="12364752" y="2345932"/>
              <a:ext cx="1055431" cy="88186"/>
              <a:chOff x="914335" y="6913770"/>
              <a:chExt cx="1109884" cy="100584"/>
            </a:xfrm>
            <a:noFill/>
          </p:grpSpPr>
          <p:sp>
            <p:nvSpPr>
              <p:cNvPr id="117" name="Rectangle 116">
                <a:extLst>
                  <a:ext uri="{FF2B5EF4-FFF2-40B4-BE49-F238E27FC236}">
                    <a16:creationId xmlns:a16="http://schemas.microsoft.com/office/drawing/2014/main" id="{A40B60AD-93F1-4216-8F84-31D9A6DFC8CD}"/>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8" name="Rectangle 117">
                <a:extLst>
                  <a:ext uri="{FF2B5EF4-FFF2-40B4-BE49-F238E27FC236}">
                    <a16:creationId xmlns:a16="http://schemas.microsoft.com/office/drawing/2014/main" id="{7153DE13-4A63-4075-AF41-791E65946C14}"/>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9" name="Rectangle 118">
                <a:extLst>
                  <a:ext uri="{FF2B5EF4-FFF2-40B4-BE49-F238E27FC236}">
                    <a16:creationId xmlns:a16="http://schemas.microsoft.com/office/drawing/2014/main" id="{1CECFDC8-C169-4292-AA1B-0519BDF9FC10}"/>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20" name="Rectangle 119">
                <a:extLst>
                  <a:ext uri="{FF2B5EF4-FFF2-40B4-BE49-F238E27FC236}">
                    <a16:creationId xmlns:a16="http://schemas.microsoft.com/office/drawing/2014/main" id="{641A4A58-0519-42A9-B63B-316001BA021F}"/>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21" name="Rectangle 120">
                <a:extLst>
                  <a:ext uri="{FF2B5EF4-FFF2-40B4-BE49-F238E27FC236}">
                    <a16:creationId xmlns:a16="http://schemas.microsoft.com/office/drawing/2014/main" id="{D7249ABC-7023-4151-AEC3-49DE51383528}"/>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22" name="Rectangle 121">
                <a:extLst>
                  <a:ext uri="{FF2B5EF4-FFF2-40B4-BE49-F238E27FC236}">
                    <a16:creationId xmlns:a16="http://schemas.microsoft.com/office/drawing/2014/main" id="{BDE7A2EE-185B-4262-B1BA-C6C185211166}"/>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3" name="Rectangle 122">
                <a:extLst>
                  <a:ext uri="{FF2B5EF4-FFF2-40B4-BE49-F238E27FC236}">
                    <a16:creationId xmlns:a16="http://schemas.microsoft.com/office/drawing/2014/main" id="{DDBA966F-676E-4315-A5FC-2419808F2492}"/>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4" name="Rectangle 123">
                <a:extLst>
                  <a:ext uri="{FF2B5EF4-FFF2-40B4-BE49-F238E27FC236}">
                    <a16:creationId xmlns:a16="http://schemas.microsoft.com/office/drawing/2014/main" id="{D6328D79-3EDD-4111-83BB-EA6AB7F98806}"/>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5" name="Rectangle 124">
                <a:extLst>
                  <a:ext uri="{FF2B5EF4-FFF2-40B4-BE49-F238E27FC236}">
                    <a16:creationId xmlns:a16="http://schemas.microsoft.com/office/drawing/2014/main" id="{C2AD9B8F-D7B0-4D2B-AB1B-4C93C86557C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6" name="Rectangle 125">
                <a:extLst>
                  <a:ext uri="{FF2B5EF4-FFF2-40B4-BE49-F238E27FC236}">
                    <a16:creationId xmlns:a16="http://schemas.microsoft.com/office/drawing/2014/main" id="{907D5595-AF21-437E-823F-9DF4C18084D8}"/>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68" name="Graphic 67" descr="Close with solid fill">
              <a:extLst>
                <a:ext uri="{FF2B5EF4-FFF2-40B4-BE49-F238E27FC236}">
                  <a16:creationId xmlns:a16="http://schemas.microsoft.com/office/drawing/2014/main" id="{E53BF390-C23F-46A4-BFBB-E1E29A6234F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359990" y="3132474"/>
              <a:ext cx="100919" cy="100919"/>
            </a:xfrm>
            <a:prstGeom prst="rect">
              <a:avLst/>
            </a:prstGeom>
          </p:spPr>
        </p:pic>
        <p:pic>
          <p:nvPicPr>
            <p:cNvPr id="69" name="Graphic 68" descr="Close with solid fill">
              <a:extLst>
                <a:ext uri="{FF2B5EF4-FFF2-40B4-BE49-F238E27FC236}">
                  <a16:creationId xmlns:a16="http://schemas.microsoft.com/office/drawing/2014/main" id="{AC537C6F-E7C1-4795-A5EC-E1797D641A8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468758" y="3132474"/>
              <a:ext cx="100919" cy="100919"/>
            </a:xfrm>
            <a:prstGeom prst="rect">
              <a:avLst/>
            </a:prstGeom>
          </p:spPr>
        </p:pic>
        <p:pic>
          <p:nvPicPr>
            <p:cNvPr id="70" name="Graphic 69" descr="Close with solid fill">
              <a:extLst>
                <a:ext uri="{FF2B5EF4-FFF2-40B4-BE49-F238E27FC236}">
                  <a16:creationId xmlns:a16="http://schemas.microsoft.com/office/drawing/2014/main" id="{7FAC67D8-E1CD-46CE-B8BB-D53FDF9F196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572765" y="3132473"/>
              <a:ext cx="100919" cy="100919"/>
            </a:xfrm>
            <a:prstGeom prst="rect">
              <a:avLst/>
            </a:prstGeom>
          </p:spPr>
        </p:pic>
        <p:pic>
          <p:nvPicPr>
            <p:cNvPr id="71" name="Graphic 70" descr="Close with solid fill">
              <a:extLst>
                <a:ext uri="{FF2B5EF4-FFF2-40B4-BE49-F238E27FC236}">
                  <a16:creationId xmlns:a16="http://schemas.microsoft.com/office/drawing/2014/main" id="{8230B86D-5B3C-4CD8-BA87-95275678A65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679153" y="3132472"/>
              <a:ext cx="100919" cy="100919"/>
            </a:xfrm>
            <a:prstGeom prst="rect">
              <a:avLst/>
            </a:prstGeom>
          </p:spPr>
        </p:pic>
        <p:pic>
          <p:nvPicPr>
            <p:cNvPr id="72" name="Graphic 71" descr="Close with solid fill">
              <a:extLst>
                <a:ext uri="{FF2B5EF4-FFF2-40B4-BE49-F238E27FC236}">
                  <a16:creationId xmlns:a16="http://schemas.microsoft.com/office/drawing/2014/main" id="{830F2B8D-92DF-4330-AB56-F03E3E4FD30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785541" y="3132471"/>
              <a:ext cx="100919" cy="100919"/>
            </a:xfrm>
            <a:prstGeom prst="rect">
              <a:avLst/>
            </a:prstGeom>
          </p:spPr>
        </p:pic>
        <p:pic>
          <p:nvPicPr>
            <p:cNvPr id="73" name="Graphic 72" descr="Close with solid fill">
              <a:extLst>
                <a:ext uri="{FF2B5EF4-FFF2-40B4-BE49-F238E27FC236}">
                  <a16:creationId xmlns:a16="http://schemas.microsoft.com/office/drawing/2014/main" id="{9A252178-7052-4A5E-99C8-BF9378211C1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891929" y="3132470"/>
              <a:ext cx="100919" cy="100919"/>
            </a:xfrm>
            <a:prstGeom prst="rect">
              <a:avLst/>
            </a:prstGeom>
          </p:spPr>
        </p:pic>
        <p:pic>
          <p:nvPicPr>
            <p:cNvPr id="113" name="Graphic 112" descr="Close with solid fill">
              <a:extLst>
                <a:ext uri="{FF2B5EF4-FFF2-40B4-BE49-F238E27FC236}">
                  <a16:creationId xmlns:a16="http://schemas.microsoft.com/office/drawing/2014/main" id="{5AFBFE90-361D-4675-A60A-C3944EE17A6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998317" y="3132469"/>
              <a:ext cx="100919" cy="100919"/>
            </a:xfrm>
            <a:prstGeom prst="rect">
              <a:avLst/>
            </a:prstGeom>
          </p:spPr>
        </p:pic>
        <p:pic>
          <p:nvPicPr>
            <p:cNvPr id="114" name="Graphic 113" descr="Close with solid fill">
              <a:extLst>
                <a:ext uri="{FF2B5EF4-FFF2-40B4-BE49-F238E27FC236}">
                  <a16:creationId xmlns:a16="http://schemas.microsoft.com/office/drawing/2014/main" id="{0324CA63-B4FD-4F32-A48B-CC372D22F84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104705" y="3132468"/>
              <a:ext cx="100919" cy="100919"/>
            </a:xfrm>
            <a:prstGeom prst="rect">
              <a:avLst/>
            </a:prstGeom>
          </p:spPr>
        </p:pic>
        <p:pic>
          <p:nvPicPr>
            <p:cNvPr id="115" name="Graphic 114" descr="Close with solid fill">
              <a:extLst>
                <a:ext uri="{FF2B5EF4-FFF2-40B4-BE49-F238E27FC236}">
                  <a16:creationId xmlns:a16="http://schemas.microsoft.com/office/drawing/2014/main" id="{10D14DC7-8690-4FCB-8E66-A79426B4204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211093" y="3132467"/>
              <a:ext cx="100919" cy="100919"/>
            </a:xfrm>
            <a:prstGeom prst="rect">
              <a:avLst/>
            </a:prstGeom>
          </p:spPr>
        </p:pic>
        <p:pic>
          <p:nvPicPr>
            <p:cNvPr id="116" name="Graphic 115" descr="Close with solid fill">
              <a:extLst>
                <a:ext uri="{FF2B5EF4-FFF2-40B4-BE49-F238E27FC236}">
                  <a16:creationId xmlns:a16="http://schemas.microsoft.com/office/drawing/2014/main" id="{C1794AE2-4267-488E-B246-8545817B08F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317481" y="3132466"/>
              <a:ext cx="100919" cy="100919"/>
            </a:xfrm>
            <a:prstGeom prst="rect">
              <a:avLst/>
            </a:prstGeom>
          </p:spPr>
        </p:pic>
      </p:grpSp>
      <p:sp>
        <p:nvSpPr>
          <p:cNvPr id="3" name="Date Placeholder 2">
            <a:extLst>
              <a:ext uri="{FF2B5EF4-FFF2-40B4-BE49-F238E27FC236}">
                <a16:creationId xmlns:a16="http://schemas.microsoft.com/office/drawing/2014/main" id="{5AA97143-AB88-41EC-B6B9-395E6AAF8F82}"/>
              </a:ext>
            </a:extLst>
          </p:cNvPr>
          <p:cNvSpPr>
            <a:spLocks noGrp="1"/>
          </p:cNvSpPr>
          <p:nvPr>
            <p:ph type="dt" sz="half" idx="18"/>
          </p:nvPr>
        </p:nvSpPr>
        <p:spPr>
          <a:xfrm>
            <a:off x="-65991" y="6901977"/>
            <a:ext cx="41148" cy="54864"/>
          </a:xfrm>
        </p:spPr>
        <p:txBody>
          <a:bodyPr/>
          <a:lstStyle>
            <a:lvl1pPr>
              <a:defRPr sz="100">
                <a:noFill/>
              </a:defRPr>
            </a:lvl1pPr>
          </a:lstStyle>
          <a:p>
            <a:fld id="{866B3C68-88E1-40DF-B9E2-2A1DD18FD784}" type="datetime4">
              <a:rPr lang="en-US" smtClean="0"/>
              <a:t>August 13, 2025</a:t>
            </a:fld>
            <a:endParaRPr lang="en-US"/>
          </a:p>
        </p:txBody>
      </p:sp>
      <p:sp>
        <p:nvSpPr>
          <p:cNvPr id="4" name="Footer Placeholder 3">
            <a:extLst>
              <a:ext uri="{FF2B5EF4-FFF2-40B4-BE49-F238E27FC236}">
                <a16:creationId xmlns:a16="http://schemas.microsoft.com/office/drawing/2014/main" id="{B860E2E7-D6FF-4CC7-8126-C6D4A091DE98}"/>
              </a:ext>
            </a:extLst>
          </p:cNvPr>
          <p:cNvSpPr>
            <a:spLocks noGrp="1"/>
          </p:cNvSpPr>
          <p:nvPr>
            <p:ph type="ftr" sz="quarter" idx="19"/>
          </p:nvPr>
        </p:nvSpPr>
        <p:spPr>
          <a:xfrm>
            <a:off x="4627538" y="6403792"/>
            <a:ext cx="4098553" cy="214805"/>
          </a:xfrm>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457D495E-526B-486D-A788-BA139D278706}"/>
              </a:ext>
            </a:extLst>
          </p:cNvPr>
          <p:cNvSpPr>
            <a:spLocks noGrp="1"/>
          </p:cNvSpPr>
          <p:nvPr>
            <p:ph type="sldNum" sz="quarter" idx="20"/>
          </p:nvPr>
        </p:nvSpPr>
        <p:spPr>
          <a:xfrm>
            <a:off x="9159398" y="6883061"/>
            <a:ext cx="41148" cy="54864"/>
          </a:xfrm>
        </p:spPr>
        <p:txBody>
          <a:bodyPr/>
          <a:lstStyle>
            <a:lvl1pPr>
              <a:defRPr sz="100">
                <a:noFill/>
              </a:defRPr>
            </a:lvl1pPr>
          </a:lstStyle>
          <a:p>
            <a:fld id="{4704619B-9823-F845-874B-2390AC991BC7}" type="slidenum">
              <a:rPr lang="en-US" smtClean="0"/>
              <a:pPr/>
              <a:t>‹#›</a:t>
            </a:fld>
            <a:endParaRPr lang="en-US"/>
          </a:p>
        </p:txBody>
      </p:sp>
      <p:pic>
        <p:nvPicPr>
          <p:cNvPr id="75" name="SPG Commodity Insights Colorful Big">
            <a:extLst>
              <a:ext uri="{FF2B5EF4-FFF2-40B4-BE49-F238E27FC236}">
                <a16:creationId xmlns:a16="http://schemas.microsoft.com/office/drawing/2014/main" id="{CD9CA651-4CAA-43CD-9A06-4158E9515A4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76120" y="173933"/>
            <a:ext cx="2071116" cy="960692"/>
          </a:xfrm>
          <a:prstGeom prst="rect">
            <a:avLst/>
          </a:prstGeom>
        </p:spPr>
      </p:pic>
    </p:spTree>
    <p:extLst>
      <p:ext uri="{BB962C8B-B14F-4D97-AF65-F5344CB8AC3E}">
        <p14:creationId xmlns:p14="http://schemas.microsoft.com/office/powerpoint/2010/main" val="3603032225"/>
      </p:ext>
    </p:extLst>
  </p:cSld>
  <p:clrMapOvr>
    <a:overrideClrMapping bg1="lt1" tx1="dk1" bg2="lt2" tx2="dk2" accent1="accent1" accent2="accent2" accent3="accent3" accent4="accent4" accent5="accent5" accent6="accent6" hlink="hlink" folHlink="folHlink"/>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 no subtitl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25279" y="1622425"/>
            <a:ext cx="8298180" cy="4584274"/>
          </a:xfrm>
        </p:spPr>
        <p:txBody>
          <a:bodyPr/>
          <a:lstStyle>
            <a:lvl3pPr>
              <a:spcAft>
                <a:spcPts val="0"/>
              </a:spcAft>
              <a:defRPr/>
            </a:lvl3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E45250-AFD1-44E6-BD74-661D7A387316}" type="datetime4">
              <a:rPr lang="en-US" smtClean="0"/>
              <a:t>August 13, 2025</a:t>
            </a:fld>
            <a:endParaRPr lang="en-US"/>
          </a:p>
        </p:txBody>
      </p:sp>
      <p:sp>
        <p:nvSpPr>
          <p:cNvPr id="5" name="Footer Placeholder 4"/>
          <p:cNvSpPr>
            <a:spLocks noGrp="1"/>
          </p:cNvSpPr>
          <p:nvPr>
            <p:ph type="ftr" sz="quarter" idx="11"/>
          </p:nvPr>
        </p:nvSpPr>
        <p:spPr/>
        <p:txBody>
          <a:bodyPr/>
          <a:lstStyle/>
          <a:p>
            <a:r>
              <a:rPr lang="en-US"/>
              <a:t>S&amp;P Global Commodity Insights – Internal Use Only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7" name="Title 6">
            <a:extLst>
              <a:ext uri="{FF2B5EF4-FFF2-40B4-BE49-F238E27FC236}">
                <a16:creationId xmlns:a16="http://schemas.microsoft.com/office/drawing/2014/main" id="{1E281549-F48C-40C3-A3B8-76A33095ABBA}"/>
              </a:ext>
            </a:extLst>
          </p:cNvPr>
          <p:cNvSpPr>
            <a:spLocks noGrp="1"/>
          </p:cNvSpPr>
          <p:nvPr>
            <p:ph type="title" hasCustomPrompt="1"/>
          </p:nvPr>
        </p:nvSpPr>
        <p:spPr>
          <a:xfrm>
            <a:off x="425280" y="651300"/>
            <a:ext cx="8297032" cy="648111"/>
          </a:xfrm>
        </p:spPr>
        <p:txBody>
          <a:bodyPr/>
          <a:lstStyle/>
          <a:p>
            <a:r>
              <a:rPr lang="en-US"/>
              <a:t>[Headline]</a:t>
            </a:r>
          </a:p>
        </p:txBody>
      </p:sp>
      <p:sp>
        <p:nvSpPr>
          <p:cNvPr id="17" name="Text Placeholder 11">
            <a:extLst>
              <a:ext uri="{FF2B5EF4-FFF2-40B4-BE49-F238E27FC236}">
                <a16:creationId xmlns:a16="http://schemas.microsoft.com/office/drawing/2014/main" id="{33AF1F22-6453-4489-88BC-640BBEB648C1}"/>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1014070027"/>
      </p:ext>
    </p:extLst>
  </p:cSld>
  <p:clrMapOvr>
    <a:masterClrMapping/>
  </p:clrMapOvr>
  <p:hf hdr="0" ftr="0" dt="0"/>
  <p:extLst>
    <p:ext uri="{DCECCB84-F9BA-43D5-87BE-67443E8EF086}">
      <p15:sldGuideLst xmlns:p15="http://schemas.microsoft.com/office/powerpoint/2012/main">
        <p15:guide id="1" orient="horz" pos="102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25279" y="1960032"/>
            <a:ext cx="8298180" cy="4252382"/>
          </a:xfrm>
        </p:spPr>
        <p:txBody>
          <a:bodyPr/>
          <a:lstStyle>
            <a:lvl3pPr>
              <a:spcAft>
                <a:spcPts val="0"/>
              </a:spcAft>
              <a:defRPr/>
            </a:lvl3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5E0DD9A-B909-4E03-B64A-164E399FC2EA}" type="datetime4">
              <a:rPr lang="en-US" smtClean="0"/>
              <a:t>August 13, 2025</a:t>
            </a:fld>
            <a:endParaRPr lang="en-US"/>
          </a:p>
        </p:txBody>
      </p:sp>
      <p:sp>
        <p:nvSpPr>
          <p:cNvPr id="5" name="Footer Placeholder 4"/>
          <p:cNvSpPr>
            <a:spLocks noGrp="1"/>
          </p:cNvSpPr>
          <p:nvPr>
            <p:ph type="ftr" sz="quarter" idx="11"/>
          </p:nvPr>
        </p:nvSpPr>
        <p:spPr/>
        <p:txBody>
          <a:bodyPr/>
          <a:lstStyle/>
          <a:p>
            <a:r>
              <a:rPr lang="en-US"/>
              <a:t>S&amp;P Global Commodity Insights – Internal Use Only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8" name="Text Placeholder 7"/>
          <p:cNvSpPr>
            <a:spLocks noGrp="1"/>
          </p:cNvSpPr>
          <p:nvPr>
            <p:ph type="body" sz="quarter" idx="13" hasCustomPrompt="1"/>
          </p:nvPr>
        </p:nvSpPr>
        <p:spPr>
          <a:xfrm>
            <a:off x="425279" y="1058237"/>
            <a:ext cx="8298180" cy="493776"/>
          </a:xfrm>
        </p:spPr>
        <p:txBody>
          <a:bodyPr/>
          <a:lstStyle>
            <a:lvl1pPr marL="0" indent="0">
              <a:buNone/>
              <a:defRPr sz="1350" b="0">
                <a:latin typeface="+mn-lt"/>
              </a:defRPr>
            </a:lvl1pPr>
            <a:lvl2pPr marL="127397" indent="0">
              <a:buNone/>
              <a:defRPr/>
            </a:lvl2pPr>
          </a:lstStyle>
          <a:p>
            <a:pPr lvl="0"/>
            <a:r>
              <a:rPr lang="en-US"/>
              <a:t>[Sub-headline]</a:t>
            </a:r>
          </a:p>
        </p:txBody>
      </p:sp>
      <p:sp>
        <p:nvSpPr>
          <p:cNvPr id="10" name="Text Placeholder 11"/>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525">
                <a:latin typeface="+mn-lt"/>
              </a:defRPr>
            </a:lvl2pPr>
            <a:lvl3pPr marL="255984" indent="0">
              <a:buNone/>
              <a:defRPr/>
            </a:lvl3pPr>
          </a:lstStyle>
          <a:p>
            <a:pPr lvl="0"/>
            <a:r>
              <a:rPr lang="en-US"/>
              <a:t>[Source / Legal disclaimer]</a:t>
            </a:r>
          </a:p>
        </p:txBody>
      </p:sp>
      <p:sp>
        <p:nvSpPr>
          <p:cNvPr id="7" name="Title 6">
            <a:extLst>
              <a:ext uri="{FF2B5EF4-FFF2-40B4-BE49-F238E27FC236}">
                <a16:creationId xmlns:a16="http://schemas.microsoft.com/office/drawing/2014/main" id="{BF688775-CEA2-4940-992B-934A4201951E}"/>
              </a:ext>
            </a:extLst>
          </p:cNvPr>
          <p:cNvSpPr>
            <a:spLocks noGrp="1"/>
          </p:cNvSpPr>
          <p:nvPr>
            <p:ph type="title" hasCustomPrompt="1"/>
          </p:nvPr>
        </p:nvSpPr>
        <p:spPr>
          <a:xfrm>
            <a:off x="425280" y="651300"/>
            <a:ext cx="8297032" cy="402336"/>
          </a:xfrm>
        </p:spPr>
        <p:txBody>
          <a:bodyPr/>
          <a:lstStyle/>
          <a:p>
            <a:r>
              <a:rPr lang="en-US"/>
              <a:t>[Headline]</a:t>
            </a:r>
          </a:p>
        </p:txBody>
      </p:sp>
    </p:spTree>
    <p:extLst>
      <p:ext uri="{BB962C8B-B14F-4D97-AF65-F5344CB8AC3E}">
        <p14:creationId xmlns:p14="http://schemas.microsoft.com/office/powerpoint/2010/main" val="1870199012"/>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25279" y="1622426"/>
            <a:ext cx="3758184" cy="4589567"/>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964127" y="1622425"/>
            <a:ext cx="3758184" cy="4589567"/>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C6889EE-8C3D-4FF7-9C80-27BFD13FDF2A}" type="datetime4">
              <a:rPr lang="en-US" smtClean="0"/>
              <a:t>August 13, 2025</a:t>
            </a:fld>
            <a:endParaRPr lang="en-US"/>
          </a:p>
        </p:txBody>
      </p:sp>
      <p:sp>
        <p:nvSpPr>
          <p:cNvPr id="6" name="Footer Placeholder 5"/>
          <p:cNvSpPr>
            <a:spLocks noGrp="1"/>
          </p:cNvSpPr>
          <p:nvPr>
            <p:ph type="ftr" sz="quarter" idx="11"/>
          </p:nvPr>
        </p:nvSpPr>
        <p:spPr/>
        <p:txBody>
          <a:bodyPr/>
          <a:lstStyle/>
          <a:p>
            <a:r>
              <a:rPr lang="en-US"/>
              <a:t>S&amp;P Global Commodity Insights – Internal Use Only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a:p>
        </p:txBody>
      </p:sp>
      <p:sp>
        <p:nvSpPr>
          <p:cNvPr id="10" name="Title 9">
            <a:extLst>
              <a:ext uri="{FF2B5EF4-FFF2-40B4-BE49-F238E27FC236}">
                <a16:creationId xmlns:a16="http://schemas.microsoft.com/office/drawing/2014/main" id="{4664208C-BD36-4BE7-9A7B-B2D8CF95E8BD}"/>
              </a:ext>
            </a:extLst>
          </p:cNvPr>
          <p:cNvSpPr>
            <a:spLocks noGrp="1"/>
          </p:cNvSpPr>
          <p:nvPr>
            <p:ph type="title" hasCustomPrompt="1"/>
          </p:nvPr>
        </p:nvSpPr>
        <p:spPr>
          <a:xfrm>
            <a:off x="425280" y="651300"/>
            <a:ext cx="8297032" cy="648111"/>
          </a:xfrm>
        </p:spPr>
        <p:txBody>
          <a:bodyPr/>
          <a:lstStyle/>
          <a:p>
            <a:r>
              <a:rPr lang="en-US"/>
              <a:t>[Headline]</a:t>
            </a:r>
          </a:p>
        </p:txBody>
      </p:sp>
    </p:spTree>
    <p:extLst>
      <p:ext uri="{BB962C8B-B14F-4D97-AF65-F5344CB8AC3E}">
        <p14:creationId xmlns:p14="http://schemas.microsoft.com/office/powerpoint/2010/main" val="736701221"/>
      </p:ext>
    </p:extLst>
  </p:cSld>
  <p:clrMapOvr>
    <a:masterClrMapping/>
  </p:clrMapOvr>
  <p:hf hdr="0" ftr="0" dt="0"/>
  <p:extLst>
    <p:ext uri="{DCECCB84-F9BA-43D5-87BE-67443E8EF086}">
      <p15:sldGuideLst xmlns:p15="http://schemas.microsoft.com/office/powerpoint/2012/main">
        <p15:guide id="1" orient="horz" pos="102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wo Content + Subtitles ">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1973EFFA-03D7-43DB-BDBC-FC0CC8E8C7D4}"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Content Placeholder 6">
            <a:extLst>
              <a:ext uri="{FF2B5EF4-FFF2-40B4-BE49-F238E27FC236}">
                <a16:creationId xmlns:a16="http://schemas.microsoft.com/office/drawing/2014/main" id="{B6ADB806-4287-47DA-AF4C-BB39AE092206}"/>
              </a:ext>
            </a:extLst>
          </p:cNvPr>
          <p:cNvSpPr>
            <a:spLocks noGrp="1"/>
          </p:cNvSpPr>
          <p:nvPr>
            <p:ph sz="quarter" idx="13" hasCustomPrompt="1"/>
          </p:nvPr>
        </p:nvSpPr>
        <p:spPr>
          <a:xfrm>
            <a:off x="425279" y="2339468"/>
            <a:ext cx="3758184" cy="3866071"/>
          </a:xfrm>
        </p:spPr>
        <p:txBody>
          <a:bodyPr/>
          <a:lstStyle>
            <a:lvl1pPr marL="0" indent="0">
              <a:buFont typeface="Arial" panose="020B0604020202020204" pitchFamily="34" charset="0"/>
              <a:buChar char="​"/>
              <a:defRPr sz="900"/>
            </a:lvl1pPr>
            <a:lvl2pPr marL="170260" indent="-170260">
              <a:defRPr sz="900"/>
            </a:lvl2pPr>
            <a:lvl3pPr marL="345281" indent="-175022">
              <a:defRPr sz="900"/>
            </a:lvl3pPr>
            <a:lvl4pPr marL="515541" indent="-170260">
              <a:defRPr sz="900"/>
            </a:lvl4pPr>
            <a:lvl5pPr marL="685800" indent="-170260">
              <a:defRPr sz="900"/>
            </a:lvl5pPr>
          </a:lstStyle>
          <a:p>
            <a:pPr lvl="0"/>
            <a:r>
              <a:rPr lang="en-US"/>
              <a:t>[Click to add non-bullet paragraph text]</a:t>
            </a:r>
          </a:p>
          <a:p>
            <a:pPr lvl="1"/>
            <a:r>
              <a:rPr lang="en-US"/>
              <a:t>Second level</a:t>
            </a:r>
          </a:p>
          <a:p>
            <a:pPr lvl="2"/>
            <a:r>
              <a:rPr lang="en-US"/>
              <a:t>Third level</a:t>
            </a:r>
          </a:p>
          <a:p>
            <a:pPr lvl="3"/>
            <a:r>
              <a:rPr lang="en-US"/>
              <a:t>Fourth level</a:t>
            </a:r>
          </a:p>
          <a:p>
            <a:pPr lvl="4"/>
            <a:r>
              <a:rPr lang="en-US"/>
              <a:t>Fifth level</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425279" y="1956277"/>
            <a:ext cx="3758184"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4965275" y="1956277"/>
            <a:ext cx="3758184"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Content Placeholder 13">
            <a:extLst>
              <a:ext uri="{FF2B5EF4-FFF2-40B4-BE49-F238E27FC236}">
                <a16:creationId xmlns:a16="http://schemas.microsoft.com/office/drawing/2014/main" id="{55EF8898-0035-4D30-8587-C59EEC429BF1}"/>
              </a:ext>
            </a:extLst>
          </p:cNvPr>
          <p:cNvSpPr>
            <a:spLocks noGrp="1"/>
          </p:cNvSpPr>
          <p:nvPr>
            <p:ph sz="quarter" idx="20" hasCustomPrompt="1"/>
          </p:nvPr>
        </p:nvSpPr>
        <p:spPr>
          <a:xfrm>
            <a:off x="4965275" y="2340111"/>
            <a:ext cx="3758184" cy="3865071"/>
          </a:xfrm>
        </p:spPr>
        <p:txBody>
          <a:bodyPr/>
          <a:lstStyle>
            <a:lvl1pPr marL="0" indent="0">
              <a:buFont typeface="Arial" panose="020B0604020202020204" pitchFamily="34" charset="0"/>
              <a:buChar char="​"/>
              <a:defRPr sz="900"/>
            </a:lvl1pPr>
            <a:lvl2pPr marL="173831" indent="-173831">
              <a:defRPr sz="900"/>
            </a:lvl2pPr>
            <a:lvl3pPr marL="342900" indent="-169069">
              <a:defRPr sz="900"/>
            </a:lvl3pPr>
            <a:lvl4pPr marL="516731" indent="-173831">
              <a:defRPr sz="900"/>
            </a:lvl4pPr>
            <a:lvl5pPr marL="685800" indent="-169069">
              <a:defRPr sz="900"/>
            </a:lvl5pPr>
          </a:lstStyle>
          <a:p>
            <a:pPr lvl="0"/>
            <a:r>
              <a:rPr lang="en-US"/>
              <a:t>[Click to add non-bullet paragraph text]</a:t>
            </a:r>
          </a:p>
          <a:p>
            <a:pPr lvl="1"/>
            <a:r>
              <a:rPr lang="en-US"/>
              <a:t>Second level</a:t>
            </a:r>
          </a:p>
          <a:p>
            <a:pPr lvl="2"/>
            <a:r>
              <a:rPr lang="en-US"/>
              <a:t>Third level</a:t>
            </a:r>
          </a:p>
          <a:p>
            <a:pPr lvl="3"/>
            <a:r>
              <a:rPr lang="en-US"/>
              <a:t>Fourth level</a:t>
            </a:r>
          </a:p>
          <a:p>
            <a:pPr lvl="4"/>
            <a:r>
              <a:rPr lang="en-US"/>
              <a:t>Fifth level</a:t>
            </a:r>
          </a:p>
        </p:txBody>
      </p:sp>
      <p:sp>
        <p:nvSpPr>
          <p:cNvPr id="6" name="Title 5">
            <a:extLst>
              <a:ext uri="{FF2B5EF4-FFF2-40B4-BE49-F238E27FC236}">
                <a16:creationId xmlns:a16="http://schemas.microsoft.com/office/drawing/2014/main" id="{52EC4F50-33EE-43C0-91C4-0E81E34B8F09}"/>
              </a:ext>
            </a:extLst>
          </p:cNvPr>
          <p:cNvSpPr>
            <a:spLocks noGrp="1"/>
          </p:cNvSpPr>
          <p:nvPr>
            <p:ph type="title" hasCustomPrompt="1"/>
          </p:nvPr>
        </p:nvSpPr>
        <p:spPr>
          <a:xfrm>
            <a:off x="425279" y="652075"/>
            <a:ext cx="8298591" cy="399879"/>
          </a:xfrm>
        </p:spPr>
        <p:txBody>
          <a:bodyPr/>
          <a:lstStyle/>
          <a:p>
            <a:r>
              <a:rPr lang="en-US"/>
              <a:t>[Headline]</a:t>
            </a:r>
          </a:p>
        </p:txBody>
      </p:sp>
      <p:sp>
        <p:nvSpPr>
          <p:cNvPr id="17" name="Subtitle">
            <a:extLst>
              <a:ext uri="{FF2B5EF4-FFF2-40B4-BE49-F238E27FC236}">
                <a16:creationId xmlns:a16="http://schemas.microsoft.com/office/drawing/2014/main" id="{C4A7AD32-F8CA-4312-96A0-150415233B08}"/>
              </a:ext>
            </a:extLst>
          </p:cNvPr>
          <p:cNvSpPr>
            <a:spLocks noGrp="1"/>
          </p:cNvSpPr>
          <p:nvPr>
            <p:ph type="body" sz="quarter" idx="14" hasCustomPrompt="1"/>
          </p:nvPr>
        </p:nvSpPr>
        <p:spPr>
          <a:xfrm>
            <a:off x="425279" y="1058237"/>
            <a:ext cx="8298180" cy="493776"/>
          </a:xfrm>
        </p:spPr>
        <p:txBody>
          <a:bodyPr>
            <a:noAutofit/>
          </a:bodyPr>
          <a:lstStyle>
            <a:lvl1pPr marL="0" indent="0">
              <a:buNone/>
              <a:defRPr sz="1350">
                <a:latin typeface="+mj-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3" name="Text Placeholder 11">
            <a:extLst>
              <a:ext uri="{FF2B5EF4-FFF2-40B4-BE49-F238E27FC236}">
                <a16:creationId xmlns:a16="http://schemas.microsoft.com/office/drawing/2014/main" id="{EB2DECFA-B61D-4F4D-B7D8-5CE42C12819D}"/>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524827869"/>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25281" y="1629165"/>
            <a:ext cx="3758184" cy="384048"/>
          </a:xfrm>
        </p:spPr>
        <p:txBody>
          <a:bodyPr anchor="t">
            <a:normAutofit/>
          </a:bodyPr>
          <a:lstStyle>
            <a:lvl1pPr marL="0" indent="0">
              <a:buNone/>
              <a:defRPr sz="1350" b="0">
                <a:latin typeface="+mn-lt"/>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[Subtitle]</a:t>
            </a:r>
          </a:p>
        </p:txBody>
      </p:sp>
      <p:sp>
        <p:nvSpPr>
          <p:cNvPr id="4" name="Content Placeholder 3"/>
          <p:cNvSpPr>
            <a:spLocks noGrp="1"/>
          </p:cNvSpPr>
          <p:nvPr>
            <p:ph sz="half" idx="2" hasCustomPrompt="1"/>
          </p:nvPr>
        </p:nvSpPr>
        <p:spPr>
          <a:xfrm>
            <a:off x="425279" y="2124635"/>
            <a:ext cx="3758184" cy="408414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4964127" y="1629165"/>
            <a:ext cx="3758184" cy="384048"/>
          </a:xfrm>
        </p:spPr>
        <p:txBody>
          <a:bodyPr anchor="t">
            <a:normAutofit/>
          </a:bodyPr>
          <a:lstStyle>
            <a:lvl1pPr marL="0" indent="0">
              <a:buNone/>
              <a:defRPr sz="1350" b="0">
                <a:latin typeface="+mn-lt"/>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[Subtitle]</a:t>
            </a:r>
          </a:p>
        </p:txBody>
      </p:sp>
      <p:sp>
        <p:nvSpPr>
          <p:cNvPr id="6" name="Content Placeholder 5"/>
          <p:cNvSpPr>
            <a:spLocks noGrp="1"/>
          </p:cNvSpPr>
          <p:nvPr>
            <p:ph sz="quarter" idx="4" hasCustomPrompt="1"/>
          </p:nvPr>
        </p:nvSpPr>
        <p:spPr>
          <a:xfrm>
            <a:off x="4964127" y="2124635"/>
            <a:ext cx="3758184" cy="408414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C83A668-9EE6-4B88-A091-42C9A3E0B1FB}" type="datetime4">
              <a:rPr lang="en-US" smtClean="0"/>
              <a:t>August 13, 2025</a:t>
            </a:fld>
            <a:endParaRPr lang="en-US"/>
          </a:p>
        </p:txBody>
      </p:sp>
      <p:sp>
        <p:nvSpPr>
          <p:cNvPr id="8" name="Footer Placeholder 7"/>
          <p:cNvSpPr>
            <a:spLocks noGrp="1"/>
          </p:cNvSpPr>
          <p:nvPr>
            <p:ph type="ftr" sz="quarter" idx="11"/>
          </p:nvPr>
        </p:nvSpPr>
        <p:spPr/>
        <p:txBody>
          <a:bodyPr/>
          <a:lstStyle/>
          <a:p>
            <a:r>
              <a:rPr lang="en-US"/>
              <a:t>S&amp;P Global Commodity Insights – Internal Use Only</a:t>
            </a:r>
          </a:p>
        </p:txBody>
      </p:sp>
      <p:sp>
        <p:nvSpPr>
          <p:cNvPr id="9" name="Slide Number Placeholder 8"/>
          <p:cNvSpPr>
            <a:spLocks noGrp="1"/>
          </p:cNvSpPr>
          <p:nvPr>
            <p:ph type="sldNum" sz="quarter" idx="12"/>
          </p:nvPr>
        </p:nvSpPr>
        <p:spPr/>
        <p:txBody>
          <a:bodyPr/>
          <a:lstStyle/>
          <a:p>
            <a:fld id="{5CFA18E4-D58E-4B28-B105-28D9665A8EBC}" type="slidenum">
              <a:rPr lang="en-US" smtClean="0"/>
              <a:t>‹#›</a:t>
            </a:fld>
            <a:endParaRPr lang="en-US"/>
          </a:p>
        </p:txBody>
      </p:sp>
      <p:sp>
        <p:nvSpPr>
          <p:cNvPr id="10" name="Title 9">
            <a:extLst>
              <a:ext uri="{FF2B5EF4-FFF2-40B4-BE49-F238E27FC236}">
                <a16:creationId xmlns:a16="http://schemas.microsoft.com/office/drawing/2014/main" id="{D90A15C2-5054-4CD7-B265-CC42A553B2E1}"/>
              </a:ext>
            </a:extLst>
          </p:cNvPr>
          <p:cNvSpPr>
            <a:spLocks noGrp="1"/>
          </p:cNvSpPr>
          <p:nvPr>
            <p:ph type="title" hasCustomPrompt="1"/>
          </p:nvPr>
        </p:nvSpPr>
        <p:spPr/>
        <p:txBody>
          <a:bodyPr/>
          <a:lstStyle/>
          <a:p>
            <a:r>
              <a:rPr lang="en-US"/>
              <a:t>[Headline]</a:t>
            </a:r>
          </a:p>
        </p:txBody>
      </p:sp>
    </p:spTree>
    <p:extLst>
      <p:ext uri="{BB962C8B-B14F-4D97-AF65-F5344CB8AC3E}">
        <p14:creationId xmlns:p14="http://schemas.microsoft.com/office/powerpoint/2010/main" val="3683760534"/>
      </p:ext>
    </p:extLst>
  </p:cSld>
  <p:clrMapOvr>
    <a:masterClrMapping/>
  </p:clrMapOvr>
  <p:hf hdr="0" ftr="0" dt="0"/>
  <p:extLst>
    <p:ext uri="{DCECCB84-F9BA-43D5-87BE-67443E8EF086}">
      <p15:sldGuideLst xmlns:p15="http://schemas.microsoft.com/office/powerpoint/2012/main">
        <p15:guide id="1" orient="horz" pos="102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3 Colum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B715BA27-8BE7-4FFD-81AA-567CDC513FC1}"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0" name="Subtitle Left">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420733"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Middle">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3307198"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Right">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6193663"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6" name="Subtitle Left">
            <a:extLst>
              <a:ext uri="{FF2B5EF4-FFF2-40B4-BE49-F238E27FC236}">
                <a16:creationId xmlns:a16="http://schemas.microsoft.com/office/drawing/2014/main" id="{96941243-0AB9-443A-AC21-9C361898F3E9}"/>
              </a:ext>
            </a:extLst>
          </p:cNvPr>
          <p:cNvSpPr>
            <a:spLocks noGrp="1"/>
          </p:cNvSpPr>
          <p:nvPr>
            <p:ph type="body" sz="quarter" idx="21" hasCustomPrompt="1"/>
          </p:nvPr>
        </p:nvSpPr>
        <p:spPr>
          <a:xfrm>
            <a:off x="419101"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17" name="Subtitle Middle">
            <a:extLst>
              <a:ext uri="{FF2B5EF4-FFF2-40B4-BE49-F238E27FC236}">
                <a16:creationId xmlns:a16="http://schemas.microsoft.com/office/drawing/2014/main" id="{A2E86603-A86E-40DC-8BB1-F9E5ED916F6A}"/>
              </a:ext>
            </a:extLst>
          </p:cNvPr>
          <p:cNvSpPr>
            <a:spLocks noGrp="1"/>
          </p:cNvSpPr>
          <p:nvPr>
            <p:ph type="body" sz="quarter" idx="22" hasCustomPrompt="1"/>
          </p:nvPr>
        </p:nvSpPr>
        <p:spPr>
          <a:xfrm>
            <a:off x="3305566"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18" name="Subtitle Right">
            <a:extLst>
              <a:ext uri="{FF2B5EF4-FFF2-40B4-BE49-F238E27FC236}">
                <a16:creationId xmlns:a16="http://schemas.microsoft.com/office/drawing/2014/main" id="{D7BF97B8-F530-4177-A77A-CC4A28DC1E78}"/>
              </a:ext>
            </a:extLst>
          </p:cNvPr>
          <p:cNvSpPr>
            <a:spLocks noGrp="1"/>
          </p:cNvSpPr>
          <p:nvPr>
            <p:ph type="body" sz="quarter" idx="23" hasCustomPrompt="1"/>
          </p:nvPr>
        </p:nvSpPr>
        <p:spPr>
          <a:xfrm>
            <a:off x="6192031"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6" name="Title 5">
            <a:extLst>
              <a:ext uri="{FF2B5EF4-FFF2-40B4-BE49-F238E27FC236}">
                <a16:creationId xmlns:a16="http://schemas.microsoft.com/office/drawing/2014/main" id="{C2A14B5A-1F3C-4377-8BE2-B3230F361D35}"/>
              </a:ext>
            </a:extLst>
          </p:cNvPr>
          <p:cNvSpPr>
            <a:spLocks noGrp="1"/>
          </p:cNvSpPr>
          <p:nvPr>
            <p:ph type="title" hasCustomPrompt="1"/>
          </p:nvPr>
        </p:nvSpPr>
        <p:spPr>
          <a:xfrm>
            <a:off x="425279" y="652074"/>
            <a:ext cx="8298591" cy="402336"/>
          </a:xfrm>
        </p:spPr>
        <p:txBody>
          <a:bodyPr/>
          <a:lstStyle/>
          <a:p>
            <a:r>
              <a:rPr lang="en-US"/>
              <a:t>[Headline]</a:t>
            </a:r>
          </a:p>
        </p:txBody>
      </p:sp>
      <p:sp>
        <p:nvSpPr>
          <p:cNvPr id="19" name="Subtitle">
            <a:extLst>
              <a:ext uri="{FF2B5EF4-FFF2-40B4-BE49-F238E27FC236}">
                <a16:creationId xmlns:a16="http://schemas.microsoft.com/office/drawing/2014/main" id="{09BFB21D-CA4F-49E4-B689-3D48185263EF}"/>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1" name="Text Placeholder 20">
            <a:extLst>
              <a:ext uri="{FF2B5EF4-FFF2-40B4-BE49-F238E27FC236}">
                <a16:creationId xmlns:a16="http://schemas.microsoft.com/office/drawing/2014/main" id="{EE29C1C4-7BA5-4EFE-9D43-A52A5745A791}"/>
              </a:ext>
            </a:extLst>
          </p:cNvPr>
          <p:cNvSpPr>
            <a:spLocks noGrp="1"/>
          </p:cNvSpPr>
          <p:nvPr>
            <p:ph type="body" sz="quarter" idx="24" hasCustomPrompt="1"/>
          </p:nvPr>
        </p:nvSpPr>
        <p:spPr>
          <a:xfrm>
            <a:off x="417909" y="2619377"/>
            <a:ext cx="2530602" cy="2885719"/>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3" name="Text Placeholder 22">
            <a:extLst>
              <a:ext uri="{FF2B5EF4-FFF2-40B4-BE49-F238E27FC236}">
                <a16:creationId xmlns:a16="http://schemas.microsoft.com/office/drawing/2014/main" id="{AF2D1654-53B4-42CE-A01F-0302CA4FF56E}"/>
              </a:ext>
            </a:extLst>
          </p:cNvPr>
          <p:cNvSpPr>
            <a:spLocks noGrp="1"/>
          </p:cNvSpPr>
          <p:nvPr>
            <p:ph type="body" sz="quarter" idx="25" hasCustomPrompt="1"/>
          </p:nvPr>
        </p:nvSpPr>
        <p:spPr>
          <a:xfrm>
            <a:off x="3305175" y="2619376"/>
            <a:ext cx="2530602" cy="2885718"/>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5" name="Text Placeholder 24">
            <a:extLst>
              <a:ext uri="{FF2B5EF4-FFF2-40B4-BE49-F238E27FC236}">
                <a16:creationId xmlns:a16="http://schemas.microsoft.com/office/drawing/2014/main" id="{4D09EA68-3947-4C1E-8919-62EDC1879A12}"/>
              </a:ext>
            </a:extLst>
          </p:cNvPr>
          <p:cNvSpPr>
            <a:spLocks noGrp="1"/>
          </p:cNvSpPr>
          <p:nvPr>
            <p:ph type="body" sz="quarter" idx="26" hasCustomPrompt="1"/>
          </p:nvPr>
        </p:nvSpPr>
        <p:spPr>
          <a:xfrm>
            <a:off x="6192440" y="2619377"/>
            <a:ext cx="2530602" cy="2885719"/>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2" name="Text Placeholder 11">
            <a:extLst>
              <a:ext uri="{FF2B5EF4-FFF2-40B4-BE49-F238E27FC236}">
                <a16:creationId xmlns:a16="http://schemas.microsoft.com/office/drawing/2014/main" id="{3C054E2C-5FEC-4FC6-86D1-8129521D46AD}"/>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1277086618"/>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3 x 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FABA126A-879E-4784-9A91-824C60C4FA8A}"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0" name="Subtitle Left">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420733"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Middle">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3307198"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Right">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6193663"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6" name="Subtitle Left">
            <a:extLst>
              <a:ext uri="{FF2B5EF4-FFF2-40B4-BE49-F238E27FC236}">
                <a16:creationId xmlns:a16="http://schemas.microsoft.com/office/drawing/2014/main" id="{96941243-0AB9-443A-AC21-9C361898F3E9}"/>
              </a:ext>
            </a:extLst>
          </p:cNvPr>
          <p:cNvSpPr>
            <a:spLocks noGrp="1"/>
          </p:cNvSpPr>
          <p:nvPr>
            <p:ph type="body" sz="quarter" idx="21" hasCustomPrompt="1"/>
          </p:nvPr>
        </p:nvSpPr>
        <p:spPr>
          <a:xfrm>
            <a:off x="419101"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17" name="Subtitle Middle">
            <a:extLst>
              <a:ext uri="{FF2B5EF4-FFF2-40B4-BE49-F238E27FC236}">
                <a16:creationId xmlns:a16="http://schemas.microsoft.com/office/drawing/2014/main" id="{A2E86603-A86E-40DC-8BB1-F9E5ED916F6A}"/>
              </a:ext>
            </a:extLst>
          </p:cNvPr>
          <p:cNvSpPr>
            <a:spLocks noGrp="1"/>
          </p:cNvSpPr>
          <p:nvPr>
            <p:ph type="body" sz="quarter" idx="22" hasCustomPrompt="1"/>
          </p:nvPr>
        </p:nvSpPr>
        <p:spPr>
          <a:xfrm>
            <a:off x="3305566"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18" name="Subtitle Right">
            <a:extLst>
              <a:ext uri="{FF2B5EF4-FFF2-40B4-BE49-F238E27FC236}">
                <a16:creationId xmlns:a16="http://schemas.microsoft.com/office/drawing/2014/main" id="{D7BF97B8-F530-4177-A77A-CC4A28DC1E78}"/>
              </a:ext>
            </a:extLst>
          </p:cNvPr>
          <p:cNvSpPr>
            <a:spLocks noGrp="1"/>
          </p:cNvSpPr>
          <p:nvPr>
            <p:ph type="body" sz="quarter" idx="23" hasCustomPrompt="1"/>
          </p:nvPr>
        </p:nvSpPr>
        <p:spPr>
          <a:xfrm>
            <a:off x="6192031"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6" name="Title 5">
            <a:extLst>
              <a:ext uri="{FF2B5EF4-FFF2-40B4-BE49-F238E27FC236}">
                <a16:creationId xmlns:a16="http://schemas.microsoft.com/office/drawing/2014/main" id="{C2A14B5A-1F3C-4377-8BE2-B3230F361D35}"/>
              </a:ext>
            </a:extLst>
          </p:cNvPr>
          <p:cNvSpPr>
            <a:spLocks noGrp="1"/>
          </p:cNvSpPr>
          <p:nvPr>
            <p:ph type="title" hasCustomPrompt="1"/>
          </p:nvPr>
        </p:nvSpPr>
        <p:spPr>
          <a:xfrm>
            <a:off x="425279" y="652074"/>
            <a:ext cx="8298591" cy="402336"/>
          </a:xfrm>
        </p:spPr>
        <p:txBody>
          <a:bodyPr/>
          <a:lstStyle/>
          <a:p>
            <a:r>
              <a:rPr lang="en-US"/>
              <a:t>[Headline]</a:t>
            </a:r>
          </a:p>
        </p:txBody>
      </p:sp>
      <p:sp>
        <p:nvSpPr>
          <p:cNvPr id="19" name="Subtitle">
            <a:extLst>
              <a:ext uri="{FF2B5EF4-FFF2-40B4-BE49-F238E27FC236}">
                <a16:creationId xmlns:a16="http://schemas.microsoft.com/office/drawing/2014/main" id="{09BFB21D-CA4F-49E4-B689-3D48185263EF}"/>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1" name="Text Placeholder 20">
            <a:extLst>
              <a:ext uri="{FF2B5EF4-FFF2-40B4-BE49-F238E27FC236}">
                <a16:creationId xmlns:a16="http://schemas.microsoft.com/office/drawing/2014/main" id="{EE29C1C4-7BA5-4EFE-9D43-A52A5745A791}"/>
              </a:ext>
            </a:extLst>
          </p:cNvPr>
          <p:cNvSpPr>
            <a:spLocks noGrp="1"/>
          </p:cNvSpPr>
          <p:nvPr>
            <p:ph type="body" sz="quarter" idx="24" hasCustomPrompt="1"/>
          </p:nvPr>
        </p:nvSpPr>
        <p:spPr>
          <a:xfrm>
            <a:off x="417909" y="2619377"/>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3" name="Text Placeholder 22">
            <a:extLst>
              <a:ext uri="{FF2B5EF4-FFF2-40B4-BE49-F238E27FC236}">
                <a16:creationId xmlns:a16="http://schemas.microsoft.com/office/drawing/2014/main" id="{AF2D1654-53B4-42CE-A01F-0302CA4FF56E}"/>
              </a:ext>
            </a:extLst>
          </p:cNvPr>
          <p:cNvSpPr>
            <a:spLocks noGrp="1"/>
          </p:cNvSpPr>
          <p:nvPr>
            <p:ph type="body" sz="quarter" idx="25" hasCustomPrompt="1"/>
          </p:nvPr>
        </p:nvSpPr>
        <p:spPr>
          <a:xfrm>
            <a:off x="3305175" y="2619376"/>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5" name="Text Placeholder 24">
            <a:extLst>
              <a:ext uri="{FF2B5EF4-FFF2-40B4-BE49-F238E27FC236}">
                <a16:creationId xmlns:a16="http://schemas.microsoft.com/office/drawing/2014/main" id="{4D09EA68-3947-4C1E-8919-62EDC1879A12}"/>
              </a:ext>
            </a:extLst>
          </p:cNvPr>
          <p:cNvSpPr>
            <a:spLocks noGrp="1"/>
          </p:cNvSpPr>
          <p:nvPr>
            <p:ph type="body" sz="quarter" idx="26" hasCustomPrompt="1"/>
          </p:nvPr>
        </p:nvSpPr>
        <p:spPr>
          <a:xfrm>
            <a:off x="6192440" y="2619377"/>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0" name="Subtitle Left">
            <a:extLst>
              <a:ext uri="{FF2B5EF4-FFF2-40B4-BE49-F238E27FC236}">
                <a16:creationId xmlns:a16="http://schemas.microsoft.com/office/drawing/2014/main" id="{41D831FC-A1F7-4DC8-BA1A-A17C8EAA97A1}"/>
              </a:ext>
            </a:extLst>
          </p:cNvPr>
          <p:cNvSpPr>
            <a:spLocks noGrp="1"/>
          </p:cNvSpPr>
          <p:nvPr>
            <p:ph type="body" sz="quarter" idx="27" hasCustomPrompt="1"/>
          </p:nvPr>
        </p:nvSpPr>
        <p:spPr>
          <a:xfrm>
            <a:off x="419541" y="4238916"/>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2" name="Subtitle Middle">
            <a:extLst>
              <a:ext uri="{FF2B5EF4-FFF2-40B4-BE49-F238E27FC236}">
                <a16:creationId xmlns:a16="http://schemas.microsoft.com/office/drawing/2014/main" id="{C93652A2-26B5-47E7-8938-71678086071B}"/>
              </a:ext>
            </a:extLst>
          </p:cNvPr>
          <p:cNvSpPr>
            <a:spLocks noGrp="1"/>
          </p:cNvSpPr>
          <p:nvPr>
            <p:ph type="body" sz="quarter" idx="28" hasCustomPrompt="1"/>
          </p:nvPr>
        </p:nvSpPr>
        <p:spPr>
          <a:xfrm>
            <a:off x="3306007" y="4238916"/>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4" name="Subtitle Left">
            <a:extLst>
              <a:ext uri="{FF2B5EF4-FFF2-40B4-BE49-F238E27FC236}">
                <a16:creationId xmlns:a16="http://schemas.microsoft.com/office/drawing/2014/main" id="{7C644CFB-CECD-4FFC-BF18-52EAEA4F96E0}"/>
              </a:ext>
            </a:extLst>
          </p:cNvPr>
          <p:cNvSpPr>
            <a:spLocks noGrp="1"/>
          </p:cNvSpPr>
          <p:nvPr>
            <p:ph type="body" sz="quarter" idx="29" hasCustomPrompt="1"/>
          </p:nvPr>
        </p:nvSpPr>
        <p:spPr>
          <a:xfrm>
            <a:off x="417910" y="3909063"/>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26" name="Subtitle Middle">
            <a:extLst>
              <a:ext uri="{FF2B5EF4-FFF2-40B4-BE49-F238E27FC236}">
                <a16:creationId xmlns:a16="http://schemas.microsoft.com/office/drawing/2014/main" id="{214DCF33-769C-4A91-B102-A082C83E9AAE}"/>
              </a:ext>
            </a:extLst>
          </p:cNvPr>
          <p:cNvSpPr>
            <a:spLocks noGrp="1"/>
          </p:cNvSpPr>
          <p:nvPr>
            <p:ph type="body" sz="quarter" idx="30" hasCustomPrompt="1"/>
          </p:nvPr>
        </p:nvSpPr>
        <p:spPr>
          <a:xfrm>
            <a:off x="3304375" y="3909063"/>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27" name="Subtitle Right">
            <a:extLst>
              <a:ext uri="{FF2B5EF4-FFF2-40B4-BE49-F238E27FC236}">
                <a16:creationId xmlns:a16="http://schemas.microsoft.com/office/drawing/2014/main" id="{AD42E7A8-3667-4180-9865-036D5D2E6CFA}"/>
              </a:ext>
            </a:extLst>
          </p:cNvPr>
          <p:cNvSpPr>
            <a:spLocks noGrp="1"/>
          </p:cNvSpPr>
          <p:nvPr>
            <p:ph type="body" sz="quarter" idx="31" hasCustomPrompt="1"/>
          </p:nvPr>
        </p:nvSpPr>
        <p:spPr>
          <a:xfrm>
            <a:off x="6190840" y="3909063"/>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28" name="Text Placeholder 20">
            <a:extLst>
              <a:ext uri="{FF2B5EF4-FFF2-40B4-BE49-F238E27FC236}">
                <a16:creationId xmlns:a16="http://schemas.microsoft.com/office/drawing/2014/main" id="{011E0055-63B4-4536-A39B-200812791310}"/>
              </a:ext>
            </a:extLst>
          </p:cNvPr>
          <p:cNvSpPr>
            <a:spLocks noGrp="1"/>
          </p:cNvSpPr>
          <p:nvPr>
            <p:ph type="body" sz="quarter" idx="32" hasCustomPrompt="1"/>
          </p:nvPr>
        </p:nvSpPr>
        <p:spPr>
          <a:xfrm>
            <a:off x="416718" y="4787433"/>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9" name="Text Placeholder 22">
            <a:extLst>
              <a:ext uri="{FF2B5EF4-FFF2-40B4-BE49-F238E27FC236}">
                <a16:creationId xmlns:a16="http://schemas.microsoft.com/office/drawing/2014/main" id="{B0446AC9-7EA2-49AF-9E03-1CBEDC4AF23C}"/>
              </a:ext>
            </a:extLst>
          </p:cNvPr>
          <p:cNvSpPr>
            <a:spLocks noGrp="1"/>
          </p:cNvSpPr>
          <p:nvPr>
            <p:ph type="body" sz="quarter" idx="33" hasCustomPrompt="1"/>
          </p:nvPr>
        </p:nvSpPr>
        <p:spPr>
          <a:xfrm>
            <a:off x="3303984" y="4787432"/>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0" name="Text Placeholder 24">
            <a:extLst>
              <a:ext uri="{FF2B5EF4-FFF2-40B4-BE49-F238E27FC236}">
                <a16:creationId xmlns:a16="http://schemas.microsoft.com/office/drawing/2014/main" id="{9C10E2FD-8E08-4E27-8251-911FE57D6D7E}"/>
              </a:ext>
            </a:extLst>
          </p:cNvPr>
          <p:cNvSpPr>
            <a:spLocks noGrp="1"/>
          </p:cNvSpPr>
          <p:nvPr>
            <p:ph type="body" sz="quarter" idx="34" hasCustomPrompt="1"/>
          </p:nvPr>
        </p:nvSpPr>
        <p:spPr>
          <a:xfrm>
            <a:off x="6191249" y="4787433"/>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1" name="Subtitle Right">
            <a:extLst>
              <a:ext uri="{FF2B5EF4-FFF2-40B4-BE49-F238E27FC236}">
                <a16:creationId xmlns:a16="http://schemas.microsoft.com/office/drawing/2014/main" id="{9808343C-7685-4CA9-A440-3AB53CE7DEBB}"/>
              </a:ext>
            </a:extLst>
          </p:cNvPr>
          <p:cNvSpPr>
            <a:spLocks noGrp="1"/>
          </p:cNvSpPr>
          <p:nvPr>
            <p:ph type="body" sz="quarter" idx="35" hasCustomPrompt="1"/>
          </p:nvPr>
        </p:nvSpPr>
        <p:spPr>
          <a:xfrm>
            <a:off x="6195883" y="4238915"/>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4" name="Text Placeholder 11">
            <a:extLst>
              <a:ext uri="{FF2B5EF4-FFF2-40B4-BE49-F238E27FC236}">
                <a16:creationId xmlns:a16="http://schemas.microsoft.com/office/drawing/2014/main" id="{473AA86A-C2C8-494A-B6CB-9F08C3C40F68}"/>
              </a:ext>
            </a:extLst>
          </p:cNvPr>
          <p:cNvSpPr>
            <a:spLocks noGrp="1"/>
          </p:cNvSpPr>
          <p:nvPr>
            <p:ph type="body" sz="quarter" idx="15" hasCustomPrompt="1"/>
          </p:nvPr>
        </p:nvSpPr>
        <p:spPr>
          <a:xfrm>
            <a:off x="425279" y="5799763"/>
            <a:ext cx="8295684" cy="412650"/>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4030202165"/>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ntent 5 Colum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38FA509C-C58A-486C-88B9-6E23F498CE44}"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3" name="Text Placeholder 7">
            <a:extLst>
              <a:ext uri="{FF2B5EF4-FFF2-40B4-BE49-F238E27FC236}">
                <a16:creationId xmlns:a16="http://schemas.microsoft.com/office/drawing/2014/main" id="{AE688C92-32C1-4BDA-933F-26BEEA3B91D4}"/>
              </a:ext>
            </a:extLst>
          </p:cNvPr>
          <p:cNvSpPr>
            <a:spLocks noGrp="1"/>
          </p:cNvSpPr>
          <p:nvPr>
            <p:ph type="body" sz="quarter" idx="15" hasCustomPrompt="1"/>
          </p:nvPr>
        </p:nvSpPr>
        <p:spPr>
          <a:xfrm>
            <a:off x="425279" y="1791199"/>
            <a:ext cx="8298591" cy="676656"/>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text]</a:t>
            </a:r>
          </a:p>
        </p:txBody>
      </p:sp>
      <p:sp>
        <p:nvSpPr>
          <p:cNvPr id="25" name="Subtitle Left">
            <a:extLst>
              <a:ext uri="{FF2B5EF4-FFF2-40B4-BE49-F238E27FC236}">
                <a16:creationId xmlns:a16="http://schemas.microsoft.com/office/drawing/2014/main" id="{61E7C447-8A4D-450A-B86A-44DB0874944F}"/>
              </a:ext>
            </a:extLst>
          </p:cNvPr>
          <p:cNvSpPr>
            <a:spLocks noGrp="1"/>
          </p:cNvSpPr>
          <p:nvPr>
            <p:ph type="body" sz="quarter" idx="16" hasCustomPrompt="1"/>
          </p:nvPr>
        </p:nvSpPr>
        <p:spPr>
          <a:xfrm>
            <a:off x="420731" y="2623019"/>
            <a:ext cx="1527048" cy="493776"/>
          </a:xfrm>
        </p:spPr>
        <p:txBody>
          <a:bodyPr anchor="t">
            <a:noAutofit/>
          </a:bodyPr>
          <a:lstStyle>
            <a:lvl1pPr marL="0" indent="0">
              <a:buNone/>
              <a:defRPr sz="120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7" name="Subtitle Left Middle">
            <a:extLst>
              <a:ext uri="{FF2B5EF4-FFF2-40B4-BE49-F238E27FC236}">
                <a16:creationId xmlns:a16="http://schemas.microsoft.com/office/drawing/2014/main" id="{063F30B2-FBDB-4754-8B9E-9E075D826918}"/>
              </a:ext>
            </a:extLst>
          </p:cNvPr>
          <p:cNvSpPr>
            <a:spLocks noGrp="1"/>
          </p:cNvSpPr>
          <p:nvPr>
            <p:ph type="body" sz="quarter" idx="17" hasCustomPrompt="1"/>
          </p:nvPr>
        </p:nvSpPr>
        <p:spPr>
          <a:xfrm>
            <a:off x="2114612" y="2623019"/>
            <a:ext cx="1527048" cy="493776"/>
          </a:xfrm>
        </p:spPr>
        <p:txBody>
          <a:bodyPr anchor="t">
            <a:noAutofit/>
          </a:bodyPr>
          <a:lstStyle>
            <a:lvl1pPr marL="0" indent="0">
              <a:buNone/>
              <a:defRPr sz="120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9" name="Subtitle Middle">
            <a:extLst>
              <a:ext uri="{FF2B5EF4-FFF2-40B4-BE49-F238E27FC236}">
                <a16:creationId xmlns:a16="http://schemas.microsoft.com/office/drawing/2014/main" id="{DF760517-3B3F-40C1-BC94-AE68C8CEAD3E}"/>
              </a:ext>
            </a:extLst>
          </p:cNvPr>
          <p:cNvSpPr>
            <a:spLocks noGrp="1"/>
          </p:cNvSpPr>
          <p:nvPr>
            <p:ph type="body" sz="quarter" idx="19" hasCustomPrompt="1"/>
          </p:nvPr>
        </p:nvSpPr>
        <p:spPr>
          <a:xfrm>
            <a:off x="3808493" y="2623019"/>
            <a:ext cx="1527048" cy="493776"/>
          </a:xfrm>
        </p:spPr>
        <p:txBody>
          <a:bodyPr anchor="t">
            <a:noAutofit/>
          </a:bodyPr>
          <a:lstStyle>
            <a:lvl1pPr marL="0" indent="0">
              <a:buNone/>
              <a:defRPr sz="120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1" name="Subtitle Right Middle">
            <a:extLst>
              <a:ext uri="{FF2B5EF4-FFF2-40B4-BE49-F238E27FC236}">
                <a16:creationId xmlns:a16="http://schemas.microsoft.com/office/drawing/2014/main" id="{0B780B94-455F-49EE-8F11-14EC4C3DD594}"/>
              </a:ext>
            </a:extLst>
          </p:cNvPr>
          <p:cNvSpPr>
            <a:spLocks noGrp="1"/>
          </p:cNvSpPr>
          <p:nvPr>
            <p:ph type="body" sz="quarter" idx="21" hasCustomPrompt="1"/>
          </p:nvPr>
        </p:nvSpPr>
        <p:spPr>
          <a:xfrm>
            <a:off x="5502374" y="2623019"/>
            <a:ext cx="1527048" cy="493776"/>
          </a:xfrm>
        </p:spPr>
        <p:txBody>
          <a:bodyPr anchor="t">
            <a:noAutofit/>
          </a:bodyPr>
          <a:lstStyle>
            <a:lvl1pPr marL="0" indent="0">
              <a:buNone/>
              <a:defRPr sz="120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3" name="Subtitle Right">
            <a:extLst>
              <a:ext uri="{FF2B5EF4-FFF2-40B4-BE49-F238E27FC236}">
                <a16:creationId xmlns:a16="http://schemas.microsoft.com/office/drawing/2014/main" id="{7C513371-3013-4E16-89BA-D116A01B5511}"/>
              </a:ext>
            </a:extLst>
          </p:cNvPr>
          <p:cNvSpPr>
            <a:spLocks noGrp="1"/>
          </p:cNvSpPr>
          <p:nvPr>
            <p:ph type="body" sz="quarter" idx="23" hasCustomPrompt="1"/>
          </p:nvPr>
        </p:nvSpPr>
        <p:spPr>
          <a:xfrm>
            <a:off x="7196257" y="2623019"/>
            <a:ext cx="1527048" cy="493776"/>
          </a:xfrm>
        </p:spPr>
        <p:txBody>
          <a:bodyPr anchor="t">
            <a:noAutofit/>
          </a:bodyPr>
          <a:lstStyle>
            <a:lvl1pPr marL="0" indent="0">
              <a:buNone/>
              <a:defRPr sz="120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8" name="Text Placeholder 7">
            <a:extLst>
              <a:ext uri="{FF2B5EF4-FFF2-40B4-BE49-F238E27FC236}">
                <a16:creationId xmlns:a16="http://schemas.microsoft.com/office/drawing/2014/main" id="{15865455-3EAC-4FAE-9B20-C2DDA8A06C79}"/>
              </a:ext>
            </a:extLst>
          </p:cNvPr>
          <p:cNvSpPr>
            <a:spLocks noGrp="1"/>
          </p:cNvSpPr>
          <p:nvPr>
            <p:ph type="body" sz="quarter" idx="24" hasCustomPrompt="1"/>
          </p:nvPr>
        </p:nvSpPr>
        <p:spPr>
          <a:xfrm>
            <a:off x="419101" y="3271960"/>
            <a:ext cx="1527175" cy="2422404"/>
          </a:xfrm>
        </p:spPr>
        <p:txBody>
          <a:bodyPr/>
          <a:lstStyle>
            <a:lvl1pPr marL="85725" indent="-85725">
              <a:defRPr sz="825"/>
            </a:lvl1pPr>
            <a:lvl2pPr marL="170260" indent="-84535">
              <a:defRPr sz="825"/>
            </a:lvl2pPr>
            <a:lvl3pPr>
              <a:defRPr sz="825"/>
            </a:lvl3pPr>
            <a:lvl4pPr>
              <a:defRPr sz="788"/>
            </a:lvl4pPr>
            <a:lvl5pPr>
              <a:defRPr sz="788"/>
            </a:lvl5pPr>
          </a:lstStyle>
          <a:p>
            <a:pPr lvl="0"/>
            <a:r>
              <a:rPr lang="en-US"/>
              <a:t>[Click to add content]</a:t>
            </a:r>
          </a:p>
          <a:p>
            <a:pPr lvl="1"/>
            <a:r>
              <a:rPr lang="en-US"/>
              <a:t>Second level</a:t>
            </a:r>
          </a:p>
        </p:txBody>
      </p:sp>
      <p:sp>
        <p:nvSpPr>
          <p:cNvPr id="17" name="Text Placeholder 16">
            <a:extLst>
              <a:ext uri="{FF2B5EF4-FFF2-40B4-BE49-F238E27FC236}">
                <a16:creationId xmlns:a16="http://schemas.microsoft.com/office/drawing/2014/main" id="{2D119D33-E5BA-400E-84C0-9493ACA2B9A6}"/>
              </a:ext>
            </a:extLst>
          </p:cNvPr>
          <p:cNvSpPr>
            <a:spLocks noGrp="1"/>
          </p:cNvSpPr>
          <p:nvPr>
            <p:ph type="body" sz="quarter" idx="25" hasCustomPrompt="1"/>
          </p:nvPr>
        </p:nvSpPr>
        <p:spPr>
          <a:xfrm>
            <a:off x="2114551" y="3271960"/>
            <a:ext cx="1527175" cy="2422404"/>
          </a:xfrm>
        </p:spPr>
        <p:txBody>
          <a:bodyPr/>
          <a:lstStyle>
            <a:lvl1pPr marL="85725" indent="-85725">
              <a:defRPr sz="825"/>
            </a:lvl1pPr>
            <a:lvl2pPr marL="170260" indent="-84535">
              <a:defRPr sz="825"/>
            </a:lvl2pPr>
            <a:lvl3pPr>
              <a:defRPr sz="825"/>
            </a:lvl3pPr>
            <a:lvl4pPr>
              <a:defRPr sz="788"/>
            </a:lvl4pPr>
            <a:lvl5pPr>
              <a:defRPr sz="788"/>
            </a:lvl5pPr>
          </a:lstStyle>
          <a:p>
            <a:pPr lvl="0"/>
            <a:r>
              <a:rPr lang="en-US"/>
              <a:t>[Click to add content]</a:t>
            </a:r>
          </a:p>
          <a:p>
            <a:pPr lvl="1"/>
            <a:r>
              <a:rPr lang="en-US"/>
              <a:t>Second level</a:t>
            </a:r>
          </a:p>
        </p:txBody>
      </p:sp>
      <p:sp>
        <p:nvSpPr>
          <p:cNvPr id="36" name="Text Placeholder 35">
            <a:extLst>
              <a:ext uri="{FF2B5EF4-FFF2-40B4-BE49-F238E27FC236}">
                <a16:creationId xmlns:a16="http://schemas.microsoft.com/office/drawing/2014/main" id="{9B5EC6C1-CF45-4972-9451-C7BA44F2C65C}"/>
              </a:ext>
            </a:extLst>
          </p:cNvPr>
          <p:cNvSpPr>
            <a:spLocks noGrp="1"/>
          </p:cNvSpPr>
          <p:nvPr>
            <p:ph type="body" sz="quarter" idx="26" hasCustomPrompt="1"/>
          </p:nvPr>
        </p:nvSpPr>
        <p:spPr>
          <a:xfrm>
            <a:off x="3822701" y="3271960"/>
            <a:ext cx="1527175" cy="2422404"/>
          </a:xfrm>
        </p:spPr>
        <p:txBody>
          <a:bodyPr/>
          <a:lstStyle>
            <a:lvl1pPr marL="85725" indent="-85725">
              <a:defRPr sz="825"/>
            </a:lvl1pPr>
            <a:lvl2pPr marL="255985" indent="-85725">
              <a:tabLst/>
              <a:defRPr sz="825"/>
            </a:lvl2pPr>
            <a:lvl3pPr>
              <a:defRPr sz="825"/>
            </a:lvl3pPr>
            <a:lvl4pPr>
              <a:defRPr sz="788"/>
            </a:lvl4pPr>
            <a:lvl5pPr>
              <a:defRPr sz="788"/>
            </a:lvl5pPr>
          </a:lstStyle>
          <a:p>
            <a:pPr lvl="0"/>
            <a:r>
              <a:rPr lang="en-US"/>
              <a:t>[Click to add content]</a:t>
            </a:r>
          </a:p>
          <a:p>
            <a:pPr lvl="1"/>
            <a:r>
              <a:rPr lang="en-US"/>
              <a:t>Second level</a:t>
            </a:r>
          </a:p>
        </p:txBody>
      </p:sp>
      <p:sp>
        <p:nvSpPr>
          <p:cNvPr id="38" name="Text Placeholder 37">
            <a:extLst>
              <a:ext uri="{FF2B5EF4-FFF2-40B4-BE49-F238E27FC236}">
                <a16:creationId xmlns:a16="http://schemas.microsoft.com/office/drawing/2014/main" id="{917E3231-30EC-4F7F-81A0-2AF42FA1D83E}"/>
              </a:ext>
            </a:extLst>
          </p:cNvPr>
          <p:cNvSpPr>
            <a:spLocks noGrp="1"/>
          </p:cNvSpPr>
          <p:nvPr>
            <p:ph type="body" sz="quarter" idx="27" hasCustomPrompt="1"/>
          </p:nvPr>
        </p:nvSpPr>
        <p:spPr>
          <a:xfrm>
            <a:off x="5502275" y="3271960"/>
            <a:ext cx="1527175" cy="2422404"/>
          </a:xfrm>
        </p:spPr>
        <p:txBody>
          <a:bodyPr/>
          <a:lstStyle>
            <a:lvl1pPr marL="85725" indent="-85725">
              <a:defRPr sz="825"/>
            </a:lvl1pPr>
            <a:lvl2pPr marL="170260" indent="-84535">
              <a:defRPr sz="825"/>
            </a:lvl2pPr>
            <a:lvl3pPr>
              <a:defRPr sz="825"/>
            </a:lvl3pPr>
            <a:lvl4pPr>
              <a:defRPr sz="788"/>
            </a:lvl4pPr>
            <a:lvl5pPr>
              <a:defRPr sz="788"/>
            </a:lvl5pPr>
          </a:lstStyle>
          <a:p>
            <a:pPr lvl="0"/>
            <a:r>
              <a:rPr lang="en-US"/>
              <a:t>[Click to add content]</a:t>
            </a:r>
          </a:p>
          <a:p>
            <a:pPr lvl="1"/>
            <a:r>
              <a:rPr lang="en-US"/>
              <a:t>Second level</a:t>
            </a:r>
          </a:p>
        </p:txBody>
      </p:sp>
      <p:sp>
        <p:nvSpPr>
          <p:cNvPr id="40" name="Text Placeholder 39">
            <a:extLst>
              <a:ext uri="{FF2B5EF4-FFF2-40B4-BE49-F238E27FC236}">
                <a16:creationId xmlns:a16="http://schemas.microsoft.com/office/drawing/2014/main" id="{DD634B5F-D3D8-4AB0-B51D-1C828AC68D5D}"/>
              </a:ext>
            </a:extLst>
          </p:cNvPr>
          <p:cNvSpPr>
            <a:spLocks noGrp="1"/>
          </p:cNvSpPr>
          <p:nvPr>
            <p:ph type="body" sz="quarter" idx="28" hasCustomPrompt="1"/>
          </p:nvPr>
        </p:nvSpPr>
        <p:spPr>
          <a:xfrm>
            <a:off x="7196139" y="3271960"/>
            <a:ext cx="1528762" cy="2422404"/>
          </a:xfrm>
        </p:spPr>
        <p:txBody>
          <a:bodyPr/>
          <a:lstStyle>
            <a:lvl1pPr marL="85725" indent="-85725">
              <a:defRPr sz="825"/>
            </a:lvl1pPr>
            <a:lvl2pPr marL="170260" indent="-84535">
              <a:defRPr sz="825"/>
            </a:lvl2pPr>
            <a:lvl3pPr>
              <a:defRPr sz="825"/>
            </a:lvl3pPr>
            <a:lvl4pPr>
              <a:defRPr sz="788"/>
            </a:lvl4pPr>
            <a:lvl5pPr>
              <a:defRPr sz="788"/>
            </a:lvl5pPr>
          </a:lstStyle>
          <a:p>
            <a:pPr lvl="0"/>
            <a:r>
              <a:rPr lang="en-US"/>
              <a:t>[Click to add content]</a:t>
            </a:r>
          </a:p>
          <a:p>
            <a:pPr lvl="1"/>
            <a:r>
              <a:rPr lang="en-US"/>
              <a:t>Second level</a:t>
            </a:r>
          </a:p>
        </p:txBody>
      </p:sp>
      <p:sp>
        <p:nvSpPr>
          <p:cNvPr id="6" name="Title 5">
            <a:extLst>
              <a:ext uri="{FF2B5EF4-FFF2-40B4-BE49-F238E27FC236}">
                <a16:creationId xmlns:a16="http://schemas.microsoft.com/office/drawing/2014/main" id="{BDA01D14-CBFD-4FB8-8BC4-D8830CEC160D}"/>
              </a:ext>
            </a:extLst>
          </p:cNvPr>
          <p:cNvSpPr>
            <a:spLocks noGrp="1"/>
          </p:cNvSpPr>
          <p:nvPr>
            <p:ph type="title" hasCustomPrompt="1"/>
          </p:nvPr>
        </p:nvSpPr>
        <p:spPr>
          <a:xfrm>
            <a:off x="425279" y="652074"/>
            <a:ext cx="8298591" cy="402336"/>
          </a:xfrm>
        </p:spPr>
        <p:txBody>
          <a:bodyPr/>
          <a:lstStyle/>
          <a:p>
            <a:r>
              <a:rPr lang="en-US"/>
              <a:t>[Headline]</a:t>
            </a:r>
          </a:p>
        </p:txBody>
      </p:sp>
      <p:sp>
        <p:nvSpPr>
          <p:cNvPr id="19" name="Subtitle">
            <a:extLst>
              <a:ext uri="{FF2B5EF4-FFF2-40B4-BE49-F238E27FC236}">
                <a16:creationId xmlns:a16="http://schemas.microsoft.com/office/drawing/2014/main" id="{0C816339-A3B2-46CC-8115-A134C967F642}"/>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2" name="Text Placeholder 11">
            <a:extLst>
              <a:ext uri="{FF2B5EF4-FFF2-40B4-BE49-F238E27FC236}">
                <a16:creationId xmlns:a16="http://schemas.microsoft.com/office/drawing/2014/main" id="{8AF474E7-9310-4F30-B638-C2B67375861F}"/>
              </a:ext>
            </a:extLst>
          </p:cNvPr>
          <p:cNvSpPr>
            <a:spLocks noGrp="1"/>
          </p:cNvSpPr>
          <p:nvPr>
            <p:ph type="body" sz="quarter" idx="29" hasCustomPrompt="1"/>
          </p:nvPr>
        </p:nvSpPr>
        <p:spPr>
          <a:xfrm>
            <a:off x="425279" y="5799763"/>
            <a:ext cx="8295684" cy="412650"/>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159262541"/>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25280" y="1620838"/>
            <a:ext cx="5607031" cy="4587938"/>
          </a:xfrm>
        </p:spPr>
        <p:txBody>
          <a:bodyPr>
            <a:normAutofit/>
          </a:bodyPr>
          <a:lstStyle>
            <a:lvl1pPr>
              <a:defRPr sz="1200"/>
            </a:lvl1pPr>
            <a:lvl2pPr>
              <a:defRPr sz="1200"/>
            </a:lvl2pPr>
            <a:lvl3pPr>
              <a:defRPr sz="1200"/>
            </a:lvl3pPr>
            <a:lvl4pPr>
              <a:defRPr sz="1200"/>
            </a:lvl4pPr>
            <a:lvl5pPr>
              <a:defRPr sz="1200"/>
            </a:lvl5pPr>
            <a:lvl6pPr>
              <a:defRPr sz="1500"/>
            </a:lvl6pPr>
            <a:lvl7pPr>
              <a:defRPr sz="1500"/>
            </a:lvl7pPr>
            <a:lvl8pPr>
              <a:defRPr sz="1500"/>
            </a:lvl8pPr>
            <a:lvl9pPr>
              <a:defRPr sz="1500"/>
            </a:lvl9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6154690" y="1619998"/>
            <a:ext cx="2567622" cy="4585540"/>
          </a:xfrm>
        </p:spPr>
        <p:txBody>
          <a:bodyPr anchor="t">
            <a:normAutofit/>
          </a:bodyPr>
          <a:lstStyle>
            <a:lvl1pPr marL="0" indent="0">
              <a:buNone/>
              <a:defRPr sz="1200">
                <a:latin typeface="+mn-lt"/>
                <a:cs typeface="+mj-cs"/>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[Sub-headline]</a:t>
            </a:r>
          </a:p>
        </p:txBody>
      </p:sp>
      <p:sp>
        <p:nvSpPr>
          <p:cNvPr id="5" name="Date Placeholder 4"/>
          <p:cNvSpPr>
            <a:spLocks noGrp="1"/>
          </p:cNvSpPr>
          <p:nvPr>
            <p:ph type="dt" sz="half" idx="10"/>
          </p:nvPr>
        </p:nvSpPr>
        <p:spPr/>
        <p:txBody>
          <a:bodyPr/>
          <a:lstStyle/>
          <a:p>
            <a:fld id="{6A118CCC-6F7F-4C42-AC46-D7F105193E8D}" type="datetime4">
              <a:rPr lang="en-US" smtClean="0"/>
              <a:t>August 13, 2025</a:t>
            </a:fld>
            <a:endParaRPr lang="en-US"/>
          </a:p>
        </p:txBody>
      </p:sp>
      <p:sp>
        <p:nvSpPr>
          <p:cNvPr id="6" name="Footer Placeholder 5"/>
          <p:cNvSpPr>
            <a:spLocks noGrp="1"/>
          </p:cNvSpPr>
          <p:nvPr>
            <p:ph type="ftr" sz="quarter" idx="11"/>
          </p:nvPr>
        </p:nvSpPr>
        <p:spPr/>
        <p:txBody>
          <a:bodyPr/>
          <a:lstStyle/>
          <a:p>
            <a:r>
              <a:rPr lang="en-US"/>
              <a:t>S&amp;P Global Commodity Insights – Internal Use Only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a:p>
        </p:txBody>
      </p:sp>
      <p:sp>
        <p:nvSpPr>
          <p:cNvPr id="2" name="Title 1">
            <a:extLst>
              <a:ext uri="{FF2B5EF4-FFF2-40B4-BE49-F238E27FC236}">
                <a16:creationId xmlns:a16="http://schemas.microsoft.com/office/drawing/2014/main" id="{5975813A-CD63-4253-8001-91BA1316B93B}"/>
              </a:ext>
            </a:extLst>
          </p:cNvPr>
          <p:cNvSpPr>
            <a:spLocks noGrp="1"/>
          </p:cNvSpPr>
          <p:nvPr>
            <p:ph type="title" hasCustomPrompt="1"/>
          </p:nvPr>
        </p:nvSpPr>
        <p:spPr>
          <a:xfrm>
            <a:off x="425280" y="651300"/>
            <a:ext cx="8297032" cy="648111"/>
          </a:xfrm>
        </p:spPr>
        <p:txBody>
          <a:bodyPr/>
          <a:lstStyle/>
          <a:p>
            <a:r>
              <a:rPr lang="en-US"/>
              <a:t>[Headline]</a:t>
            </a:r>
          </a:p>
        </p:txBody>
      </p:sp>
    </p:spTree>
    <p:extLst>
      <p:ext uri="{BB962C8B-B14F-4D97-AF65-F5344CB8AC3E}">
        <p14:creationId xmlns:p14="http://schemas.microsoft.com/office/powerpoint/2010/main" val="2838753508"/>
      </p:ext>
    </p:extLst>
  </p:cSld>
  <p:clrMapOvr>
    <a:masterClrMapping/>
  </p:clrMapOvr>
  <p:hf hdr="0" ftr="0" dt="0"/>
  <p:extLst>
    <p:ext uri="{DCECCB84-F9BA-43D5-87BE-67443E8EF086}">
      <p15:sldGuideLst xmlns:p15="http://schemas.microsoft.com/office/powerpoint/2012/main">
        <p15:guide id="1" orient="horz" pos="102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25279" y="1622424"/>
            <a:ext cx="8298180" cy="4577207"/>
          </a:xfrm>
        </p:spPr>
        <p:txBody>
          <a:bodyPr/>
          <a:lstStyle>
            <a:lvl1pPr>
              <a:defRPr/>
            </a:lvl1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1CCA47-27E3-4711-8C32-1F40E775D8E1}" type="datetime4">
              <a:rPr lang="en-US" smtClean="0"/>
              <a:t>August 13, 2025</a:t>
            </a:fld>
            <a:endParaRPr lang="en-US"/>
          </a:p>
        </p:txBody>
      </p:sp>
      <p:sp>
        <p:nvSpPr>
          <p:cNvPr id="5" name="Footer Placeholder 4"/>
          <p:cNvSpPr>
            <a:spLocks noGrp="1"/>
          </p:cNvSpPr>
          <p:nvPr>
            <p:ph type="ftr" sz="quarter" idx="11"/>
          </p:nvPr>
        </p:nvSpPr>
        <p:spPr/>
        <p:txBody>
          <a:bodyPr/>
          <a:lstStyle/>
          <a:p>
            <a:r>
              <a:rPr lang="en-US"/>
              <a:t>S&amp;P Global Commodity Insights – Internal Use Only</a:t>
            </a:r>
          </a:p>
        </p:txBody>
      </p:sp>
      <p:sp>
        <p:nvSpPr>
          <p:cNvPr id="6" name="Slide Number Placeholder 5"/>
          <p:cNvSpPr>
            <a:spLocks noGrp="1"/>
          </p:cNvSpPr>
          <p:nvPr>
            <p:ph type="sldNum" sz="quarter" idx="12"/>
          </p:nvPr>
        </p:nvSpPr>
        <p:spPr/>
        <p:txBody>
          <a:bodyPr/>
          <a:lstStyle/>
          <a:p>
            <a:fld id="{4704619B-9823-F845-874B-2390AC991BC7}" type="slidenum">
              <a:rPr lang="en-US" smtClean="0"/>
              <a:t>‹#›</a:t>
            </a:fld>
            <a:endParaRPr lang="en-US"/>
          </a:p>
        </p:txBody>
      </p:sp>
      <p:sp>
        <p:nvSpPr>
          <p:cNvPr id="7" name="Title 6">
            <a:extLst>
              <a:ext uri="{FF2B5EF4-FFF2-40B4-BE49-F238E27FC236}">
                <a16:creationId xmlns:a16="http://schemas.microsoft.com/office/drawing/2014/main" id="{252DE08D-8DD0-44DB-979A-C398324AA308}"/>
              </a:ext>
            </a:extLst>
          </p:cNvPr>
          <p:cNvSpPr>
            <a:spLocks noGrp="1"/>
          </p:cNvSpPr>
          <p:nvPr>
            <p:ph type="title" hasCustomPrompt="1"/>
          </p:nvPr>
        </p:nvSpPr>
        <p:spPr/>
        <p:txBody>
          <a:bodyPr/>
          <a:lstStyle/>
          <a:p>
            <a:r>
              <a:rPr lang="en-US"/>
              <a:t>[Headline]</a:t>
            </a:r>
          </a:p>
        </p:txBody>
      </p:sp>
    </p:spTree>
    <p:extLst>
      <p:ext uri="{BB962C8B-B14F-4D97-AF65-F5344CB8AC3E}">
        <p14:creationId xmlns:p14="http://schemas.microsoft.com/office/powerpoint/2010/main" val="1893977783"/>
      </p:ext>
    </p:extLst>
  </p:cSld>
  <p:clrMapOvr>
    <a:masterClrMapping/>
  </p:clrMapOvr>
  <p:extLst>
    <p:ext uri="{DCECCB84-F9BA-43D5-87BE-67443E8EF086}">
      <p15:sldGuideLst xmlns:p15="http://schemas.microsoft.com/office/powerpoint/2012/main">
        <p15:guide id="1" orient="horz" pos="1022">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3574D9A-42B2-45FF-9B07-CDC840DAC017}" type="datetime4">
              <a:rPr lang="en-US" smtClean="0"/>
              <a:t>August 13, 2025</a:t>
            </a:fld>
            <a:endParaRPr lang="en-US"/>
          </a:p>
        </p:txBody>
      </p:sp>
      <p:sp>
        <p:nvSpPr>
          <p:cNvPr id="4" name="Footer Placeholder 3"/>
          <p:cNvSpPr>
            <a:spLocks noGrp="1"/>
          </p:cNvSpPr>
          <p:nvPr>
            <p:ph type="ftr" sz="quarter" idx="11"/>
          </p:nvPr>
        </p:nvSpPr>
        <p:spPr/>
        <p:txBody>
          <a:bodyPr/>
          <a:lstStyle/>
          <a:p>
            <a:r>
              <a:rPr lang="en-US"/>
              <a:t>S&amp;P Global Commodity Insights – Internal Use Only</a:t>
            </a:r>
          </a:p>
        </p:txBody>
      </p:sp>
      <p:sp>
        <p:nvSpPr>
          <p:cNvPr id="5" name="Slide Number Placeholder 4"/>
          <p:cNvSpPr>
            <a:spLocks noGrp="1"/>
          </p:cNvSpPr>
          <p:nvPr>
            <p:ph type="sldNum" sz="quarter" idx="12"/>
          </p:nvPr>
        </p:nvSpPr>
        <p:spPr/>
        <p:txBody>
          <a:bodyPr/>
          <a:lstStyle/>
          <a:p>
            <a:fld id="{5246FB18-5DF1-419A-B975-14AFDDD65B9F}" type="slidenum">
              <a:rPr lang="en-US" smtClean="0"/>
              <a:t>‹#›</a:t>
            </a:fld>
            <a:endParaRPr lang="en-US"/>
          </a:p>
        </p:txBody>
      </p:sp>
      <p:sp>
        <p:nvSpPr>
          <p:cNvPr id="6" name="Text Placeholder 7"/>
          <p:cNvSpPr>
            <a:spLocks noGrp="1"/>
          </p:cNvSpPr>
          <p:nvPr>
            <p:ph type="body" sz="quarter" idx="13" hasCustomPrompt="1"/>
          </p:nvPr>
        </p:nvSpPr>
        <p:spPr>
          <a:xfrm>
            <a:off x="425279" y="1058237"/>
            <a:ext cx="8298180" cy="493776"/>
          </a:xfrm>
        </p:spPr>
        <p:txBody>
          <a:bodyPr/>
          <a:lstStyle>
            <a:lvl1pPr marL="0" indent="0">
              <a:buNone/>
              <a:defRPr b="0">
                <a:latin typeface="+mn-lt"/>
              </a:defRPr>
            </a:lvl1pPr>
            <a:lvl2pPr marL="127397" indent="0">
              <a:buNone/>
              <a:defRPr/>
            </a:lvl2pPr>
          </a:lstStyle>
          <a:p>
            <a:pPr lvl="0"/>
            <a:r>
              <a:rPr lang="en-US"/>
              <a:t>[Sub-headline]</a:t>
            </a:r>
          </a:p>
        </p:txBody>
      </p:sp>
      <p:sp>
        <p:nvSpPr>
          <p:cNvPr id="7" name="Title 6">
            <a:extLst>
              <a:ext uri="{FF2B5EF4-FFF2-40B4-BE49-F238E27FC236}">
                <a16:creationId xmlns:a16="http://schemas.microsoft.com/office/drawing/2014/main" id="{AF9C40FE-6A21-4C23-A19D-E68A6C289906}"/>
              </a:ext>
            </a:extLst>
          </p:cNvPr>
          <p:cNvSpPr>
            <a:spLocks noGrp="1"/>
          </p:cNvSpPr>
          <p:nvPr>
            <p:ph type="title" hasCustomPrompt="1"/>
          </p:nvPr>
        </p:nvSpPr>
        <p:spPr>
          <a:xfrm>
            <a:off x="425280" y="651300"/>
            <a:ext cx="8297032" cy="402336"/>
          </a:xfrm>
        </p:spPr>
        <p:txBody>
          <a:bodyPr/>
          <a:lstStyle/>
          <a:p>
            <a:r>
              <a:rPr lang="en-US"/>
              <a:t>[Headline]</a:t>
            </a:r>
          </a:p>
        </p:txBody>
      </p:sp>
      <p:sp>
        <p:nvSpPr>
          <p:cNvPr id="8" name="Text Placeholder 11">
            <a:extLst>
              <a:ext uri="{FF2B5EF4-FFF2-40B4-BE49-F238E27FC236}">
                <a16:creationId xmlns:a16="http://schemas.microsoft.com/office/drawing/2014/main" id="{3F48976F-008B-4090-A991-2BE8CC8B68C6}"/>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1036874692"/>
      </p:ext>
    </p:extLst>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D5B7FF-2C98-41DB-85E9-CA5614465502}" type="datetime4">
              <a:rPr lang="en-US" smtClean="0"/>
              <a:t>August 13, 2025</a:t>
            </a:fld>
            <a:endParaRPr lang="en-US"/>
          </a:p>
        </p:txBody>
      </p:sp>
      <p:sp>
        <p:nvSpPr>
          <p:cNvPr id="3" name="Footer Placeholder 2"/>
          <p:cNvSpPr>
            <a:spLocks noGrp="1"/>
          </p:cNvSpPr>
          <p:nvPr>
            <p:ph type="ftr" sz="quarter" idx="11"/>
          </p:nvPr>
        </p:nvSpPr>
        <p:spPr/>
        <p:txBody>
          <a:bodyPr/>
          <a:lstStyle/>
          <a:p>
            <a:r>
              <a:rPr lang="en-US"/>
              <a:t>S&amp;P Global Commodity Insights – Internal Use Only</a:t>
            </a:r>
          </a:p>
        </p:txBody>
      </p:sp>
      <p:sp>
        <p:nvSpPr>
          <p:cNvPr id="4" name="Slide Number Placeholder 3"/>
          <p:cNvSpPr>
            <a:spLocks noGrp="1"/>
          </p:cNvSpPr>
          <p:nvPr>
            <p:ph type="sldNum" sz="quarter" idx="12"/>
          </p:nvPr>
        </p:nvSpPr>
        <p:spPr/>
        <p:txBody>
          <a:bodyPr/>
          <a:lstStyle/>
          <a:p>
            <a:fld id="{5CFA18E4-D58E-4B28-B105-28D9665A8EBC}" type="slidenum">
              <a:rPr lang="en-US" smtClean="0"/>
              <a:t>‹#›</a:t>
            </a:fld>
            <a:endParaRPr lang="en-US"/>
          </a:p>
        </p:txBody>
      </p:sp>
      <p:sp>
        <p:nvSpPr>
          <p:cNvPr id="7" name="Text Placeholder 11">
            <a:extLst>
              <a:ext uri="{FF2B5EF4-FFF2-40B4-BE49-F238E27FC236}">
                <a16:creationId xmlns:a16="http://schemas.microsoft.com/office/drawing/2014/main" id="{7D5238FB-1356-4521-8102-3ECA8CDD77CD}"/>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3370965871"/>
      </p:ext>
    </p:extLst>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tent + Statem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BD60BC0-A464-445F-9F28-170EB6B5E9CB}"/>
              </a:ext>
            </a:extLst>
          </p:cNvPr>
          <p:cNvSpPr/>
          <p:nvPr/>
        </p:nvSpPr>
        <p:spPr>
          <a:xfrm>
            <a:off x="0" y="0"/>
            <a:ext cx="457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7" name="Content Placeholder 6">
            <a:extLst>
              <a:ext uri="{FF2B5EF4-FFF2-40B4-BE49-F238E27FC236}">
                <a16:creationId xmlns:a16="http://schemas.microsoft.com/office/drawing/2014/main" id="{B6ADB806-4287-47DA-AF4C-BB39AE092206}"/>
              </a:ext>
            </a:extLst>
          </p:cNvPr>
          <p:cNvSpPr>
            <a:spLocks noGrp="1"/>
          </p:cNvSpPr>
          <p:nvPr>
            <p:ph sz="quarter" idx="13" hasCustomPrompt="1"/>
          </p:nvPr>
        </p:nvSpPr>
        <p:spPr>
          <a:xfrm>
            <a:off x="425279" y="1956816"/>
            <a:ext cx="3758184" cy="4251960"/>
          </a:xfrm>
        </p:spPr>
        <p:txBody>
          <a:bodyPr/>
          <a:lstStyle>
            <a:lvl1pPr marL="0" indent="0">
              <a:buFont typeface="Arial" panose="020B0604020202020204" pitchFamily="34" charset="0"/>
              <a:buChar char="​"/>
              <a:defRPr>
                <a:solidFill>
                  <a:schemeClr val="bg1"/>
                </a:solidFill>
              </a:defRPr>
            </a:lvl1pPr>
            <a:lvl2pPr marL="170260" indent="-170260">
              <a:defRPr>
                <a:solidFill>
                  <a:schemeClr val="bg1"/>
                </a:solidFill>
              </a:defRPr>
            </a:lvl2pPr>
            <a:lvl3pPr marL="345281" indent="-175022">
              <a:defRPr>
                <a:solidFill>
                  <a:schemeClr val="bg1"/>
                </a:solidFill>
              </a:defRPr>
            </a:lvl3pPr>
            <a:lvl4pPr marL="515541" indent="-170260">
              <a:defRPr>
                <a:solidFill>
                  <a:schemeClr val="bg1"/>
                </a:solidFill>
              </a:defRPr>
            </a:lvl4pPr>
            <a:lvl5pPr marL="685800" indent="-170260">
              <a:defRPr>
                <a:solidFill>
                  <a:schemeClr val="bg1"/>
                </a:solidFill>
              </a:defRPr>
            </a:lvl5pPr>
          </a:lstStyle>
          <a:p>
            <a:pPr lvl="0"/>
            <a:r>
              <a:rPr lang="en-US"/>
              <a:t>[Click to add non-bullet paragraph text]</a:t>
            </a:r>
          </a:p>
          <a:p>
            <a:pPr lvl="1"/>
            <a:r>
              <a:rPr lang="en-US"/>
              <a:t>Second level</a:t>
            </a:r>
          </a:p>
          <a:p>
            <a:pPr lvl="2"/>
            <a:r>
              <a:rPr lang="en-US"/>
              <a:t>Third level</a:t>
            </a:r>
          </a:p>
          <a:p>
            <a:pPr lvl="3"/>
            <a:r>
              <a:rPr lang="en-US"/>
              <a:t>Fourth level</a:t>
            </a:r>
          </a:p>
          <a:p>
            <a:pPr lvl="4"/>
            <a:r>
              <a:rPr lang="en-US"/>
              <a:t>Fifth level</a:t>
            </a:r>
          </a:p>
        </p:txBody>
      </p:sp>
      <p:sp>
        <p:nvSpPr>
          <p:cNvPr id="12" name="Subtitle">
            <a:extLst>
              <a:ext uri="{FF2B5EF4-FFF2-40B4-BE49-F238E27FC236}">
                <a16:creationId xmlns:a16="http://schemas.microsoft.com/office/drawing/2014/main" id="{7A6FCC9B-A33E-4B36-99E9-34DE7324E363}"/>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0" name="Title 9">
            <a:extLst>
              <a:ext uri="{FF2B5EF4-FFF2-40B4-BE49-F238E27FC236}">
                <a16:creationId xmlns:a16="http://schemas.microsoft.com/office/drawing/2014/main" id="{3FAF71B7-3EE7-4ECB-927E-2D30E8B8D380}"/>
              </a:ext>
            </a:extLst>
          </p:cNvPr>
          <p:cNvSpPr>
            <a:spLocks noGrp="1"/>
          </p:cNvSpPr>
          <p:nvPr>
            <p:ph type="title" hasCustomPrompt="1"/>
          </p:nvPr>
        </p:nvSpPr>
        <p:spPr>
          <a:xfrm>
            <a:off x="425279" y="652074"/>
            <a:ext cx="3758184" cy="402336"/>
          </a:xfrm>
        </p:spPr>
        <p:txBody>
          <a:bodyPr/>
          <a:lstStyle>
            <a:lvl1pPr>
              <a:defRPr>
                <a:solidFill>
                  <a:schemeClr val="bg1"/>
                </a:solidFill>
              </a:defRPr>
            </a:lvl1pPr>
          </a:lstStyle>
          <a:p>
            <a:r>
              <a:rPr lang="en-US"/>
              <a:t>[Headline]</a:t>
            </a:r>
          </a:p>
        </p:txBody>
      </p:sp>
      <p:sp>
        <p:nvSpPr>
          <p:cNvPr id="15" name="Text Placeholder 14">
            <a:extLst>
              <a:ext uri="{FF2B5EF4-FFF2-40B4-BE49-F238E27FC236}">
                <a16:creationId xmlns:a16="http://schemas.microsoft.com/office/drawing/2014/main" id="{56888DD8-0224-404D-AAC6-33FCF67F8697}"/>
              </a:ext>
            </a:extLst>
          </p:cNvPr>
          <p:cNvSpPr>
            <a:spLocks noGrp="1"/>
          </p:cNvSpPr>
          <p:nvPr>
            <p:ph type="body" sz="quarter" idx="17"/>
          </p:nvPr>
        </p:nvSpPr>
        <p:spPr>
          <a:xfrm>
            <a:off x="4955382" y="1956817"/>
            <a:ext cx="3769519" cy="3737547"/>
          </a:xfrm>
        </p:spPr>
        <p:txBody>
          <a:bodyPr/>
          <a:lstStyle>
            <a:lvl1pPr>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F3AAAE56-5CF5-455F-8CED-CF8CABE33CC8}"/>
              </a:ext>
            </a:extLst>
          </p:cNvPr>
          <p:cNvSpPr>
            <a:spLocks noGrp="1"/>
          </p:cNvSpPr>
          <p:nvPr>
            <p:ph type="dt" sz="half" idx="18"/>
          </p:nvPr>
        </p:nvSpPr>
        <p:spPr/>
        <p:txBody>
          <a:bodyPr/>
          <a:lstStyle>
            <a:lvl1pPr>
              <a:defRPr>
                <a:solidFill>
                  <a:schemeClr val="bg1"/>
                </a:solidFill>
              </a:defRPr>
            </a:lvl1pPr>
          </a:lstStyle>
          <a:p>
            <a:fld id="{FD498EAC-337D-48F2-94B6-0A9B254051C0}" type="datetime4">
              <a:rPr lang="en-US" smtClean="0"/>
              <a:t>August 13, 2025</a:t>
            </a:fld>
            <a:endParaRPr lang="en-US"/>
          </a:p>
        </p:txBody>
      </p:sp>
      <p:sp>
        <p:nvSpPr>
          <p:cNvPr id="17" name="Footer Placeholder 16">
            <a:extLst>
              <a:ext uri="{FF2B5EF4-FFF2-40B4-BE49-F238E27FC236}">
                <a16:creationId xmlns:a16="http://schemas.microsoft.com/office/drawing/2014/main" id="{FC4A0CC4-5B74-4052-B180-789DC1265E8D}"/>
              </a:ext>
            </a:extLst>
          </p:cNvPr>
          <p:cNvSpPr>
            <a:spLocks noGrp="1"/>
          </p:cNvSpPr>
          <p:nvPr>
            <p:ph type="ftr" sz="quarter" idx="19"/>
          </p:nvPr>
        </p:nvSpPr>
        <p:spPr/>
        <p:txBody>
          <a:bodyPr/>
          <a:lstStyle>
            <a:lvl1pPr>
              <a:defRPr>
                <a:solidFill>
                  <a:schemeClr val="tx1"/>
                </a:solidFill>
              </a:defRPr>
            </a:lvl1pPr>
          </a:lstStyle>
          <a:p>
            <a:r>
              <a:rPr lang="en-US"/>
              <a:t>S&amp;P Global Commodity Insights – Internal Use Only</a:t>
            </a:r>
          </a:p>
        </p:txBody>
      </p:sp>
      <p:sp>
        <p:nvSpPr>
          <p:cNvPr id="18" name="Slide Number Placeholder 17">
            <a:extLst>
              <a:ext uri="{FF2B5EF4-FFF2-40B4-BE49-F238E27FC236}">
                <a16:creationId xmlns:a16="http://schemas.microsoft.com/office/drawing/2014/main" id="{E60CE04A-4CBD-4768-8B7C-4C7919193390}"/>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3" name="Text Placeholder 11">
            <a:extLst>
              <a:ext uri="{FF2B5EF4-FFF2-40B4-BE49-F238E27FC236}">
                <a16:creationId xmlns:a16="http://schemas.microsoft.com/office/drawing/2014/main" id="{24927F64-C76D-4BC3-BD50-1D5FB03E6D4A}"/>
              </a:ext>
            </a:extLst>
          </p:cNvPr>
          <p:cNvSpPr>
            <a:spLocks noGrp="1"/>
          </p:cNvSpPr>
          <p:nvPr>
            <p:ph type="body" sz="quarter" idx="15" hasCustomPrompt="1"/>
          </p:nvPr>
        </p:nvSpPr>
        <p:spPr>
          <a:xfrm>
            <a:off x="425280" y="5687045"/>
            <a:ext cx="3756196"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solidFill>
                  <a:schemeClr val="bg1"/>
                </a:solidFill>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14" name="Rectangle 13">
            <a:extLst>
              <a:ext uri="{FF2B5EF4-FFF2-40B4-BE49-F238E27FC236}">
                <a16:creationId xmlns:a16="http://schemas.microsoft.com/office/drawing/2014/main" id="{67C1C513-E145-4818-AB44-7A5AE107E635}"/>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pic>
        <p:nvPicPr>
          <p:cNvPr id="20" name="SPG Commodity Insights White Small">
            <a:extLst>
              <a:ext uri="{FF2B5EF4-FFF2-40B4-BE49-F238E27FC236}">
                <a16:creationId xmlns:a16="http://schemas.microsoft.com/office/drawing/2014/main" id="{07692521-F3BC-4591-A77D-FEB98BBBA37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861505779"/>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Content + Statement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BD60BC0-A464-445F-9F28-170EB6B5E9CB}"/>
              </a:ext>
            </a:extLst>
          </p:cNvPr>
          <p:cNvSpPr/>
          <p:nvPr/>
        </p:nvSpPr>
        <p:spPr>
          <a:xfrm>
            <a:off x="0" y="0"/>
            <a:ext cx="457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7" name="Content Placeholder 6">
            <a:extLst>
              <a:ext uri="{FF2B5EF4-FFF2-40B4-BE49-F238E27FC236}">
                <a16:creationId xmlns:a16="http://schemas.microsoft.com/office/drawing/2014/main" id="{B6ADB806-4287-47DA-AF4C-BB39AE092206}"/>
              </a:ext>
            </a:extLst>
          </p:cNvPr>
          <p:cNvSpPr>
            <a:spLocks noGrp="1"/>
          </p:cNvSpPr>
          <p:nvPr>
            <p:ph sz="quarter" idx="13" hasCustomPrompt="1"/>
          </p:nvPr>
        </p:nvSpPr>
        <p:spPr>
          <a:xfrm>
            <a:off x="425279" y="1956816"/>
            <a:ext cx="3758184" cy="4251960"/>
          </a:xfrm>
        </p:spPr>
        <p:txBody>
          <a:bodyPr/>
          <a:lstStyle>
            <a:lvl1pPr marL="0" indent="0">
              <a:buFont typeface="Arial" panose="020B0604020202020204" pitchFamily="34" charset="0"/>
              <a:buChar char="​"/>
              <a:defRPr>
                <a:solidFill>
                  <a:schemeClr val="tx1"/>
                </a:solidFill>
              </a:defRPr>
            </a:lvl1pPr>
            <a:lvl2pPr marL="170260" indent="-170260">
              <a:defRPr>
                <a:solidFill>
                  <a:schemeClr val="tx1"/>
                </a:solidFill>
              </a:defRPr>
            </a:lvl2pPr>
            <a:lvl3pPr marL="345281" indent="-175022">
              <a:defRPr>
                <a:solidFill>
                  <a:schemeClr val="tx1"/>
                </a:solidFill>
              </a:defRPr>
            </a:lvl3pPr>
            <a:lvl4pPr marL="515541" indent="-170260">
              <a:defRPr>
                <a:solidFill>
                  <a:schemeClr val="tx1"/>
                </a:solidFill>
              </a:defRPr>
            </a:lvl4pPr>
            <a:lvl5pPr marL="685800" indent="-170260">
              <a:defRPr>
                <a:solidFill>
                  <a:schemeClr val="tx1"/>
                </a:solidFill>
              </a:defRPr>
            </a:lvl5pPr>
          </a:lstStyle>
          <a:p>
            <a:pPr lvl="0"/>
            <a:r>
              <a:rPr lang="en-US"/>
              <a:t>[Click to add non-bullet paragraph text]</a:t>
            </a:r>
          </a:p>
          <a:p>
            <a:pPr lvl="1"/>
            <a:r>
              <a:rPr lang="en-US"/>
              <a:t>Second level</a:t>
            </a:r>
          </a:p>
          <a:p>
            <a:pPr lvl="2"/>
            <a:r>
              <a:rPr lang="en-US"/>
              <a:t>Third level</a:t>
            </a:r>
          </a:p>
          <a:p>
            <a:pPr lvl="3"/>
            <a:r>
              <a:rPr lang="en-US"/>
              <a:t>Fourth level</a:t>
            </a:r>
          </a:p>
          <a:p>
            <a:pPr lvl="4"/>
            <a:r>
              <a:rPr lang="en-US"/>
              <a:t>Fifth level</a:t>
            </a:r>
          </a:p>
        </p:txBody>
      </p:sp>
      <p:sp>
        <p:nvSpPr>
          <p:cNvPr id="12" name="Subtitle">
            <a:extLst>
              <a:ext uri="{FF2B5EF4-FFF2-40B4-BE49-F238E27FC236}">
                <a16:creationId xmlns:a16="http://schemas.microsoft.com/office/drawing/2014/main" id="{7A6FCC9B-A33E-4B36-99E9-34DE7324E363}"/>
              </a:ext>
            </a:extLst>
          </p:cNvPr>
          <p:cNvSpPr>
            <a:spLocks noGrp="1"/>
          </p:cNvSpPr>
          <p:nvPr>
            <p:ph type="body" sz="quarter" idx="14" hasCustomPrompt="1"/>
          </p:nvPr>
        </p:nvSpPr>
        <p:spPr>
          <a:xfrm>
            <a:off x="425279" y="1059157"/>
            <a:ext cx="3758184" cy="493776"/>
          </a:xfrm>
        </p:spPr>
        <p:txBody>
          <a:bodyPr>
            <a:noAutofit/>
          </a:bodyPr>
          <a:lstStyle>
            <a:lvl1pPr marL="0" indent="0">
              <a:buNone/>
              <a:defRPr sz="1350">
                <a:solidFill>
                  <a:schemeClr val="tx1"/>
                </a:solidFill>
                <a:latin typeface="+mj-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0" name="Title 9">
            <a:extLst>
              <a:ext uri="{FF2B5EF4-FFF2-40B4-BE49-F238E27FC236}">
                <a16:creationId xmlns:a16="http://schemas.microsoft.com/office/drawing/2014/main" id="{3FAF71B7-3EE7-4ECB-927E-2D30E8B8D380}"/>
              </a:ext>
            </a:extLst>
          </p:cNvPr>
          <p:cNvSpPr>
            <a:spLocks noGrp="1"/>
          </p:cNvSpPr>
          <p:nvPr>
            <p:ph type="title" hasCustomPrompt="1"/>
          </p:nvPr>
        </p:nvSpPr>
        <p:spPr>
          <a:xfrm>
            <a:off x="425279" y="652994"/>
            <a:ext cx="3758184" cy="402336"/>
          </a:xfrm>
        </p:spPr>
        <p:txBody>
          <a:bodyPr/>
          <a:lstStyle>
            <a:lvl1pPr>
              <a:defRPr>
                <a:solidFill>
                  <a:schemeClr val="tx1"/>
                </a:solidFill>
              </a:defRPr>
            </a:lvl1pPr>
          </a:lstStyle>
          <a:p>
            <a:r>
              <a:rPr lang="en-US"/>
              <a:t>[Headline]</a:t>
            </a:r>
          </a:p>
        </p:txBody>
      </p:sp>
      <p:sp>
        <p:nvSpPr>
          <p:cNvPr id="15" name="Text Placeholder 14">
            <a:extLst>
              <a:ext uri="{FF2B5EF4-FFF2-40B4-BE49-F238E27FC236}">
                <a16:creationId xmlns:a16="http://schemas.microsoft.com/office/drawing/2014/main" id="{56888DD8-0224-404D-AAC6-33FCF67F8697}"/>
              </a:ext>
            </a:extLst>
          </p:cNvPr>
          <p:cNvSpPr>
            <a:spLocks noGrp="1"/>
          </p:cNvSpPr>
          <p:nvPr>
            <p:ph type="body" sz="quarter" idx="17"/>
          </p:nvPr>
        </p:nvSpPr>
        <p:spPr>
          <a:xfrm>
            <a:off x="4955382" y="1956817"/>
            <a:ext cx="3769519" cy="3737547"/>
          </a:xfrm>
        </p:spPr>
        <p:txBody>
          <a:bodyPr/>
          <a:lstStyle>
            <a:lvl1pPr>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F3AAAE56-5CF5-455F-8CED-CF8CABE33CC8}"/>
              </a:ext>
            </a:extLst>
          </p:cNvPr>
          <p:cNvSpPr>
            <a:spLocks noGrp="1"/>
          </p:cNvSpPr>
          <p:nvPr>
            <p:ph type="dt" sz="half" idx="18"/>
          </p:nvPr>
        </p:nvSpPr>
        <p:spPr/>
        <p:txBody>
          <a:bodyPr/>
          <a:lstStyle>
            <a:lvl1pPr>
              <a:defRPr>
                <a:solidFill>
                  <a:schemeClr val="tx1"/>
                </a:solidFill>
              </a:defRPr>
            </a:lvl1pPr>
          </a:lstStyle>
          <a:p>
            <a:fld id="{08D20F44-D020-4CBC-B057-8F28BF1CC99A}" type="datetime4">
              <a:rPr lang="en-US" smtClean="0"/>
              <a:t>August 13, 2025</a:t>
            </a:fld>
            <a:endParaRPr lang="en-US"/>
          </a:p>
        </p:txBody>
      </p:sp>
      <p:sp>
        <p:nvSpPr>
          <p:cNvPr id="17" name="Footer Placeholder 16">
            <a:extLst>
              <a:ext uri="{FF2B5EF4-FFF2-40B4-BE49-F238E27FC236}">
                <a16:creationId xmlns:a16="http://schemas.microsoft.com/office/drawing/2014/main" id="{FC4A0CC4-5B74-4052-B180-789DC1265E8D}"/>
              </a:ext>
            </a:extLst>
          </p:cNvPr>
          <p:cNvSpPr>
            <a:spLocks noGrp="1"/>
          </p:cNvSpPr>
          <p:nvPr>
            <p:ph type="ftr" sz="quarter" idx="19"/>
          </p:nvPr>
        </p:nvSpPr>
        <p:spPr/>
        <p:txBody>
          <a:bodyPr/>
          <a:lstStyle>
            <a:lvl1pPr>
              <a:defRPr>
                <a:solidFill>
                  <a:schemeClr val="tx1"/>
                </a:solidFill>
              </a:defRPr>
            </a:lvl1pPr>
          </a:lstStyle>
          <a:p>
            <a:r>
              <a:rPr lang="en-US"/>
              <a:t>S&amp;P Global Commodity Insights – Internal Use Only</a:t>
            </a:r>
          </a:p>
        </p:txBody>
      </p:sp>
      <p:sp>
        <p:nvSpPr>
          <p:cNvPr id="18" name="Slide Number Placeholder 17">
            <a:extLst>
              <a:ext uri="{FF2B5EF4-FFF2-40B4-BE49-F238E27FC236}">
                <a16:creationId xmlns:a16="http://schemas.microsoft.com/office/drawing/2014/main" id="{E60CE04A-4CBD-4768-8B7C-4C7919193390}"/>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3" name="Text Placeholder 11">
            <a:extLst>
              <a:ext uri="{FF2B5EF4-FFF2-40B4-BE49-F238E27FC236}">
                <a16:creationId xmlns:a16="http://schemas.microsoft.com/office/drawing/2014/main" id="{24927F64-C76D-4BC3-BD50-1D5FB03E6D4A}"/>
              </a:ext>
            </a:extLst>
          </p:cNvPr>
          <p:cNvSpPr>
            <a:spLocks noGrp="1"/>
          </p:cNvSpPr>
          <p:nvPr>
            <p:ph type="body" sz="quarter" idx="15" hasCustomPrompt="1"/>
          </p:nvPr>
        </p:nvSpPr>
        <p:spPr>
          <a:xfrm>
            <a:off x="425280" y="5687045"/>
            <a:ext cx="3756196"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solidFill>
                  <a:schemeClr val="tx1"/>
                </a:solidFill>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14" name="Rectangle 13">
            <a:extLst>
              <a:ext uri="{FF2B5EF4-FFF2-40B4-BE49-F238E27FC236}">
                <a16:creationId xmlns:a16="http://schemas.microsoft.com/office/drawing/2014/main" id="{67C1C513-E145-4818-AB44-7A5AE107E635}"/>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cxnSp>
        <p:nvCxnSpPr>
          <p:cNvPr id="20" name="Straight Connector 19">
            <a:extLst>
              <a:ext uri="{FF2B5EF4-FFF2-40B4-BE49-F238E27FC236}">
                <a16:creationId xmlns:a16="http://schemas.microsoft.com/office/drawing/2014/main" id="{56E63BC3-354A-42FF-A922-1F7132107FA1}"/>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48C9E71-D067-4A2B-B783-0D61ABD6171F}"/>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57" name="Group 56">
            <a:extLst>
              <a:ext uri="{FF2B5EF4-FFF2-40B4-BE49-F238E27FC236}">
                <a16:creationId xmlns:a16="http://schemas.microsoft.com/office/drawing/2014/main" id="{91EC115A-58AC-4782-BAFC-6A202749686B}"/>
              </a:ext>
            </a:extLst>
          </p:cNvPr>
          <p:cNvGrpSpPr/>
          <p:nvPr/>
        </p:nvGrpSpPr>
        <p:grpSpPr>
          <a:xfrm>
            <a:off x="-994" y="6871034"/>
            <a:ext cx="9144000" cy="143299"/>
            <a:chOff x="-1325" y="6871033"/>
            <a:chExt cx="12192000" cy="143299"/>
          </a:xfrm>
        </p:grpSpPr>
        <p:sp>
          <p:nvSpPr>
            <p:cNvPr id="58" name="Rectangle 57">
              <a:extLst>
                <a:ext uri="{FF2B5EF4-FFF2-40B4-BE49-F238E27FC236}">
                  <a16:creationId xmlns:a16="http://schemas.microsoft.com/office/drawing/2014/main" id="{79886B6E-406B-4405-BF31-56D8023896EA}"/>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59" name="Rectangle 58">
              <a:extLst>
                <a:ext uri="{FF2B5EF4-FFF2-40B4-BE49-F238E27FC236}">
                  <a16:creationId xmlns:a16="http://schemas.microsoft.com/office/drawing/2014/main" id="{AB65480E-E8EC-4CA1-A52C-E0BF89958449}"/>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0" name="TextBox 59">
            <a:extLst>
              <a:ext uri="{FF2B5EF4-FFF2-40B4-BE49-F238E27FC236}">
                <a16:creationId xmlns:a16="http://schemas.microsoft.com/office/drawing/2014/main" id="{99C3023B-5E2B-45CD-BE36-9B5E9AF9600E}"/>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55" name="Rectangle 54">
            <a:extLst>
              <a:ext uri="{FF2B5EF4-FFF2-40B4-BE49-F238E27FC236}">
                <a16:creationId xmlns:a16="http://schemas.microsoft.com/office/drawing/2014/main" id="{C9816CDE-7991-4545-AFD8-6EEB4B76B5DA}"/>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6" name="Group 55">
            <a:extLst>
              <a:ext uri="{FF2B5EF4-FFF2-40B4-BE49-F238E27FC236}">
                <a16:creationId xmlns:a16="http://schemas.microsoft.com/office/drawing/2014/main" id="{1528F6A4-2779-423A-BC2D-91D943CC4C48}"/>
              </a:ext>
            </a:extLst>
          </p:cNvPr>
          <p:cNvGrpSpPr/>
          <p:nvPr/>
        </p:nvGrpSpPr>
        <p:grpSpPr>
          <a:xfrm>
            <a:off x="9192986" y="1051487"/>
            <a:ext cx="954405" cy="3085386"/>
            <a:chOff x="12257314" y="1051487"/>
            <a:chExt cx="1272540" cy="3085386"/>
          </a:xfrm>
        </p:grpSpPr>
        <p:sp>
          <p:nvSpPr>
            <p:cNvPr id="96" name="Rectangle 95">
              <a:extLst>
                <a:ext uri="{FF2B5EF4-FFF2-40B4-BE49-F238E27FC236}">
                  <a16:creationId xmlns:a16="http://schemas.microsoft.com/office/drawing/2014/main" id="{AD65AACD-FF9E-4C05-8C3D-1C2A183D4E39}"/>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7" name="TextBox 96">
              <a:extLst>
                <a:ext uri="{FF2B5EF4-FFF2-40B4-BE49-F238E27FC236}">
                  <a16:creationId xmlns:a16="http://schemas.microsoft.com/office/drawing/2014/main" id="{CC45B61B-E822-45F0-ABAF-B05C98D0AB2F}"/>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8" name="Freeform: Shape 97">
              <a:extLst>
                <a:ext uri="{FF2B5EF4-FFF2-40B4-BE49-F238E27FC236}">
                  <a16:creationId xmlns:a16="http://schemas.microsoft.com/office/drawing/2014/main" id="{79164D28-F80C-4F6B-93E0-DA4F626F6AD1}"/>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9" name="TextBox 98">
              <a:extLst>
                <a:ext uri="{FF2B5EF4-FFF2-40B4-BE49-F238E27FC236}">
                  <a16:creationId xmlns:a16="http://schemas.microsoft.com/office/drawing/2014/main" id="{920E156F-CE79-427A-9EFE-8B5645364F57}"/>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00" name="Freeform: Shape 99">
              <a:extLst>
                <a:ext uri="{FF2B5EF4-FFF2-40B4-BE49-F238E27FC236}">
                  <a16:creationId xmlns:a16="http://schemas.microsoft.com/office/drawing/2014/main" id="{DB66C61B-6800-4BD8-AEC6-0F79D4CC3CA1}"/>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1" name="Freeform: Shape 100">
              <a:extLst>
                <a:ext uri="{FF2B5EF4-FFF2-40B4-BE49-F238E27FC236}">
                  <a16:creationId xmlns:a16="http://schemas.microsoft.com/office/drawing/2014/main" id="{19D95D7E-643B-4313-97C9-8EF098A0B034}"/>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2" name="TextBox 101">
              <a:extLst>
                <a:ext uri="{FF2B5EF4-FFF2-40B4-BE49-F238E27FC236}">
                  <a16:creationId xmlns:a16="http://schemas.microsoft.com/office/drawing/2014/main" id="{2E1C470A-D847-4811-85B9-C06F47E66810}"/>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03" name="Picture 102">
              <a:extLst>
                <a:ext uri="{FF2B5EF4-FFF2-40B4-BE49-F238E27FC236}">
                  <a16:creationId xmlns:a16="http://schemas.microsoft.com/office/drawing/2014/main" id="{816FBC06-8F58-44ED-962F-C7AABBBAE0D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04" name="Rectangle 103">
              <a:extLst>
                <a:ext uri="{FF2B5EF4-FFF2-40B4-BE49-F238E27FC236}">
                  <a16:creationId xmlns:a16="http://schemas.microsoft.com/office/drawing/2014/main" id="{B83EB9FF-1776-41DF-91E6-B484BC3ECC0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5" name="Rectangle 104">
              <a:extLst>
                <a:ext uri="{FF2B5EF4-FFF2-40B4-BE49-F238E27FC236}">
                  <a16:creationId xmlns:a16="http://schemas.microsoft.com/office/drawing/2014/main" id="{6B1EEBC1-D8F9-431A-887E-226DB7D69AF6}"/>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6" name="Rectangle 105">
              <a:extLst>
                <a:ext uri="{FF2B5EF4-FFF2-40B4-BE49-F238E27FC236}">
                  <a16:creationId xmlns:a16="http://schemas.microsoft.com/office/drawing/2014/main" id="{FBEE90F9-46D2-46E7-BA1C-A45BF3B5A72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7" name="Rectangle 106">
              <a:extLst>
                <a:ext uri="{FF2B5EF4-FFF2-40B4-BE49-F238E27FC236}">
                  <a16:creationId xmlns:a16="http://schemas.microsoft.com/office/drawing/2014/main" id="{910B243E-5032-4660-9027-8455515D3558}"/>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8" name="Group 107">
              <a:extLst>
                <a:ext uri="{FF2B5EF4-FFF2-40B4-BE49-F238E27FC236}">
                  <a16:creationId xmlns:a16="http://schemas.microsoft.com/office/drawing/2014/main" id="{136438A8-4A84-472B-BE61-0BD79D0CD398}"/>
                </a:ext>
              </a:extLst>
            </p:cNvPr>
            <p:cNvGrpSpPr/>
            <p:nvPr/>
          </p:nvGrpSpPr>
          <p:grpSpPr>
            <a:xfrm>
              <a:off x="12364752" y="2345932"/>
              <a:ext cx="1055431" cy="88186"/>
              <a:chOff x="914335" y="6913770"/>
              <a:chExt cx="1109884" cy="100584"/>
            </a:xfrm>
            <a:noFill/>
          </p:grpSpPr>
          <p:sp>
            <p:nvSpPr>
              <p:cNvPr id="119" name="Rectangle 118">
                <a:extLst>
                  <a:ext uri="{FF2B5EF4-FFF2-40B4-BE49-F238E27FC236}">
                    <a16:creationId xmlns:a16="http://schemas.microsoft.com/office/drawing/2014/main" id="{108DC419-7E4E-457B-A230-74F661B4DD41}"/>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20" name="Rectangle 119">
                <a:extLst>
                  <a:ext uri="{FF2B5EF4-FFF2-40B4-BE49-F238E27FC236}">
                    <a16:creationId xmlns:a16="http://schemas.microsoft.com/office/drawing/2014/main" id="{7EFC4501-BB03-469A-85A1-5A763A727E4A}"/>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21" name="Rectangle 120">
                <a:extLst>
                  <a:ext uri="{FF2B5EF4-FFF2-40B4-BE49-F238E27FC236}">
                    <a16:creationId xmlns:a16="http://schemas.microsoft.com/office/drawing/2014/main" id="{47F9D32E-34D6-463A-BF39-D31E13C11DBF}"/>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22" name="Rectangle 121">
                <a:extLst>
                  <a:ext uri="{FF2B5EF4-FFF2-40B4-BE49-F238E27FC236}">
                    <a16:creationId xmlns:a16="http://schemas.microsoft.com/office/drawing/2014/main" id="{89C64FE6-CE65-4FC5-8B95-3E73AD2565EA}"/>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23" name="Rectangle 122">
                <a:extLst>
                  <a:ext uri="{FF2B5EF4-FFF2-40B4-BE49-F238E27FC236}">
                    <a16:creationId xmlns:a16="http://schemas.microsoft.com/office/drawing/2014/main" id="{604502F7-5ECC-47A3-A70E-2A75B5BB8756}"/>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24" name="Rectangle 123">
                <a:extLst>
                  <a:ext uri="{FF2B5EF4-FFF2-40B4-BE49-F238E27FC236}">
                    <a16:creationId xmlns:a16="http://schemas.microsoft.com/office/drawing/2014/main" id="{A8D2858C-6F8D-4E68-AA1C-5532793CBA58}"/>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5" name="Rectangle 124">
                <a:extLst>
                  <a:ext uri="{FF2B5EF4-FFF2-40B4-BE49-F238E27FC236}">
                    <a16:creationId xmlns:a16="http://schemas.microsoft.com/office/drawing/2014/main" id="{7AA96782-E7A7-49E7-BC32-3CC36058CA56}"/>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6" name="Rectangle 125">
                <a:extLst>
                  <a:ext uri="{FF2B5EF4-FFF2-40B4-BE49-F238E27FC236}">
                    <a16:creationId xmlns:a16="http://schemas.microsoft.com/office/drawing/2014/main" id="{E2632B0B-C36F-4868-9B94-0A5843FF5555}"/>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7" name="Rectangle 126">
                <a:extLst>
                  <a:ext uri="{FF2B5EF4-FFF2-40B4-BE49-F238E27FC236}">
                    <a16:creationId xmlns:a16="http://schemas.microsoft.com/office/drawing/2014/main" id="{773C8C11-8654-4064-82B7-07FAC99A9D9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8" name="Rectangle 127">
                <a:extLst>
                  <a:ext uri="{FF2B5EF4-FFF2-40B4-BE49-F238E27FC236}">
                    <a16:creationId xmlns:a16="http://schemas.microsoft.com/office/drawing/2014/main" id="{12B0E368-C56A-45A1-A780-88D225AB1825}"/>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9" name="Graphic 108" descr="Close with solid fill">
              <a:extLst>
                <a:ext uri="{FF2B5EF4-FFF2-40B4-BE49-F238E27FC236}">
                  <a16:creationId xmlns:a16="http://schemas.microsoft.com/office/drawing/2014/main" id="{F5F1F407-AEE6-48C3-96E1-4D6CF93A9E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10" name="Graphic 109" descr="Close with solid fill">
              <a:extLst>
                <a:ext uri="{FF2B5EF4-FFF2-40B4-BE49-F238E27FC236}">
                  <a16:creationId xmlns:a16="http://schemas.microsoft.com/office/drawing/2014/main" id="{836A1109-D44D-4972-AB9C-3379FDB85A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11" name="Graphic 110" descr="Close with solid fill">
              <a:extLst>
                <a:ext uri="{FF2B5EF4-FFF2-40B4-BE49-F238E27FC236}">
                  <a16:creationId xmlns:a16="http://schemas.microsoft.com/office/drawing/2014/main" id="{6888388D-5A22-4C1C-A31A-287EA100625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12" name="Graphic 111" descr="Close with solid fill">
              <a:extLst>
                <a:ext uri="{FF2B5EF4-FFF2-40B4-BE49-F238E27FC236}">
                  <a16:creationId xmlns:a16="http://schemas.microsoft.com/office/drawing/2014/main" id="{AE367429-D63C-4AC6-A24F-0877AD266B8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13" name="Graphic 112" descr="Close with solid fill">
              <a:extLst>
                <a:ext uri="{FF2B5EF4-FFF2-40B4-BE49-F238E27FC236}">
                  <a16:creationId xmlns:a16="http://schemas.microsoft.com/office/drawing/2014/main" id="{28DD8D27-14CC-4E58-B45C-C2DC9F248CB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14" name="Graphic 113" descr="Close with solid fill">
              <a:extLst>
                <a:ext uri="{FF2B5EF4-FFF2-40B4-BE49-F238E27FC236}">
                  <a16:creationId xmlns:a16="http://schemas.microsoft.com/office/drawing/2014/main" id="{692780C0-5433-4B57-9BD5-3FB819C753A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15" name="Graphic 114" descr="Close with solid fill">
              <a:extLst>
                <a:ext uri="{FF2B5EF4-FFF2-40B4-BE49-F238E27FC236}">
                  <a16:creationId xmlns:a16="http://schemas.microsoft.com/office/drawing/2014/main" id="{CC831C8B-90E3-4B79-BC08-98DF35DFA9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16" name="Graphic 115" descr="Close with solid fill">
              <a:extLst>
                <a:ext uri="{FF2B5EF4-FFF2-40B4-BE49-F238E27FC236}">
                  <a16:creationId xmlns:a16="http://schemas.microsoft.com/office/drawing/2014/main" id="{C8BB33C4-BC13-4654-8B59-CD05B850ED9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17" name="Graphic 116" descr="Close with solid fill">
              <a:extLst>
                <a:ext uri="{FF2B5EF4-FFF2-40B4-BE49-F238E27FC236}">
                  <a16:creationId xmlns:a16="http://schemas.microsoft.com/office/drawing/2014/main" id="{0EB8CC13-DFD7-41DA-8C4D-EE2BF09CA97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8" name="Graphic 117" descr="Close with solid fill">
              <a:extLst>
                <a:ext uri="{FF2B5EF4-FFF2-40B4-BE49-F238E27FC236}">
                  <a16:creationId xmlns:a16="http://schemas.microsoft.com/office/drawing/2014/main" id="{6D7FF995-00A7-492E-96B7-461670258B6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54" name="SPG Commodity Insights Black Small">
            <a:extLst>
              <a:ext uri="{FF2B5EF4-FFF2-40B4-BE49-F238E27FC236}">
                <a16:creationId xmlns:a16="http://schemas.microsoft.com/office/drawing/2014/main" id="{007DA517-91F7-4943-933B-600AAC87705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4010935877"/>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ent + Image/Ic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AD3F0-575D-4B1E-8B9F-7FAAA4AFFB13}"/>
              </a:ext>
            </a:extLst>
          </p:cNvPr>
          <p:cNvSpPr/>
          <p:nvPr/>
        </p:nvSpPr>
        <p:spPr>
          <a:xfrm>
            <a:off x="4572000" y="0"/>
            <a:ext cx="457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CFCD18A2-BC57-40BB-A181-401A69AFA02C}"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bg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8" name="Title 7">
            <a:extLst>
              <a:ext uri="{FF2B5EF4-FFF2-40B4-BE49-F238E27FC236}">
                <a16:creationId xmlns:a16="http://schemas.microsoft.com/office/drawing/2014/main" id="{BA62C50B-A5F2-4BDC-B21D-EF6C08A95540}"/>
              </a:ext>
            </a:extLst>
          </p:cNvPr>
          <p:cNvSpPr>
            <a:spLocks noGrp="1"/>
          </p:cNvSpPr>
          <p:nvPr>
            <p:ph type="title" hasCustomPrompt="1"/>
          </p:nvPr>
        </p:nvSpPr>
        <p:spPr>
          <a:xfrm>
            <a:off x="425279" y="652074"/>
            <a:ext cx="3758184" cy="402336"/>
          </a:xfrm>
        </p:spPr>
        <p:txBody>
          <a:bodyPr/>
          <a:lstStyle/>
          <a:p>
            <a:r>
              <a:rPr lang="en-US"/>
              <a:t>[Headline]</a:t>
            </a:r>
          </a:p>
        </p:txBody>
      </p:sp>
      <p:sp>
        <p:nvSpPr>
          <p:cNvPr id="12" name="Subtitle">
            <a:extLst>
              <a:ext uri="{FF2B5EF4-FFF2-40B4-BE49-F238E27FC236}">
                <a16:creationId xmlns:a16="http://schemas.microsoft.com/office/drawing/2014/main" id="{AC8B53C8-3DBD-4EA8-9392-FBE2E351CD6D}"/>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3" name="Content Placeholder 12">
            <a:extLst>
              <a:ext uri="{FF2B5EF4-FFF2-40B4-BE49-F238E27FC236}">
                <a16:creationId xmlns:a16="http://schemas.microsoft.com/office/drawing/2014/main" id="{AC70B75C-DFD7-48C8-92F1-ADC8F3A718F9}"/>
              </a:ext>
            </a:extLst>
          </p:cNvPr>
          <p:cNvSpPr>
            <a:spLocks noGrp="1"/>
          </p:cNvSpPr>
          <p:nvPr>
            <p:ph sz="quarter" idx="16" hasCustomPrompt="1"/>
          </p:nvPr>
        </p:nvSpPr>
        <p:spPr>
          <a:xfrm>
            <a:off x="425279" y="1955800"/>
            <a:ext cx="3758184" cy="4249738"/>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4F90018B-6ACC-43FE-9482-22D4B889F599}"/>
              </a:ext>
            </a:extLst>
          </p:cNvPr>
          <p:cNvSpPr>
            <a:spLocks noGrp="1"/>
          </p:cNvSpPr>
          <p:nvPr>
            <p:ph type="pic" sz="quarter" idx="17" hasCustomPrompt="1"/>
          </p:nvPr>
        </p:nvSpPr>
        <p:spPr>
          <a:xfrm>
            <a:off x="4955382" y="647700"/>
            <a:ext cx="3770710" cy="5557838"/>
          </a:xfrm>
        </p:spPr>
        <p:txBody>
          <a:bodyPr anchor="ctr"/>
          <a:lstStyle>
            <a:lvl1pPr marL="0" indent="0" algn="ctr">
              <a:buNone/>
              <a:defRPr>
                <a:solidFill>
                  <a:schemeClr val="bg1"/>
                </a:solidFill>
              </a:defRPr>
            </a:lvl1pPr>
          </a:lstStyle>
          <a:p>
            <a:r>
              <a:rPr lang="en-US"/>
              <a:t>[Add Graphic]</a:t>
            </a:r>
          </a:p>
        </p:txBody>
      </p:sp>
      <p:sp>
        <p:nvSpPr>
          <p:cNvPr id="11" name="Text Placeholder 11">
            <a:extLst>
              <a:ext uri="{FF2B5EF4-FFF2-40B4-BE49-F238E27FC236}">
                <a16:creationId xmlns:a16="http://schemas.microsoft.com/office/drawing/2014/main" id="{C1652EBB-571E-475B-B553-39FE471E0400}"/>
              </a:ext>
            </a:extLst>
          </p:cNvPr>
          <p:cNvSpPr>
            <a:spLocks noGrp="1"/>
          </p:cNvSpPr>
          <p:nvPr>
            <p:ph type="body" sz="quarter" idx="15" hasCustomPrompt="1"/>
          </p:nvPr>
        </p:nvSpPr>
        <p:spPr>
          <a:xfrm>
            <a:off x="425280" y="5687045"/>
            <a:ext cx="3758183"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14" name="Rectangle 13">
            <a:extLst>
              <a:ext uri="{FF2B5EF4-FFF2-40B4-BE49-F238E27FC236}">
                <a16:creationId xmlns:a16="http://schemas.microsoft.com/office/drawing/2014/main" id="{56A74643-6F50-43EF-AC47-F1AC1911F6CF}"/>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Tree>
    <p:extLst>
      <p:ext uri="{BB962C8B-B14F-4D97-AF65-F5344CB8AC3E}">
        <p14:creationId xmlns:p14="http://schemas.microsoft.com/office/powerpoint/2010/main" val="4048398963"/>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tent + Photo 1">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4961073" y="0"/>
            <a:ext cx="4182927" cy="6858000"/>
          </a:xfrm>
          <a:blipFill>
            <a:blip r:embed="rId2"/>
            <a:stretch>
              <a:fillRect/>
            </a:stretch>
          </a:blipFill>
        </p:spPr>
        <p:txBody>
          <a:bodyPr anchor="ctr"/>
          <a:lstStyle>
            <a:lvl1pPr marL="0" indent="0" algn="ctr">
              <a:buNone/>
              <a:defRPr>
                <a:solidFill>
                  <a:schemeClr val="bg1"/>
                </a:solidFill>
              </a:defRPr>
            </a:lvl1pPr>
          </a:lstStyle>
          <a:p>
            <a:r>
              <a:rPr lang="en-US"/>
              <a:t>[Insert photo]</a:t>
            </a: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8033BE1F-4CAE-4E0C-9944-8F250F7E19DB}"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bg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7" name="Content Placeholder 6">
            <a:extLst>
              <a:ext uri="{FF2B5EF4-FFF2-40B4-BE49-F238E27FC236}">
                <a16:creationId xmlns:a16="http://schemas.microsoft.com/office/drawing/2014/main" id="{B6ADB806-4287-47DA-AF4C-BB39AE092206}"/>
              </a:ext>
            </a:extLst>
          </p:cNvPr>
          <p:cNvSpPr>
            <a:spLocks noGrp="1"/>
          </p:cNvSpPr>
          <p:nvPr>
            <p:ph sz="quarter" idx="13" hasCustomPrompt="1"/>
          </p:nvPr>
        </p:nvSpPr>
        <p:spPr>
          <a:xfrm>
            <a:off x="425279" y="1956816"/>
            <a:ext cx="3758184" cy="4251960"/>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9" name="Subtitle">
            <a:extLst>
              <a:ext uri="{FF2B5EF4-FFF2-40B4-BE49-F238E27FC236}">
                <a16:creationId xmlns:a16="http://schemas.microsoft.com/office/drawing/2014/main" id="{B8114C82-D1E4-4FD5-9ACC-948ED3D2FCD4}"/>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6" name="Title 5">
            <a:extLst>
              <a:ext uri="{FF2B5EF4-FFF2-40B4-BE49-F238E27FC236}">
                <a16:creationId xmlns:a16="http://schemas.microsoft.com/office/drawing/2014/main" id="{2183BB9D-7E68-4480-8074-01D6B9185584}"/>
              </a:ext>
            </a:extLst>
          </p:cNvPr>
          <p:cNvSpPr>
            <a:spLocks noGrp="1"/>
          </p:cNvSpPr>
          <p:nvPr>
            <p:ph type="title" hasCustomPrompt="1"/>
          </p:nvPr>
        </p:nvSpPr>
        <p:spPr>
          <a:xfrm>
            <a:off x="425279" y="652075"/>
            <a:ext cx="3758184" cy="399879"/>
          </a:xfrm>
        </p:spPr>
        <p:txBody>
          <a:bodyPr/>
          <a:lstStyle/>
          <a:p>
            <a:r>
              <a:rPr lang="en-US"/>
              <a:t>[Headline]</a:t>
            </a:r>
          </a:p>
        </p:txBody>
      </p:sp>
      <p:sp>
        <p:nvSpPr>
          <p:cNvPr id="11" name="Text Placeholder 11">
            <a:extLst>
              <a:ext uri="{FF2B5EF4-FFF2-40B4-BE49-F238E27FC236}">
                <a16:creationId xmlns:a16="http://schemas.microsoft.com/office/drawing/2014/main" id="{69EDE3A3-93BC-435F-86A2-88586877EC9B}"/>
              </a:ext>
            </a:extLst>
          </p:cNvPr>
          <p:cNvSpPr>
            <a:spLocks noGrp="1"/>
          </p:cNvSpPr>
          <p:nvPr>
            <p:ph type="body" sz="quarter" idx="16" hasCustomPrompt="1"/>
          </p:nvPr>
        </p:nvSpPr>
        <p:spPr>
          <a:xfrm>
            <a:off x="425280" y="5687045"/>
            <a:ext cx="3763340"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10" name="Rectangle 9">
            <a:extLst>
              <a:ext uri="{FF2B5EF4-FFF2-40B4-BE49-F238E27FC236}">
                <a16:creationId xmlns:a16="http://schemas.microsoft.com/office/drawing/2014/main" id="{B1580C69-7EEC-439E-AF10-9BA9CF26B3D8}"/>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Tree>
    <p:extLst>
      <p:ext uri="{BB962C8B-B14F-4D97-AF65-F5344CB8AC3E}">
        <p14:creationId xmlns:p14="http://schemas.microsoft.com/office/powerpoint/2010/main" val="3563439109"/>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Picture with Caption">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4B64A38-EFA9-4A39-99F2-74B7B3E3FF14}"/>
              </a:ext>
            </a:extLst>
          </p:cNvPr>
          <p:cNvSpPr>
            <a:spLocks noGrp="1"/>
          </p:cNvSpPr>
          <p:nvPr>
            <p:ph type="pic" idx="1" hasCustomPrompt="1"/>
          </p:nvPr>
        </p:nvSpPr>
        <p:spPr>
          <a:xfrm>
            <a:off x="4953761" y="0"/>
            <a:ext cx="4190238" cy="6858000"/>
          </a:xfrm>
          <a:blipFill>
            <a:blip r:embed="rId2"/>
            <a:stretch>
              <a:fillRect/>
            </a:stretch>
          </a:blipFill>
        </p:spPr>
        <p:txBody>
          <a:bodyPr anchor="ctr"/>
          <a:lstStyle>
            <a:lvl1pPr marL="0" indent="0" algn="ctr">
              <a:buNone/>
              <a:defRPr sz="12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 [Insert photo]</a:t>
            </a:r>
          </a:p>
        </p:txBody>
      </p:sp>
      <p:sp>
        <p:nvSpPr>
          <p:cNvPr id="4" name="Text Placeholder 3">
            <a:extLst>
              <a:ext uri="{FF2B5EF4-FFF2-40B4-BE49-F238E27FC236}">
                <a16:creationId xmlns:a16="http://schemas.microsoft.com/office/drawing/2014/main" id="{39A104EF-8C7F-4FBE-B54B-0BD9A26ABAF3}"/>
              </a:ext>
            </a:extLst>
          </p:cNvPr>
          <p:cNvSpPr>
            <a:spLocks noGrp="1"/>
          </p:cNvSpPr>
          <p:nvPr>
            <p:ph type="body" sz="half" idx="2" hasCustomPrompt="1"/>
          </p:nvPr>
        </p:nvSpPr>
        <p:spPr>
          <a:xfrm>
            <a:off x="425279" y="2257622"/>
            <a:ext cx="3824063" cy="3943585"/>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en-US"/>
              <a:t>[Click to add content]</a:t>
            </a:r>
          </a:p>
        </p:txBody>
      </p:sp>
      <p:sp>
        <p:nvSpPr>
          <p:cNvPr id="5" name="Date Placeholder 4">
            <a:extLst>
              <a:ext uri="{FF2B5EF4-FFF2-40B4-BE49-F238E27FC236}">
                <a16:creationId xmlns:a16="http://schemas.microsoft.com/office/drawing/2014/main" id="{551043C8-8B93-427A-B1E9-91B8B594F153}"/>
              </a:ext>
            </a:extLst>
          </p:cNvPr>
          <p:cNvSpPr>
            <a:spLocks noGrp="1"/>
          </p:cNvSpPr>
          <p:nvPr>
            <p:ph type="dt" sz="half" idx="10"/>
          </p:nvPr>
        </p:nvSpPr>
        <p:spPr/>
        <p:txBody>
          <a:bodyPr/>
          <a:lstStyle/>
          <a:p>
            <a:fld id="{66315B66-382B-41E5-9D02-95F0A1609732}" type="datetime4">
              <a:rPr lang="en-US" smtClean="0"/>
              <a:t>August 13, 2025</a:t>
            </a:fld>
            <a:endParaRPr lang="en-US"/>
          </a:p>
        </p:txBody>
      </p:sp>
      <p:sp>
        <p:nvSpPr>
          <p:cNvPr id="6" name="Footer Placeholder 5">
            <a:extLst>
              <a:ext uri="{FF2B5EF4-FFF2-40B4-BE49-F238E27FC236}">
                <a16:creationId xmlns:a16="http://schemas.microsoft.com/office/drawing/2014/main" id="{4E38E192-3F9A-45D3-ACFB-FAC89A71B2A1}"/>
              </a:ext>
            </a:extLst>
          </p:cNvPr>
          <p:cNvSpPr>
            <a:spLocks noGrp="1"/>
          </p:cNvSpPr>
          <p:nvPr>
            <p:ph type="ftr" sz="quarter" idx="11"/>
          </p:nvPr>
        </p:nvSpPr>
        <p:spPr/>
        <p:txBody>
          <a:bodyPr/>
          <a:lstStyle/>
          <a:p>
            <a:r>
              <a:rPr lang="en-US"/>
              <a:t>S&amp;P Global Commodity Insights – Internal Use Only</a:t>
            </a:r>
          </a:p>
        </p:txBody>
      </p:sp>
      <p:sp>
        <p:nvSpPr>
          <p:cNvPr id="7" name="Slide Number Placeholder 6">
            <a:extLst>
              <a:ext uri="{FF2B5EF4-FFF2-40B4-BE49-F238E27FC236}">
                <a16:creationId xmlns:a16="http://schemas.microsoft.com/office/drawing/2014/main" id="{88725343-4115-4C36-929A-12123083C5EF}"/>
              </a:ext>
            </a:extLst>
          </p:cNvPr>
          <p:cNvSpPr>
            <a:spLocks noGrp="1"/>
          </p:cNvSpPr>
          <p:nvPr>
            <p:ph type="sldNum" sz="quarter" idx="12"/>
          </p:nvPr>
        </p:nvSpPr>
        <p:spPr/>
        <p:txBody>
          <a:bodyPr/>
          <a:lstStyle/>
          <a:p>
            <a:fld id="{5C0461DF-BA7E-4A6E-8E65-15AD0484CCD9}" type="slidenum">
              <a:rPr lang="en-US" smtClean="0"/>
              <a:t>‹#›</a:t>
            </a:fld>
            <a:endParaRPr lang="en-US"/>
          </a:p>
        </p:txBody>
      </p:sp>
      <p:sp>
        <p:nvSpPr>
          <p:cNvPr id="8" name="Title 7">
            <a:extLst>
              <a:ext uri="{FF2B5EF4-FFF2-40B4-BE49-F238E27FC236}">
                <a16:creationId xmlns:a16="http://schemas.microsoft.com/office/drawing/2014/main" id="{18CCE458-F83E-44C2-B2F1-F53F7D8532E8}"/>
              </a:ext>
            </a:extLst>
          </p:cNvPr>
          <p:cNvSpPr>
            <a:spLocks noGrp="1"/>
          </p:cNvSpPr>
          <p:nvPr>
            <p:ph type="title" hasCustomPrompt="1"/>
          </p:nvPr>
        </p:nvSpPr>
        <p:spPr>
          <a:xfrm>
            <a:off x="425280" y="570074"/>
            <a:ext cx="3819905" cy="1385726"/>
          </a:xfrm>
          <a:prstGeom prst="rect">
            <a:avLst/>
          </a:prstGeom>
        </p:spPr>
        <p:txBody>
          <a:bodyPr anchor="b"/>
          <a:lstStyle/>
          <a:p>
            <a:r>
              <a:rPr lang="en-US"/>
              <a:t>[Headline]</a:t>
            </a:r>
          </a:p>
        </p:txBody>
      </p:sp>
      <p:cxnSp>
        <p:nvCxnSpPr>
          <p:cNvPr id="15" name="Straight Connector 14">
            <a:extLst>
              <a:ext uri="{FF2B5EF4-FFF2-40B4-BE49-F238E27FC236}">
                <a16:creationId xmlns:a16="http://schemas.microsoft.com/office/drawing/2014/main" id="{15D256FB-1CFC-42B7-BE62-7F49A482A929}"/>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6019D0E-FF32-459E-97E4-9BB716B7A631}"/>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C383DF4-34AF-4B3C-A154-D199CB5156F0}"/>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sp>
        <p:nvSpPr>
          <p:cNvPr id="20" name="TextBox 19">
            <a:extLst>
              <a:ext uri="{FF2B5EF4-FFF2-40B4-BE49-F238E27FC236}">
                <a16:creationId xmlns:a16="http://schemas.microsoft.com/office/drawing/2014/main" id="{6DE34798-F2B1-4980-95F7-C1599F3B7D4C}"/>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grpSp>
        <p:nvGrpSpPr>
          <p:cNvPr id="73" name="Group 72">
            <a:extLst>
              <a:ext uri="{FF2B5EF4-FFF2-40B4-BE49-F238E27FC236}">
                <a16:creationId xmlns:a16="http://schemas.microsoft.com/office/drawing/2014/main" id="{607467C2-B91E-41AB-BA5E-261BD2637B37}"/>
              </a:ext>
            </a:extLst>
          </p:cNvPr>
          <p:cNvGrpSpPr/>
          <p:nvPr/>
        </p:nvGrpSpPr>
        <p:grpSpPr>
          <a:xfrm>
            <a:off x="9144747" y="647701"/>
            <a:ext cx="104748" cy="5046663"/>
            <a:chOff x="12192996" y="647700"/>
            <a:chExt cx="139664" cy="5046663"/>
          </a:xfrm>
        </p:grpSpPr>
        <p:cxnSp>
          <p:nvCxnSpPr>
            <p:cNvPr id="74" name="Straight Connector 73">
              <a:extLst>
                <a:ext uri="{FF2B5EF4-FFF2-40B4-BE49-F238E27FC236}">
                  <a16:creationId xmlns:a16="http://schemas.microsoft.com/office/drawing/2014/main" id="{2DF21283-8F19-4BB7-98FF-C9FBF6E276A5}"/>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5E94881C-C047-4686-98D9-FA9563CA33CA}"/>
                </a:ext>
              </a:extLst>
            </p:cNvPr>
            <p:cNvGrpSpPr/>
            <p:nvPr/>
          </p:nvGrpSpPr>
          <p:grpSpPr>
            <a:xfrm>
              <a:off x="12202508" y="647700"/>
              <a:ext cx="130152" cy="5046663"/>
              <a:chOff x="12202508" y="647700"/>
              <a:chExt cx="130152" cy="5046663"/>
            </a:xfrm>
          </p:grpSpPr>
          <p:cxnSp>
            <p:nvCxnSpPr>
              <p:cNvPr id="76" name="Straight Connector 75">
                <a:extLst>
                  <a:ext uri="{FF2B5EF4-FFF2-40B4-BE49-F238E27FC236}">
                    <a16:creationId xmlns:a16="http://schemas.microsoft.com/office/drawing/2014/main" id="{6998B2EF-E7DD-4D13-8920-7BA654D235A6}"/>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4849C8C9-6B17-4EF5-8974-7D79D6A896CA}"/>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D542EE6-DD72-4212-878D-2DC9A523C75C}"/>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9D36CC9-C44F-4F31-91B1-6F6183D9096B}"/>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FCF9EAC1-0269-4115-98BF-A8695F5EEEE6}"/>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1" name="Group 80">
            <a:extLst>
              <a:ext uri="{FF2B5EF4-FFF2-40B4-BE49-F238E27FC236}">
                <a16:creationId xmlns:a16="http://schemas.microsoft.com/office/drawing/2014/main" id="{5A1B023F-3FFB-4432-A637-0087742169AC}"/>
              </a:ext>
            </a:extLst>
          </p:cNvPr>
          <p:cNvGrpSpPr/>
          <p:nvPr/>
        </p:nvGrpSpPr>
        <p:grpSpPr>
          <a:xfrm>
            <a:off x="-97614" y="647701"/>
            <a:ext cx="97614" cy="5046663"/>
            <a:chOff x="-130152" y="647700"/>
            <a:chExt cx="130152" cy="5046663"/>
          </a:xfrm>
        </p:grpSpPr>
        <p:cxnSp>
          <p:nvCxnSpPr>
            <p:cNvPr id="82" name="Straight Connector 81">
              <a:extLst>
                <a:ext uri="{FF2B5EF4-FFF2-40B4-BE49-F238E27FC236}">
                  <a16:creationId xmlns:a16="http://schemas.microsoft.com/office/drawing/2014/main" id="{E9157ACD-A708-446E-BA08-8ABA138452F1}"/>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35FEBBB-6FF4-4962-A5D1-9492720A09A2}"/>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1B6C3A59-2A6C-4FA0-8ACD-FA252B97E943}"/>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A26BCAC7-CEA8-442F-A559-3F4E44BDC1E1}"/>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9943CB7D-FCF0-48F4-BEA7-B94F8532516B}"/>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8AE0A84-25B5-483F-9FC6-D34178F270FE}"/>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9" name="Group 88">
            <a:extLst>
              <a:ext uri="{FF2B5EF4-FFF2-40B4-BE49-F238E27FC236}">
                <a16:creationId xmlns:a16="http://schemas.microsoft.com/office/drawing/2014/main" id="{0B643A0A-DDE6-4A58-8121-C422A7300B85}"/>
              </a:ext>
            </a:extLst>
          </p:cNvPr>
          <p:cNvGrpSpPr/>
          <p:nvPr/>
        </p:nvGrpSpPr>
        <p:grpSpPr>
          <a:xfrm>
            <a:off x="-994" y="6871034"/>
            <a:ext cx="9144000" cy="143299"/>
            <a:chOff x="-1325" y="6871033"/>
            <a:chExt cx="12192000" cy="143299"/>
          </a:xfrm>
        </p:grpSpPr>
        <p:sp>
          <p:nvSpPr>
            <p:cNvPr id="90" name="Rectangle 89">
              <a:extLst>
                <a:ext uri="{FF2B5EF4-FFF2-40B4-BE49-F238E27FC236}">
                  <a16:creationId xmlns:a16="http://schemas.microsoft.com/office/drawing/2014/main" id="{08D1AA8E-DBB0-4C4B-AE6B-EE691E847CDC}"/>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91" name="Rectangle 90">
              <a:extLst>
                <a:ext uri="{FF2B5EF4-FFF2-40B4-BE49-F238E27FC236}">
                  <a16:creationId xmlns:a16="http://schemas.microsoft.com/office/drawing/2014/main" id="{A4EABDD5-9D53-41BE-84E2-0DAC76779421}"/>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92" name="Rectangle 91">
            <a:extLst>
              <a:ext uri="{FF2B5EF4-FFF2-40B4-BE49-F238E27FC236}">
                <a16:creationId xmlns:a16="http://schemas.microsoft.com/office/drawing/2014/main" id="{8161154C-724E-4877-AFF8-FAD67B3FCA26}"/>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7" name="Rectangle 66">
            <a:extLst>
              <a:ext uri="{FF2B5EF4-FFF2-40B4-BE49-F238E27FC236}">
                <a16:creationId xmlns:a16="http://schemas.microsoft.com/office/drawing/2014/main" id="{F4A58843-23D3-4734-AFEA-B414D4E09D9C}"/>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8" name="Group 67">
            <a:extLst>
              <a:ext uri="{FF2B5EF4-FFF2-40B4-BE49-F238E27FC236}">
                <a16:creationId xmlns:a16="http://schemas.microsoft.com/office/drawing/2014/main" id="{9D8E272B-3C66-4E7D-A0E4-4A06273C3A41}"/>
              </a:ext>
            </a:extLst>
          </p:cNvPr>
          <p:cNvGrpSpPr/>
          <p:nvPr/>
        </p:nvGrpSpPr>
        <p:grpSpPr>
          <a:xfrm>
            <a:off x="9192986" y="1051487"/>
            <a:ext cx="954405" cy="3085386"/>
            <a:chOff x="12257314" y="1051487"/>
            <a:chExt cx="1272540" cy="3085386"/>
          </a:xfrm>
        </p:grpSpPr>
        <p:sp>
          <p:nvSpPr>
            <p:cNvPr id="69" name="Rectangle 68">
              <a:extLst>
                <a:ext uri="{FF2B5EF4-FFF2-40B4-BE49-F238E27FC236}">
                  <a16:creationId xmlns:a16="http://schemas.microsoft.com/office/drawing/2014/main" id="{336FE848-CA52-4854-BF6B-285DAE372E01}"/>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0" name="TextBox 69">
              <a:extLst>
                <a:ext uri="{FF2B5EF4-FFF2-40B4-BE49-F238E27FC236}">
                  <a16:creationId xmlns:a16="http://schemas.microsoft.com/office/drawing/2014/main" id="{17EA3C61-3BB1-44BD-91C7-7050576C0201}"/>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71" name="Freeform: Shape 70">
              <a:extLst>
                <a:ext uri="{FF2B5EF4-FFF2-40B4-BE49-F238E27FC236}">
                  <a16:creationId xmlns:a16="http://schemas.microsoft.com/office/drawing/2014/main" id="{9FC8BCE3-3CCD-45B7-92D2-066591836916}"/>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2" name="TextBox 71">
              <a:extLst>
                <a:ext uri="{FF2B5EF4-FFF2-40B4-BE49-F238E27FC236}">
                  <a16:creationId xmlns:a16="http://schemas.microsoft.com/office/drawing/2014/main" id="{20B7941B-A3DF-4B81-9BED-4DAD101ECB21}"/>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27" name="Freeform: Shape 126">
              <a:extLst>
                <a:ext uri="{FF2B5EF4-FFF2-40B4-BE49-F238E27FC236}">
                  <a16:creationId xmlns:a16="http://schemas.microsoft.com/office/drawing/2014/main" id="{1D1CF571-F47A-4F28-8B73-4E37C1B1039D}"/>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8" name="Freeform: Shape 127">
              <a:extLst>
                <a:ext uri="{FF2B5EF4-FFF2-40B4-BE49-F238E27FC236}">
                  <a16:creationId xmlns:a16="http://schemas.microsoft.com/office/drawing/2014/main" id="{2A056D20-5052-460E-9F0C-73C6EBB5B408}"/>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9" name="TextBox 128">
              <a:extLst>
                <a:ext uri="{FF2B5EF4-FFF2-40B4-BE49-F238E27FC236}">
                  <a16:creationId xmlns:a16="http://schemas.microsoft.com/office/drawing/2014/main" id="{09B34095-1465-47A1-AB1D-80BE93CEE138}"/>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30" name="Picture 129">
              <a:extLst>
                <a:ext uri="{FF2B5EF4-FFF2-40B4-BE49-F238E27FC236}">
                  <a16:creationId xmlns:a16="http://schemas.microsoft.com/office/drawing/2014/main" id="{4D13E51C-896C-433B-A5FF-883F9EE43E4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31" name="Rectangle 130">
              <a:extLst>
                <a:ext uri="{FF2B5EF4-FFF2-40B4-BE49-F238E27FC236}">
                  <a16:creationId xmlns:a16="http://schemas.microsoft.com/office/drawing/2014/main" id="{2B5AB5CC-90AD-42C7-BB73-F0FCD761B14B}"/>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32" name="Rectangle 131">
              <a:extLst>
                <a:ext uri="{FF2B5EF4-FFF2-40B4-BE49-F238E27FC236}">
                  <a16:creationId xmlns:a16="http://schemas.microsoft.com/office/drawing/2014/main" id="{F76CE769-2BEB-48C1-8CA7-391FEF864E0E}"/>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33" name="Rectangle 132">
              <a:extLst>
                <a:ext uri="{FF2B5EF4-FFF2-40B4-BE49-F238E27FC236}">
                  <a16:creationId xmlns:a16="http://schemas.microsoft.com/office/drawing/2014/main" id="{077D9859-C0B2-44E0-AD1D-FD26733D83D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34" name="Rectangle 133">
              <a:extLst>
                <a:ext uri="{FF2B5EF4-FFF2-40B4-BE49-F238E27FC236}">
                  <a16:creationId xmlns:a16="http://schemas.microsoft.com/office/drawing/2014/main" id="{DEEC4F13-D7A2-4001-8418-B83179B919BC}"/>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35" name="Group 134">
              <a:extLst>
                <a:ext uri="{FF2B5EF4-FFF2-40B4-BE49-F238E27FC236}">
                  <a16:creationId xmlns:a16="http://schemas.microsoft.com/office/drawing/2014/main" id="{148C427F-D272-44D2-834F-6DFEDD02BC23}"/>
                </a:ext>
              </a:extLst>
            </p:cNvPr>
            <p:cNvGrpSpPr/>
            <p:nvPr/>
          </p:nvGrpSpPr>
          <p:grpSpPr>
            <a:xfrm>
              <a:off x="12364752" y="2345932"/>
              <a:ext cx="1055431" cy="88186"/>
              <a:chOff x="914335" y="6913770"/>
              <a:chExt cx="1109884" cy="100584"/>
            </a:xfrm>
            <a:noFill/>
          </p:grpSpPr>
          <p:sp>
            <p:nvSpPr>
              <p:cNvPr id="146" name="Rectangle 145">
                <a:extLst>
                  <a:ext uri="{FF2B5EF4-FFF2-40B4-BE49-F238E27FC236}">
                    <a16:creationId xmlns:a16="http://schemas.microsoft.com/office/drawing/2014/main" id="{B59A0478-6E49-4D98-84A6-0961262102CA}"/>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47" name="Rectangle 146">
                <a:extLst>
                  <a:ext uri="{FF2B5EF4-FFF2-40B4-BE49-F238E27FC236}">
                    <a16:creationId xmlns:a16="http://schemas.microsoft.com/office/drawing/2014/main" id="{047D932A-A694-4519-991D-D97DF9B57751}"/>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48" name="Rectangle 147">
                <a:extLst>
                  <a:ext uri="{FF2B5EF4-FFF2-40B4-BE49-F238E27FC236}">
                    <a16:creationId xmlns:a16="http://schemas.microsoft.com/office/drawing/2014/main" id="{EF0F7CF1-686F-4EFD-9629-02F26E004698}"/>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49" name="Rectangle 148">
                <a:extLst>
                  <a:ext uri="{FF2B5EF4-FFF2-40B4-BE49-F238E27FC236}">
                    <a16:creationId xmlns:a16="http://schemas.microsoft.com/office/drawing/2014/main" id="{22E9D753-0937-4FE5-92CB-35E8294FE0D7}"/>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50" name="Rectangle 149">
                <a:extLst>
                  <a:ext uri="{FF2B5EF4-FFF2-40B4-BE49-F238E27FC236}">
                    <a16:creationId xmlns:a16="http://schemas.microsoft.com/office/drawing/2014/main" id="{EB74A8B5-691E-4537-93E2-370CC74938DB}"/>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51" name="Rectangle 150">
                <a:extLst>
                  <a:ext uri="{FF2B5EF4-FFF2-40B4-BE49-F238E27FC236}">
                    <a16:creationId xmlns:a16="http://schemas.microsoft.com/office/drawing/2014/main" id="{14EB5F14-E487-4F32-8AC6-D97F77A31298}"/>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52" name="Rectangle 151">
                <a:extLst>
                  <a:ext uri="{FF2B5EF4-FFF2-40B4-BE49-F238E27FC236}">
                    <a16:creationId xmlns:a16="http://schemas.microsoft.com/office/drawing/2014/main" id="{B14AA409-2A6D-429A-8B33-013EA09DB1C9}"/>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53" name="Rectangle 152">
                <a:extLst>
                  <a:ext uri="{FF2B5EF4-FFF2-40B4-BE49-F238E27FC236}">
                    <a16:creationId xmlns:a16="http://schemas.microsoft.com/office/drawing/2014/main" id="{A4D87BE8-9941-49E5-91EA-E3E08FDCE28A}"/>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54" name="Rectangle 153">
                <a:extLst>
                  <a:ext uri="{FF2B5EF4-FFF2-40B4-BE49-F238E27FC236}">
                    <a16:creationId xmlns:a16="http://schemas.microsoft.com/office/drawing/2014/main" id="{32370BFA-8320-4D7F-BA0E-9C1BF1E084BC}"/>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55" name="Rectangle 154">
                <a:extLst>
                  <a:ext uri="{FF2B5EF4-FFF2-40B4-BE49-F238E27FC236}">
                    <a16:creationId xmlns:a16="http://schemas.microsoft.com/office/drawing/2014/main" id="{23014EB0-DB7C-481D-A3CA-6980C7543961}"/>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36" name="Graphic 135" descr="Close with solid fill">
              <a:extLst>
                <a:ext uri="{FF2B5EF4-FFF2-40B4-BE49-F238E27FC236}">
                  <a16:creationId xmlns:a16="http://schemas.microsoft.com/office/drawing/2014/main" id="{20B51798-AF78-4078-9746-D3424A92106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37" name="Graphic 136" descr="Close with solid fill">
              <a:extLst>
                <a:ext uri="{FF2B5EF4-FFF2-40B4-BE49-F238E27FC236}">
                  <a16:creationId xmlns:a16="http://schemas.microsoft.com/office/drawing/2014/main" id="{BE032418-92A1-4E1A-8C09-A3D216178FA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38" name="Graphic 137" descr="Close with solid fill">
              <a:extLst>
                <a:ext uri="{FF2B5EF4-FFF2-40B4-BE49-F238E27FC236}">
                  <a16:creationId xmlns:a16="http://schemas.microsoft.com/office/drawing/2014/main" id="{905A376A-9A3D-4C3A-9C9C-738E9C12025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39" name="Graphic 138" descr="Close with solid fill">
              <a:extLst>
                <a:ext uri="{FF2B5EF4-FFF2-40B4-BE49-F238E27FC236}">
                  <a16:creationId xmlns:a16="http://schemas.microsoft.com/office/drawing/2014/main" id="{B25CCDCC-346E-4A47-87C4-F6846327D72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40" name="Graphic 139" descr="Close with solid fill">
              <a:extLst>
                <a:ext uri="{FF2B5EF4-FFF2-40B4-BE49-F238E27FC236}">
                  <a16:creationId xmlns:a16="http://schemas.microsoft.com/office/drawing/2014/main" id="{6E24AC98-79D8-4568-9A1C-A55249435BA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41" name="Graphic 140" descr="Close with solid fill">
              <a:extLst>
                <a:ext uri="{FF2B5EF4-FFF2-40B4-BE49-F238E27FC236}">
                  <a16:creationId xmlns:a16="http://schemas.microsoft.com/office/drawing/2014/main" id="{5A2E6131-42EA-4489-815F-FBF80F1E32C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42" name="Graphic 141" descr="Close with solid fill">
              <a:extLst>
                <a:ext uri="{FF2B5EF4-FFF2-40B4-BE49-F238E27FC236}">
                  <a16:creationId xmlns:a16="http://schemas.microsoft.com/office/drawing/2014/main" id="{28CDE807-7922-48F9-AC2E-C583539356A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43" name="Graphic 142" descr="Close with solid fill">
              <a:extLst>
                <a:ext uri="{FF2B5EF4-FFF2-40B4-BE49-F238E27FC236}">
                  <a16:creationId xmlns:a16="http://schemas.microsoft.com/office/drawing/2014/main" id="{EB4DA3CB-8A65-4425-9F20-1DB51B5C0C4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44" name="Graphic 143" descr="Close with solid fill">
              <a:extLst>
                <a:ext uri="{FF2B5EF4-FFF2-40B4-BE49-F238E27FC236}">
                  <a16:creationId xmlns:a16="http://schemas.microsoft.com/office/drawing/2014/main" id="{DCE5CBE6-5A5C-41FA-A939-E25CD0CA77C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45" name="Graphic 144" descr="Close with solid fill">
              <a:extLst>
                <a:ext uri="{FF2B5EF4-FFF2-40B4-BE49-F238E27FC236}">
                  <a16:creationId xmlns:a16="http://schemas.microsoft.com/office/drawing/2014/main" id="{29CCB93B-D43D-410C-A947-C02E98E8D01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pic>
        <p:nvPicPr>
          <p:cNvPr id="88" name="SPG Commodity Insights Red White Small">
            <a:extLst>
              <a:ext uri="{FF2B5EF4-FFF2-40B4-BE49-F238E27FC236}">
                <a16:creationId xmlns:a16="http://schemas.microsoft.com/office/drawing/2014/main" id="{D74D714F-83B2-4EF1-9E0B-A623BFB5F9F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931315218"/>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Tinted Background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233969-EFEE-4396-B837-BF0AD16982D4}"/>
              </a:ext>
            </a:extLst>
          </p:cNvPr>
          <p:cNvSpPr/>
          <p:nvPr/>
        </p:nvSpPr>
        <p:spPr>
          <a:xfrm>
            <a:off x="169769" y="239406"/>
            <a:ext cx="8804462" cy="6379191"/>
          </a:xfrm>
          <a:prstGeom prst="rect">
            <a:avLst/>
          </a:prstGeom>
          <a:solidFill>
            <a:schemeClr val="accent4">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 name="Title 1">
            <a:extLst>
              <a:ext uri="{FF2B5EF4-FFF2-40B4-BE49-F238E27FC236}">
                <a16:creationId xmlns:a16="http://schemas.microsoft.com/office/drawing/2014/main" id="{C6F79257-0F45-4464-B07A-E911EA2D1D14}"/>
              </a:ext>
            </a:extLst>
          </p:cNvPr>
          <p:cNvSpPr>
            <a:spLocks noGrp="1"/>
          </p:cNvSpPr>
          <p:nvPr>
            <p:ph type="title" hasCustomPrompt="1"/>
          </p:nvPr>
        </p:nvSpPr>
        <p:spPr/>
        <p:txBody>
          <a:bodyPr/>
          <a:lstStyle>
            <a:lvl1pPr>
              <a:defRPr/>
            </a:lvl1pPr>
          </a:lstStyle>
          <a:p>
            <a:r>
              <a:rPr lang="en-US"/>
              <a:t>[Headline] Please see footnote on the lower left for single page use</a:t>
            </a:r>
          </a:p>
        </p:txBody>
      </p:sp>
      <p:sp>
        <p:nvSpPr>
          <p:cNvPr id="3" name="Date Placeholder 2">
            <a:extLst>
              <a:ext uri="{FF2B5EF4-FFF2-40B4-BE49-F238E27FC236}">
                <a16:creationId xmlns:a16="http://schemas.microsoft.com/office/drawing/2014/main" id="{03502E2A-C02F-4598-8CA0-4AD588B5AACD}"/>
              </a:ext>
            </a:extLst>
          </p:cNvPr>
          <p:cNvSpPr>
            <a:spLocks noGrp="1"/>
          </p:cNvSpPr>
          <p:nvPr>
            <p:ph type="dt" sz="half" idx="10"/>
          </p:nvPr>
        </p:nvSpPr>
        <p:spPr/>
        <p:txBody>
          <a:bodyPr/>
          <a:lstStyle/>
          <a:p>
            <a:fld id="{E6AFD977-09C8-4620-8D0A-3DA5D2115160}" type="datetime4">
              <a:rPr lang="en-US" smtClean="0"/>
              <a:t>August 13, 2025</a:t>
            </a:fld>
            <a:endParaRPr lang="en-US"/>
          </a:p>
        </p:txBody>
      </p:sp>
      <p:sp>
        <p:nvSpPr>
          <p:cNvPr id="4" name="Footer Placeholder 3">
            <a:extLst>
              <a:ext uri="{FF2B5EF4-FFF2-40B4-BE49-F238E27FC236}">
                <a16:creationId xmlns:a16="http://schemas.microsoft.com/office/drawing/2014/main" id="{C15F89BF-D253-4E07-9541-4D7E855915BE}"/>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1115304F-919C-4F77-BC96-EE9550A9D69E}"/>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8" name="Content Placeholder 2">
            <a:extLst>
              <a:ext uri="{FF2B5EF4-FFF2-40B4-BE49-F238E27FC236}">
                <a16:creationId xmlns:a16="http://schemas.microsoft.com/office/drawing/2014/main" id="{9E396F4C-762F-4940-93E2-9AF0D55B5910}"/>
              </a:ext>
            </a:extLst>
          </p:cNvPr>
          <p:cNvSpPr>
            <a:spLocks noGrp="1"/>
          </p:cNvSpPr>
          <p:nvPr>
            <p:ph idx="1" hasCustomPrompt="1"/>
          </p:nvPr>
        </p:nvSpPr>
        <p:spPr>
          <a:xfrm>
            <a:off x="425279" y="1622425"/>
            <a:ext cx="8298180" cy="4584274"/>
          </a:xfrm>
        </p:spPr>
        <p:txBody>
          <a:bodyPr/>
          <a:lstStyle>
            <a:lvl3pPr>
              <a:spcAft>
                <a:spcPts val="0"/>
              </a:spcAft>
              <a:defRPr/>
            </a:lvl3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FE72DE81-6D31-4EE8-846D-11667A30DC51}"/>
              </a:ext>
            </a:extLst>
          </p:cNvPr>
          <p:cNvGrpSpPr/>
          <p:nvPr/>
        </p:nvGrpSpPr>
        <p:grpSpPr>
          <a:xfrm>
            <a:off x="-994" y="6871034"/>
            <a:ext cx="9144000" cy="143299"/>
            <a:chOff x="-1325" y="6871033"/>
            <a:chExt cx="12192000" cy="143299"/>
          </a:xfrm>
        </p:grpSpPr>
        <p:sp>
          <p:nvSpPr>
            <p:cNvPr id="10" name="Rectangle 9">
              <a:extLst>
                <a:ext uri="{FF2B5EF4-FFF2-40B4-BE49-F238E27FC236}">
                  <a16:creationId xmlns:a16="http://schemas.microsoft.com/office/drawing/2014/main" id="{F423200A-B639-4DFB-B52F-559F1F74B600}"/>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11" name="Rectangle 10">
              <a:extLst>
                <a:ext uri="{FF2B5EF4-FFF2-40B4-BE49-F238E27FC236}">
                  <a16:creationId xmlns:a16="http://schemas.microsoft.com/office/drawing/2014/main" id="{7EC32EDD-78CF-4586-BFD7-75B826A880F9}"/>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12" name="Rectangle 11">
            <a:extLst>
              <a:ext uri="{FF2B5EF4-FFF2-40B4-BE49-F238E27FC236}">
                <a16:creationId xmlns:a16="http://schemas.microsoft.com/office/drawing/2014/main" id="{58549BC5-4805-4624-8EDF-1CC9C2197B5E}"/>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13" name="Group 12">
            <a:extLst>
              <a:ext uri="{FF2B5EF4-FFF2-40B4-BE49-F238E27FC236}">
                <a16:creationId xmlns:a16="http://schemas.microsoft.com/office/drawing/2014/main" id="{7394D1C0-EA2E-4008-A874-1EC0BF574D97}"/>
              </a:ext>
            </a:extLst>
          </p:cNvPr>
          <p:cNvGrpSpPr/>
          <p:nvPr/>
        </p:nvGrpSpPr>
        <p:grpSpPr>
          <a:xfrm>
            <a:off x="9192986" y="1051487"/>
            <a:ext cx="954405" cy="3085386"/>
            <a:chOff x="12257314" y="1051487"/>
            <a:chExt cx="1272540" cy="3085386"/>
          </a:xfrm>
        </p:grpSpPr>
        <p:sp>
          <p:nvSpPr>
            <p:cNvPr id="14" name="Rectangle 13">
              <a:extLst>
                <a:ext uri="{FF2B5EF4-FFF2-40B4-BE49-F238E27FC236}">
                  <a16:creationId xmlns:a16="http://schemas.microsoft.com/office/drawing/2014/main" id="{3A91BD69-4594-4FDA-997A-E65449EA1958}"/>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15" name="TextBox 14">
              <a:extLst>
                <a:ext uri="{FF2B5EF4-FFF2-40B4-BE49-F238E27FC236}">
                  <a16:creationId xmlns:a16="http://schemas.microsoft.com/office/drawing/2014/main" id="{0084D7FA-8C2F-4E17-9AA9-8B0337F4C5D4}"/>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16" name="Freeform: Shape 15">
              <a:extLst>
                <a:ext uri="{FF2B5EF4-FFF2-40B4-BE49-F238E27FC236}">
                  <a16:creationId xmlns:a16="http://schemas.microsoft.com/office/drawing/2014/main" id="{F8525CC7-72BD-405B-A60B-629BFFE0E384}"/>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TextBox 16">
              <a:extLst>
                <a:ext uri="{FF2B5EF4-FFF2-40B4-BE49-F238E27FC236}">
                  <a16:creationId xmlns:a16="http://schemas.microsoft.com/office/drawing/2014/main" id="{B7571622-2029-4FBC-BF6F-9EED626AC1B1}"/>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8" name="Freeform: Shape 17">
              <a:extLst>
                <a:ext uri="{FF2B5EF4-FFF2-40B4-BE49-F238E27FC236}">
                  <a16:creationId xmlns:a16="http://schemas.microsoft.com/office/drawing/2014/main" id="{9974FC87-AC9A-4953-A46E-301C9A5AD70E}"/>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Freeform: Shape 18">
              <a:extLst>
                <a:ext uri="{FF2B5EF4-FFF2-40B4-BE49-F238E27FC236}">
                  <a16:creationId xmlns:a16="http://schemas.microsoft.com/office/drawing/2014/main" id="{0110A7BC-1466-41A7-BA52-A582F79A00D0}"/>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TextBox 19">
              <a:extLst>
                <a:ext uri="{FF2B5EF4-FFF2-40B4-BE49-F238E27FC236}">
                  <a16:creationId xmlns:a16="http://schemas.microsoft.com/office/drawing/2014/main" id="{8A867F2C-00F0-470A-8785-CF2C568B79C7}"/>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21" name="Picture 20">
              <a:extLst>
                <a:ext uri="{FF2B5EF4-FFF2-40B4-BE49-F238E27FC236}">
                  <a16:creationId xmlns:a16="http://schemas.microsoft.com/office/drawing/2014/main" id="{E5AA1475-2D73-42FB-9913-56210F20F09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22" name="Rectangle 21">
              <a:extLst>
                <a:ext uri="{FF2B5EF4-FFF2-40B4-BE49-F238E27FC236}">
                  <a16:creationId xmlns:a16="http://schemas.microsoft.com/office/drawing/2014/main" id="{7A4583F7-4DEB-484F-83A0-8D47A75E7280}"/>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23" name="Rectangle 22">
              <a:extLst>
                <a:ext uri="{FF2B5EF4-FFF2-40B4-BE49-F238E27FC236}">
                  <a16:creationId xmlns:a16="http://schemas.microsoft.com/office/drawing/2014/main" id="{633526BB-F841-4514-A9F1-36B3DBDACEE7}"/>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4" name="Rectangle 23">
              <a:extLst>
                <a:ext uri="{FF2B5EF4-FFF2-40B4-BE49-F238E27FC236}">
                  <a16:creationId xmlns:a16="http://schemas.microsoft.com/office/drawing/2014/main" id="{6F35C634-B648-4DBC-977B-0A5152309B02}"/>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5" name="Rectangle 24">
              <a:extLst>
                <a:ext uri="{FF2B5EF4-FFF2-40B4-BE49-F238E27FC236}">
                  <a16:creationId xmlns:a16="http://schemas.microsoft.com/office/drawing/2014/main" id="{C5D65809-B87C-4240-A59E-109EE00ABDDF}"/>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26" name="Group 25">
              <a:extLst>
                <a:ext uri="{FF2B5EF4-FFF2-40B4-BE49-F238E27FC236}">
                  <a16:creationId xmlns:a16="http://schemas.microsoft.com/office/drawing/2014/main" id="{FC4661DE-667C-4142-BFBA-C579E095FDCA}"/>
                </a:ext>
              </a:extLst>
            </p:cNvPr>
            <p:cNvGrpSpPr/>
            <p:nvPr/>
          </p:nvGrpSpPr>
          <p:grpSpPr>
            <a:xfrm>
              <a:off x="12364752" y="2345932"/>
              <a:ext cx="1055431" cy="88186"/>
              <a:chOff x="914335" y="6913770"/>
              <a:chExt cx="1109884" cy="100584"/>
            </a:xfrm>
            <a:noFill/>
          </p:grpSpPr>
          <p:sp>
            <p:nvSpPr>
              <p:cNvPr id="37" name="Rectangle 36">
                <a:extLst>
                  <a:ext uri="{FF2B5EF4-FFF2-40B4-BE49-F238E27FC236}">
                    <a16:creationId xmlns:a16="http://schemas.microsoft.com/office/drawing/2014/main" id="{946AB15E-BDCA-43B9-B050-B42CCFBD425E}"/>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38" name="Rectangle 37">
                <a:extLst>
                  <a:ext uri="{FF2B5EF4-FFF2-40B4-BE49-F238E27FC236}">
                    <a16:creationId xmlns:a16="http://schemas.microsoft.com/office/drawing/2014/main" id="{F1BEA057-79E7-4EC3-8EBB-67F0573CE908}"/>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39" name="Rectangle 38">
                <a:extLst>
                  <a:ext uri="{FF2B5EF4-FFF2-40B4-BE49-F238E27FC236}">
                    <a16:creationId xmlns:a16="http://schemas.microsoft.com/office/drawing/2014/main" id="{DAEE85BB-CB6B-40EF-A330-B11AE29B408A}"/>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40" name="Rectangle 39">
                <a:extLst>
                  <a:ext uri="{FF2B5EF4-FFF2-40B4-BE49-F238E27FC236}">
                    <a16:creationId xmlns:a16="http://schemas.microsoft.com/office/drawing/2014/main" id="{8E89FDCF-E929-48C0-98F4-22E19A16802D}"/>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41" name="Rectangle 40">
                <a:extLst>
                  <a:ext uri="{FF2B5EF4-FFF2-40B4-BE49-F238E27FC236}">
                    <a16:creationId xmlns:a16="http://schemas.microsoft.com/office/drawing/2014/main" id="{68A15EE0-BEA9-476F-B632-E99CCBB2C7F5}"/>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42" name="Rectangle 41">
                <a:extLst>
                  <a:ext uri="{FF2B5EF4-FFF2-40B4-BE49-F238E27FC236}">
                    <a16:creationId xmlns:a16="http://schemas.microsoft.com/office/drawing/2014/main" id="{810852A6-E8C5-42FB-825F-860DB4A56D5C}"/>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43" name="Rectangle 42">
                <a:extLst>
                  <a:ext uri="{FF2B5EF4-FFF2-40B4-BE49-F238E27FC236}">
                    <a16:creationId xmlns:a16="http://schemas.microsoft.com/office/drawing/2014/main" id="{A7C1FF46-B5AE-4737-857F-B4360EEE37AA}"/>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44" name="Rectangle 43">
                <a:extLst>
                  <a:ext uri="{FF2B5EF4-FFF2-40B4-BE49-F238E27FC236}">
                    <a16:creationId xmlns:a16="http://schemas.microsoft.com/office/drawing/2014/main" id="{81CD1BDA-4069-458D-81D0-BC61409542C8}"/>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45" name="Rectangle 44">
                <a:extLst>
                  <a:ext uri="{FF2B5EF4-FFF2-40B4-BE49-F238E27FC236}">
                    <a16:creationId xmlns:a16="http://schemas.microsoft.com/office/drawing/2014/main" id="{5C88F6A3-3F4B-4AC4-982D-D3A5C1FDA4C3}"/>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46" name="Rectangle 45">
                <a:extLst>
                  <a:ext uri="{FF2B5EF4-FFF2-40B4-BE49-F238E27FC236}">
                    <a16:creationId xmlns:a16="http://schemas.microsoft.com/office/drawing/2014/main" id="{284FA955-892E-445A-8D71-69416B38D350}"/>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27" name="Graphic 26" descr="Close with solid fill">
              <a:extLst>
                <a:ext uri="{FF2B5EF4-FFF2-40B4-BE49-F238E27FC236}">
                  <a16:creationId xmlns:a16="http://schemas.microsoft.com/office/drawing/2014/main" id="{96245744-AF49-4CE4-AFB6-66FC1960FC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28" name="Graphic 27" descr="Close with solid fill">
              <a:extLst>
                <a:ext uri="{FF2B5EF4-FFF2-40B4-BE49-F238E27FC236}">
                  <a16:creationId xmlns:a16="http://schemas.microsoft.com/office/drawing/2014/main" id="{E8194C7F-0BE7-4D7D-8F46-917CDA4D84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29" name="Graphic 28" descr="Close with solid fill">
              <a:extLst>
                <a:ext uri="{FF2B5EF4-FFF2-40B4-BE49-F238E27FC236}">
                  <a16:creationId xmlns:a16="http://schemas.microsoft.com/office/drawing/2014/main" id="{F6D2715F-17CA-4186-A461-28CCC8749C1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30" name="Graphic 29" descr="Close with solid fill">
              <a:extLst>
                <a:ext uri="{FF2B5EF4-FFF2-40B4-BE49-F238E27FC236}">
                  <a16:creationId xmlns:a16="http://schemas.microsoft.com/office/drawing/2014/main" id="{C2133369-C12A-460B-85F0-18B1638FD45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31" name="Graphic 30" descr="Close with solid fill">
              <a:extLst>
                <a:ext uri="{FF2B5EF4-FFF2-40B4-BE49-F238E27FC236}">
                  <a16:creationId xmlns:a16="http://schemas.microsoft.com/office/drawing/2014/main" id="{0AD790A3-B200-4CA3-8144-3255D6ACAFF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32" name="Graphic 31" descr="Close with solid fill">
              <a:extLst>
                <a:ext uri="{FF2B5EF4-FFF2-40B4-BE49-F238E27FC236}">
                  <a16:creationId xmlns:a16="http://schemas.microsoft.com/office/drawing/2014/main" id="{7F467231-C2FF-48DE-9E29-913DE2E0D2B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33" name="Graphic 32" descr="Close with solid fill">
              <a:extLst>
                <a:ext uri="{FF2B5EF4-FFF2-40B4-BE49-F238E27FC236}">
                  <a16:creationId xmlns:a16="http://schemas.microsoft.com/office/drawing/2014/main" id="{9F3357CC-5C53-40A5-A529-BC1B4B7E002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34" name="Graphic 33" descr="Close with solid fill">
              <a:extLst>
                <a:ext uri="{FF2B5EF4-FFF2-40B4-BE49-F238E27FC236}">
                  <a16:creationId xmlns:a16="http://schemas.microsoft.com/office/drawing/2014/main" id="{623625A4-67F0-4F47-BD2B-DFE76CB14D3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35" name="Graphic 34" descr="Close with solid fill">
              <a:extLst>
                <a:ext uri="{FF2B5EF4-FFF2-40B4-BE49-F238E27FC236}">
                  <a16:creationId xmlns:a16="http://schemas.microsoft.com/office/drawing/2014/main" id="{6AD8EA30-9A89-4FD9-AA2D-4626F99C998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36" name="Graphic 35" descr="Close with solid fill">
              <a:extLst>
                <a:ext uri="{FF2B5EF4-FFF2-40B4-BE49-F238E27FC236}">
                  <a16:creationId xmlns:a16="http://schemas.microsoft.com/office/drawing/2014/main" id="{51A2C0D4-371E-4B71-9179-A564FE0F5C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
        <p:nvSpPr>
          <p:cNvPr id="47" name="Rectangle 46">
            <a:extLst>
              <a:ext uri="{FF2B5EF4-FFF2-40B4-BE49-F238E27FC236}">
                <a16:creationId xmlns:a16="http://schemas.microsoft.com/office/drawing/2014/main" id="{EA61A7B3-C4D2-4397-8168-2604119B3D30}"/>
              </a:ext>
            </a:extLst>
          </p:cNvPr>
          <p:cNvSpPr/>
          <p:nvPr/>
        </p:nvSpPr>
        <p:spPr>
          <a:xfrm>
            <a:off x="-1051382" y="5118915"/>
            <a:ext cx="1045949" cy="13658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If this slide is used as a stand-alone slide, please add the logo in all black to the slide. Hold down SHIFT and drag the logo below to the left of the first guideline. </a:t>
            </a:r>
          </a:p>
        </p:txBody>
      </p:sp>
      <p:sp>
        <p:nvSpPr>
          <p:cNvPr id="49" name="Media Placeholder 50">
            <a:extLst>
              <a:ext uri="{FF2B5EF4-FFF2-40B4-BE49-F238E27FC236}">
                <a16:creationId xmlns:a16="http://schemas.microsoft.com/office/drawing/2014/main" id="{BBFE0E77-9273-4E0A-8913-D988E952D4D5}"/>
              </a:ext>
            </a:extLst>
          </p:cNvPr>
          <p:cNvSpPr>
            <a:spLocks noGrp="1"/>
          </p:cNvSpPr>
          <p:nvPr>
            <p:ph type="media" sz="quarter" idx="13" hasCustomPrompt="1"/>
          </p:nvPr>
        </p:nvSpPr>
        <p:spPr>
          <a:xfrm>
            <a:off x="-1030800" y="6042543"/>
            <a:ext cx="1021842" cy="365760"/>
          </a:xfrm>
          <a:blipFill>
            <a:blip r:embed="rId5">
              <a:extLst>
                <a:ext uri="{96DAC541-7B7A-43D3-8B79-37D633B846F1}">
                  <asvg:svgBlip xmlns:asvg="http://schemas.microsoft.com/office/drawing/2016/SVG/main" r:embed="rId6"/>
                </a:ext>
              </a:extLst>
            </a:blip>
            <a:stretch>
              <a:fillRect/>
            </a:stretch>
          </a:blipFill>
        </p:spPr>
        <p:txBody>
          <a:bodyPr/>
          <a:lstStyle>
            <a:lvl1pPr marL="0" indent="0">
              <a:buNone/>
              <a:defRPr sz="100">
                <a:noFill/>
              </a:defRPr>
            </a:lvl1pPr>
          </a:lstStyle>
          <a:p>
            <a:r>
              <a:rPr lang="en-US"/>
              <a:t>.</a:t>
            </a:r>
          </a:p>
        </p:txBody>
      </p:sp>
    </p:spTree>
    <p:extLst>
      <p:ext uri="{BB962C8B-B14F-4D97-AF65-F5344CB8AC3E}">
        <p14:creationId xmlns:p14="http://schemas.microsoft.com/office/powerpoint/2010/main" val="2354213895"/>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inted Background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233969-EFEE-4396-B837-BF0AD16982D4}"/>
              </a:ext>
            </a:extLst>
          </p:cNvPr>
          <p:cNvSpPr/>
          <p:nvPr/>
        </p:nvSpPr>
        <p:spPr>
          <a:xfrm>
            <a:off x="169769" y="239406"/>
            <a:ext cx="8804462" cy="6379191"/>
          </a:xfrm>
          <a:prstGeom prst="rect">
            <a:avLst/>
          </a:prstGeom>
          <a:solidFill>
            <a:schemeClr val="accent3">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 name="Title 1">
            <a:extLst>
              <a:ext uri="{FF2B5EF4-FFF2-40B4-BE49-F238E27FC236}">
                <a16:creationId xmlns:a16="http://schemas.microsoft.com/office/drawing/2014/main" id="{C6F79257-0F45-4464-B07A-E911EA2D1D14}"/>
              </a:ext>
            </a:extLst>
          </p:cNvPr>
          <p:cNvSpPr>
            <a:spLocks noGrp="1"/>
          </p:cNvSpPr>
          <p:nvPr>
            <p:ph type="title" hasCustomPrompt="1"/>
          </p:nvPr>
        </p:nvSpPr>
        <p:spPr/>
        <p:txBody>
          <a:bodyPr/>
          <a:lstStyle/>
          <a:p>
            <a:r>
              <a:rPr lang="en-US"/>
              <a:t>[Headline] Please see footnote on the lower left for single page use</a:t>
            </a:r>
          </a:p>
        </p:txBody>
      </p:sp>
      <p:sp>
        <p:nvSpPr>
          <p:cNvPr id="3" name="Date Placeholder 2">
            <a:extLst>
              <a:ext uri="{FF2B5EF4-FFF2-40B4-BE49-F238E27FC236}">
                <a16:creationId xmlns:a16="http://schemas.microsoft.com/office/drawing/2014/main" id="{03502E2A-C02F-4598-8CA0-4AD588B5AACD}"/>
              </a:ext>
            </a:extLst>
          </p:cNvPr>
          <p:cNvSpPr>
            <a:spLocks noGrp="1"/>
          </p:cNvSpPr>
          <p:nvPr>
            <p:ph type="dt" sz="half" idx="10"/>
          </p:nvPr>
        </p:nvSpPr>
        <p:spPr/>
        <p:txBody>
          <a:bodyPr/>
          <a:lstStyle/>
          <a:p>
            <a:fld id="{A100756F-4510-43F2-8C30-BDC4CADA216E}" type="datetime4">
              <a:rPr lang="en-US" smtClean="0"/>
              <a:t>August 13, 2025</a:t>
            </a:fld>
            <a:endParaRPr lang="en-US"/>
          </a:p>
        </p:txBody>
      </p:sp>
      <p:sp>
        <p:nvSpPr>
          <p:cNvPr id="4" name="Footer Placeholder 3">
            <a:extLst>
              <a:ext uri="{FF2B5EF4-FFF2-40B4-BE49-F238E27FC236}">
                <a16:creationId xmlns:a16="http://schemas.microsoft.com/office/drawing/2014/main" id="{C15F89BF-D253-4E07-9541-4D7E855915BE}"/>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1115304F-919C-4F77-BC96-EE9550A9D69E}"/>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8" name="Content Placeholder 2">
            <a:extLst>
              <a:ext uri="{FF2B5EF4-FFF2-40B4-BE49-F238E27FC236}">
                <a16:creationId xmlns:a16="http://schemas.microsoft.com/office/drawing/2014/main" id="{9E396F4C-762F-4940-93E2-9AF0D55B5910}"/>
              </a:ext>
            </a:extLst>
          </p:cNvPr>
          <p:cNvSpPr>
            <a:spLocks noGrp="1"/>
          </p:cNvSpPr>
          <p:nvPr>
            <p:ph idx="1" hasCustomPrompt="1"/>
          </p:nvPr>
        </p:nvSpPr>
        <p:spPr>
          <a:xfrm>
            <a:off x="425279" y="1622425"/>
            <a:ext cx="8298180" cy="4584274"/>
          </a:xfrm>
        </p:spPr>
        <p:txBody>
          <a:bodyPr/>
          <a:lstStyle>
            <a:lvl3pPr>
              <a:spcAft>
                <a:spcPts val="0"/>
              </a:spcAft>
              <a:defRPr/>
            </a:lvl3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0CF32E41-AE23-4AB8-BBD3-5DDDA8822076}"/>
              </a:ext>
            </a:extLst>
          </p:cNvPr>
          <p:cNvGrpSpPr/>
          <p:nvPr/>
        </p:nvGrpSpPr>
        <p:grpSpPr>
          <a:xfrm>
            <a:off x="-994" y="6871034"/>
            <a:ext cx="9144000" cy="143299"/>
            <a:chOff x="-1325" y="6871033"/>
            <a:chExt cx="12192000" cy="143299"/>
          </a:xfrm>
        </p:grpSpPr>
        <p:sp>
          <p:nvSpPr>
            <p:cNvPr id="10" name="Rectangle 9">
              <a:extLst>
                <a:ext uri="{FF2B5EF4-FFF2-40B4-BE49-F238E27FC236}">
                  <a16:creationId xmlns:a16="http://schemas.microsoft.com/office/drawing/2014/main" id="{8D65E677-89F3-4B6C-872C-D692668457F3}"/>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11" name="Rectangle 10">
              <a:extLst>
                <a:ext uri="{FF2B5EF4-FFF2-40B4-BE49-F238E27FC236}">
                  <a16:creationId xmlns:a16="http://schemas.microsoft.com/office/drawing/2014/main" id="{5AAD7609-768B-4994-B6CF-A145B30EB2B7}"/>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12" name="Rectangle 11">
            <a:extLst>
              <a:ext uri="{FF2B5EF4-FFF2-40B4-BE49-F238E27FC236}">
                <a16:creationId xmlns:a16="http://schemas.microsoft.com/office/drawing/2014/main" id="{81DB13CB-60DC-4D5A-9D53-F9BA0EC24841}"/>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13" name="Group 12">
            <a:extLst>
              <a:ext uri="{FF2B5EF4-FFF2-40B4-BE49-F238E27FC236}">
                <a16:creationId xmlns:a16="http://schemas.microsoft.com/office/drawing/2014/main" id="{968223A6-7FC1-4E90-A0E0-E39F129E0925}"/>
              </a:ext>
            </a:extLst>
          </p:cNvPr>
          <p:cNvGrpSpPr/>
          <p:nvPr/>
        </p:nvGrpSpPr>
        <p:grpSpPr>
          <a:xfrm>
            <a:off x="9192986" y="1051487"/>
            <a:ext cx="954405" cy="3085386"/>
            <a:chOff x="12257314" y="1051487"/>
            <a:chExt cx="1272540" cy="3085386"/>
          </a:xfrm>
        </p:grpSpPr>
        <p:sp>
          <p:nvSpPr>
            <p:cNvPr id="14" name="Rectangle 13">
              <a:extLst>
                <a:ext uri="{FF2B5EF4-FFF2-40B4-BE49-F238E27FC236}">
                  <a16:creationId xmlns:a16="http://schemas.microsoft.com/office/drawing/2014/main" id="{FAFA175E-66DE-4266-849B-D478AA5D5019}"/>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15" name="TextBox 14">
              <a:extLst>
                <a:ext uri="{FF2B5EF4-FFF2-40B4-BE49-F238E27FC236}">
                  <a16:creationId xmlns:a16="http://schemas.microsoft.com/office/drawing/2014/main" id="{5CA17CBD-0806-441C-9085-77D44783F741}"/>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16" name="Freeform: Shape 15">
              <a:extLst>
                <a:ext uri="{FF2B5EF4-FFF2-40B4-BE49-F238E27FC236}">
                  <a16:creationId xmlns:a16="http://schemas.microsoft.com/office/drawing/2014/main" id="{AFDE58A2-6B49-4DA6-8715-ECD72C03B618}"/>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TextBox 16">
              <a:extLst>
                <a:ext uri="{FF2B5EF4-FFF2-40B4-BE49-F238E27FC236}">
                  <a16:creationId xmlns:a16="http://schemas.microsoft.com/office/drawing/2014/main" id="{22068197-D4E9-44F4-A1F8-372CC4E92838}"/>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8" name="Freeform: Shape 17">
              <a:extLst>
                <a:ext uri="{FF2B5EF4-FFF2-40B4-BE49-F238E27FC236}">
                  <a16:creationId xmlns:a16="http://schemas.microsoft.com/office/drawing/2014/main" id="{A8260D71-520D-415F-A5D3-7802F02E3AB3}"/>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Freeform: Shape 18">
              <a:extLst>
                <a:ext uri="{FF2B5EF4-FFF2-40B4-BE49-F238E27FC236}">
                  <a16:creationId xmlns:a16="http://schemas.microsoft.com/office/drawing/2014/main" id="{B3BA551C-3085-43FA-BCCA-F9011F8596E2}"/>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TextBox 19">
              <a:extLst>
                <a:ext uri="{FF2B5EF4-FFF2-40B4-BE49-F238E27FC236}">
                  <a16:creationId xmlns:a16="http://schemas.microsoft.com/office/drawing/2014/main" id="{643ABA97-7D14-4392-9402-E8B0744F8EAD}"/>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21" name="Picture 20">
              <a:extLst>
                <a:ext uri="{FF2B5EF4-FFF2-40B4-BE49-F238E27FC236}">
                  <a16:creationId xmlns:a16="http://schemas.microsoft.com/office/drawing/2014/main" id="{BA901F25-DC8F-4CDA-BCF8-929418C222F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22" name="Rectangle 21">
              <a:extLst>
                <a:ext uri="{FF2B5EF4-FFF2-40B4-BE49-F238E27FC236}">
                  <a16:creationId xmlns:a16="http://schemas.microsoft.com/office/drawing/2014/main" id="{F63243C4-EDBF-4A54-BBDB-AB4037DAA671}"/>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23" name="Rectangle 22">
              <a:extLst>
                <a:ext uri="{FF2B5EF4-FFF2-40B4-BE49-F238E27FC236}">
                  <a16:creationId xmlns:a16="http://schemas.microsoft.com/office/drawing/2014/main" id="{946EEE72-1413-4B34-AAD1-2E49DB4E2095}"/>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4" name="Rectangle 23">
              <a:extLst>
                <a:ext uri="{FF2B5EF4-FFF2-40B4-BE49-F238E27FC236}">
                  <a16:creationId xmlns:a16="http://schemas.microsoft.com/office/drawing/2014/main" id="{D8120777-CEB0-4B6F-87B3-F1EC0F046D9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5" name="Rectangle 24">
              <a:extLst>
                <a:ext uri="{FF2B5EF4-FFF2-40B4-BE49-F238E27FC236}">
                  <a16:creationId xmlns:a16="http://schemas.microsoft.com/office/drawing/2014/main" id="{218F72D7-648A-4F15-ACF5-B8281F35F57A}"/>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26" name="Group 25">
              <a:extLst>
                <a:ext uri="{FF2B5EF4-FFF2-40B4-BE49-F238E27FC236}">
                  <a16:creationId xmlns:a16="http://schemas.microsoft.com/office/drawing/2014/main" id="{555AB4DD-99A1-43C3-ABC6-5D434B205C2D}"/>
                </a:ext>
              </a:extLst>
            </p:cNvPr>
            <p:cNvGrpSpPr/>
            <p:nvPr/>
          </p:nvGrpSpPr>
          <p:grpSpPr>
            <a:xfrm>
              <a:off x="12364752" y="2345932"/>
              <a:ext cx="1055431" cy="88186"/>
              <a:chOff x="914335" y="6913770"/>
              <a:chExt cx="1109884" cy="100584"/>
            </a:xfrm>
            <a:noFill/>
          </p:grpSpPr>
          <p:sp>
            <p:nvSpPr>
              <p:cNvPr id="37" name="Rectangle 36">
                <a:extLst>
                  <a:ext uri="{FF2B5EF4-FFF2-40B4-BE49-F238E27FC236}">
                    <a16:creationId xmlns:a16="http://schemas.microsoft.com/office/drawing/2014/main" id="{6F1FFF8C-1327-4A19-880A-3479D0A55EBE}"/>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38" name="Rectangle 37">
                <a:extLst>
                  <a:ext uri="{FF2B5EF4-FFF2-40B4-BE49-F238E27FC236}">
                    <a16:creationId xmlns:a16="http://schemas.microsoft.com/office/drawing/2014/main" id="{35280209-B201-4AC7-BFD8-FA55B8DCD033}"/>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39" name="Rectangle 38">
                <a:extLst>
                  <a:ext uri="{FF2B5EF4-FFF2-40B4-BE49-F238E27FC236}">
                    <a16:creationId xmlns:a16="http://schemas.microsoft.com/office/drawing/2014/main" id="{FF1C21CF-B3F5-443D-B00E-14EE46ED97DA}"/>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40" name="Rectangle 39">
                <a:extLst>
                  <a:ext uri="{FF2B5EF4-FFF2-40B4-BE49-F238E27FC236}">
                    <a16:creationId xmlns:a16="http://schemas.microsoft.com/office/drawing/2014/main" id="{54805062-DC34-4BF2-A6E4-7A72B785032B}"/>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41" name="Rectangle 40">
                <a:extLst>
                  <a:ext uri="{FF2B5EF4-FFF2-40B4-BE49-F238E27FC236}">
                    <a16:creationId xmlns:a16="http://schemas.microsoft.com/office/drawing/2014/main" id="{E6010B52-9FB2-442A-B6BB-CD3D18C9EB65}"/>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42" name="Rectangle 41">
                <a:extLst>
                  <a:ext uri="{FF2B5EF4-FFF2-40B4-BE49-F238E27FC236}">
                    <a16:creationId xmlns:a16="http://schemas.microsoft.com/office/drawing/2014/main" id="{B8DDF3B2-A9E5-4BE4-8D94-867821759E6C}"/>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43" name="Rectangle 42">
                <a:extLst>
                  <a:ext uri="{FF2B5EF4-FFF2-40B4-BE49-F238E27FC236}">
                    <a16:creationId xmlns:a16="http://schemas.microsoft.com/office/drawing/2014/main" id="{C3329A8D-96B8-4BB1-B4B6-1AAA28B95766}"/>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44" name="Rectangle 43">
                <a:extLst>
                  <a:ext uri="{FF2B5EF4-FFF2-40B4-BE49-F238E27FC236}">
                    <a16:creationId xmlns:a16="http://schemas.microsoft.com/office/drawing/2014/main" id="{03CC8236-37AD-49FD-96C5-6813D8EDFF21}"/>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45" name="Rectangle 44">
                <a:extLst>
                  <a:ext uri="{FF2B5EF4-FFF2-40B4-BE49-F238E27FC236}">
                    <a16:creationId xmlns:a16="http://schemas.microsoft.com/office/drawing/2014/main" id="{2AF693ED-400C-49C5-89BC-4EA87D9E2FD7}"/>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46" name="Rectangle 45">
                <a:extLst>
                  <a:ext uri="{FF2B5EF4-FFF2-40B4-BE49-F238E27FC236}">
                    <a16:creationId xmlns:a16="http://schemas.microsoft.com/office/drawing/2014/main" id="{9EA3CA52-5D9F-4190-B1D1-6D5637C681D4}"/>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27" name="Graphic 26" descr="Close with solid fill">
              <a:extLst>
                <a:ext uri="{FF2B5EF4-FFF2-40B4-BE49-F238E27FC236}">
                  <a16:creationId xmlns:a16="http://schemas.microsoft.com/office/drawing/2014/main" id="{3474E98A-EFCF-4355-91C6-5120F98E4B0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28" name="Graphic 27" descr="Close with solid fill">
              <a:extLst>
                <a:ext uri="{FF2B5EF4-FFF2-40B4-BE49-F238E27FC236}">
                  <a16:creationId xmlns:a16="http://schemas.microsoft.com/office/drawing/2014/main" id="{B33004E9-9512-49AD-814A-F14EDACE88E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29" name="Graphic 28" descr="Close with solid fill">
              <a:extLst>
                <a:ext uri="{FF2B5EF4-FFF2-40B4-BE49-F238E27FC236}">
                  <a16:creationId xmlns:a16="http://schemas.microsoft.com/office/drawing/2014/main" id="{B790EEC0-6B83-4528-B56D-8336053C100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30" name="Graphic 29" descr="Close with solid fill">
              <a:extLst>
                <a:ext uri="{FF2B5EF4-FFF2-40B4-BE49-F238E27FC236}">
                  <a16:creationId xmlns:a16="http://schemas.microsoft.com/office/drawing/2014/main" id="{E7ABC868-4D9E-4605-B160-C07B68560D1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31" name="Graphic 30" descr="Close with solid fill">
              <a:extLst>
                <a:ext uri="{FF2B5EF4-FFF2-40B4-BE49-F238E27FC236}">
                  <a16:creationId xmlns:a16="http://schemas.microsoft.com/office/drawing/2014/main" id="{1CA33095-6250-46E1-8A47-AEEDC811856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32" name="Graphic 31" descr="Close with solid fill">
              <a:extLst>
                <a:ext uri="{FF2B5EF4-FFF2-40B4-BE49-F238E27FC236}">
                  <a16:creationId xmlns:a16="http://schemas.microsoft.com/office/drawing/2014/main" id="{9527812F-D822-4894-9171-E65B3CDCCA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33" name="Graphic 32" descr="Close with solid fill">
              <a:extLst>
                <a:ext uri="{FF2B5EF4-FFF2-40B4-BE49-F238E27FC236}">
                  <a16:creationId xmlns:a16="http://schemas.microsoft.com/office/drawing/2014/main" id="{3510A5E5-AC23-4C4B-A74A-AEB6CB88A43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34" name="Graphic 33" descr="Close with solid fill">
              <a:extLst>
                <a:ext uri="{FF2B5EF4-FFF2-40B4-BE49-F238E27FC236}">
                  <a16:creationId xmlns:a16="http://schemas.microsoft.com/office/drawing/2014/main" id="{138D40B9-60FB-48B8-B883-7706E0317CE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35" name="Graphic 34" descr="Close with solid fill">
              <a:extLst>
                <a:ext uri="{FF2B5EF4-FFF2-40B4-BE49-F238E27FC236}">
                  <a16:creationId xmlns:a16="http://schemas.microsoft.com/office/drawing/2014/main" id="{CF0D7166-BDCB-4AE7-B719-4D526D63742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36" name="Graphic 35" descr="Close with solid fill">
              <a:extLst>
                <a:ext uri="{FF2B5EF4-FFF2-40B4-BE49-F238E27FC236}">
                  <a16:creationId xmlns:a16="http://schemas.microsoft.com/office/drawing/2014/main" id="{CFF9870F-013C-4388-8FD2-B8F6D799F4B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
        <p:nvSpPr>
          <p:cNvPr id="48" name="Rectangle 47">
            <a:extLst>
              <a:ext uri="{FF2B5EF4-FFF2-40B4-BE49-F238E27FC236}">
                <a16:creationId xmlns:a16="http://schemas.microsoft.com/office/drawing/2014/main" id="{903504B4-674E-4E19-9528-71DBF27E503B}"/>
              </a:ext>
            </a:extLst>
          </p:cNvPr>
          <p:cNvSpPr/>
          <p:nvPr/>
        </p:nvSpPr>
        <p:spPr>
          <a:xfrm>
            <a:off x="-1051382" y="5118915"/>
            <a:ext cx="1045949" cy="13658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If this slide is used as a stand-alone slide, please add the logo in all black to the slide. Hold down SHIFT and drag the logo below to the left of the first guideline. </a:t>
            </a:r>
          </a:p>
        </p:txBody>
      </p:sp>
      <p:sp>
        <p:nvSpPr>
          <p:cNvPr id="49" name="Media Placeholder 50">
            <a:extLst>
              <a:ext uri="{FF2B5EF4-FFF2-40B4-BE49-F238E27FC236}">
                <a16:creationId xmlns:a16="http://schemas.microsoft.com/office/drawing/2014/main" id="{8360EC45-7B09-4AD5-A6EC-97EE1F232357}"/>
              </a:ext>
            </a:extLst>
          </p:cNvPr>
          <p:cNvSpPr>
            <a:spLocks noGrp="1"/>
          </p:cNvSpPr>
          <p:nvPr>
            <p:ph type="media" sz="quarter" idx="13" hasCustomPrompt="1"/>
          </p:nvPr>
        </p:nvSpPr>
        <p:spPr>
          <a:xfrm>
            <a:off x="-1030800" y="6042543"/>
            <a:ext cx="1021842" cy="365760"/>
          </a:xfrm>
          <a:blipFill>
            <a:blip r:embed="rId5">
              <a:extLst>
                <a:ext uri="{96DAC541-7B7A-43D3-8B79-37D633B846F1}">
                  <asvg:svgBlip xmlns:asvg="http://schemas.microsoft.com/office/drawing/2016/SVG/main" r:embed="rId6"/>
                </a:ext>
              </a:extLst>
            </a:blip>
            <a:stretch>
              <a:fillRect/>
            </a:stretch>
          </a:blipFill>
        </p:spPr>
        <p:txBody>
          <a:bodyPr/>
          <a:lstStyle>
            <a:lvl1pPr marL="0" indent="0">
              <a:buNone/>
              <a:defRPr sz="100">
                <a:noFill/>
              </a:defRPr>
            </a:lvl1pPr>
          </a:lstStyle>
          <a:p>
            <a:r>
              <a:rPr lang="en-US"/>
              <a:t>.</a:t>
            </a:r>
          </a:p>
        </p:txBody>
      </p:sp>
    </p:spTree>
    <p:extLst>
      <p:ext uri="{BB962C8B-B14F-4D97-AF65-F5344CB8AC3E}">
        <p14:creationId xmlns:p14="http://schemas.microsoft.com/office/powerpoint/2010/main" val="2800071306"/>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Tinted Background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233969-EFEE-4396-B837-BF0AD16982D4}"/>
              </a:ext>
            </a:extLst>
          </p:cNvPr>
          <p:cNvSpPr/>
          <p:nvPr/>
        </p:nvSpPr>
        <p:spPr>
          <a:xfrm>
            <a:off x="169769" y="239406"/>
            <a:ext cx="8804462" cy="6379191"/>
          </a:xfrm>
          <a:prstGeom prst="rect">
            <a:avLst/>
          </a:prstGeom>
          <a:solidFill>
            <a:schemeClr val="accent5">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 name="Title 1">
            <a:extLst>
              <a:ext uri="{FF2B5EF4-FFF2-40B4-BE49-F238E27FC236}">
                <a16:creationId xmlns:a16="http://schemas.microsoft.com/office/drawing/2014/main" id="{C6F79257-0F45-4464-B07A-E911EA2D1D14}"/>
              </a:ext>
            </a:extLst>
          </p:cNvPr>
          <p:cNvSpPr>
            <a:spLocks noGrp="1"/>
          </p:cNvSpPr>
          <p:nvPr>
            <p:ph type="title" hasCustomPrompt="1"/>
          </p:nvPr>
        </p:nvSpPr>
        <p:spPr/>
        <p:txBody>
          <a:bodyPr/>
          <a:lstStyle/>
          <a:p>
            <a:r>
              <a:rPr lang="en-US"/>
              <a:t>[Headline] Please see footnote on the lower left for single page use</a:t>
            </a:r>
          </a:p>
        </p:txBody>
      </p:sp>
      <p:sp>
        <p:nvSpPr>
          <p:cNvPr id="3" name="Date Placeholder 2">
            <a:extLst>
              <a:ext uri="{FF2B5EF4-FFF2-40B4-BE49-F238E27FC236}">
                <a16:creationId xmlns:a16="http://schemas.microsoft.com/office/drawing/2014/main" id="{03502E2A-C02F-4598-8CA0-4AD588B5AACD}"/>
              </a:ext>
            </a:extLst>
          </p:cNvPr>
          <p:cNvSpPr>
            <a:spLocks noGrp="1"/>
          </p:cNvSpPr>
          <p:nvPr>
            <p:ph type="dt" sz="half" idx="10"/>
          </p:nvPr>
        </p:nvSpPr>
        <p:spPr/>
        <p:txBody>
          <a:bodyPr/>
          <a:lstStyle/>
          <a:p>
            <a:fld id="{9B8BF1D6-5378-40B4-83CC-00706102BCAB}" type="datetime4">
              <a:rPr lang="en-US" smtClean="0"/>
              <a:t>August 13, 2025</a:t>
            </a:fld>
            <a:endParaRPr lang="en-US"/>
          </a:p>
        </p:txBody>
      </p:sp>
      <p:sp>
        <p:nvSpPr>
          <p:cNvPr id="4" name="Footer Placeholder 3">
            <a:extLst>
              <a:ext uri="{FF2B5EF4-FFF2-40B4-BE49-F238E27FC236}">
                <a16:creationId xmlns:a16="http://schemas.microsoft.com/office/drawing/2014/main" id="{C15F89BF-D253-4E07-9541-4D7E855915BE}"/>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1115304F-919C-4F77-BC96-EE9550A9D69E}"/>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8" name="Content Placeholder 2">
            <a:extLst>
              <a:ext uri="{FF2B5EF4-FFF2-40B4-BE49-F238E27FC236}">
                <a16:creationId xmlns:a16="http://schemas.microsoft.com/office/drawing/2014/main" id="{9E396F4C-762F-4940-93E2-9AF0D55B5910}"/>
              </a:ext>
            </a:extLst>
          </p:cNvPr>
          <p:cNvSpPr>
            <a:spLocks noGrp="1"/>
          </p:cNvSpPr>
          <p:nvPr>
            <p:ph idx="1" hasCustomPrompt="1"/>
          </p:nvPr>
        </p:nvSpPr>
        <p:spPr>
          <a:xfrm>
            <a:off x="425279" y="1622425"/>
            <a:ext cx="8298180" cy="4584274"/>
          </a:xfrm>
        </p:spPr>
        <p:txBody>
          <a:bodyPr/>
          <a:lstStyle>
            <a:lvl3pPr>
              <a:spcAft>
                <a:spcPts val="0"/>
              </a:spcAft>
              <a:defRPr/>
            </a:lvl3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9B4FA31C-DB08-41B9-95E8-B1F0D8B49E0D}"/>
              </a:ext>
            </a:extLst>
          </p:cNvPr>
          <p:cNvGrpSpPr/>
          <p:nvPr/>
        </p:nvGrpSpPr>
        <p:grpSpPr>
          <a:xfrm>
            <a:off x="-994" y="6871034"/>
            <a:ext cx="9144000" cy="143299"/>
            <a:chOff x="-1325" y="6871033"/>
            <a:chExt cx="12192000" cy="143299"/>
          </a:xfrm>
        </p:grpSpPr>
        <p:sp>
          <p:nvSpPr>
            <p:cNvPr id="10" name="Rectangle 9">
              <a:extLst>
                <a:ext uri="{FF2B5EF4-FFF2-40B4-BE49-F238E27FC236}">
                  <a16:creationId xmlns:a16="http://schemas.microsoft.com/office/drawing/2014/main" id="{8410B4C2-BDF4-46CD-A38B-A8C99FE4A3A5}"/>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11" name="Rectangle 10">
              <a:extLst>
                <a:ext uri="{FF2B5EF4-FFF2-40B4-BE49-F238E27FC236}">
                  <a16:creationId xmlns:a16="http://schemas.microsoft.com/office/drawing/2014/main" id="{F8F0FFA7-9474-4A46-98BF-EB36B213E7D7}"/>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12" name="Rectangle 11">
            <a:extLst>
              <a:ext uri="{FF2B5EF4-FFF2-40B4-BE49-F238E27FC236}">
                <a16:creationId xmlns:a16="http://schemas.microsoft.com/office/drawing/2014/main" id="{8ABD13EE-625C-45C3-9EC1-C1CCC8381FAD}"/>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13" name="Group 12">
            <a:extLst>
              <a:ext uri="{FF2B5EF4-FFF2-40B4-BE49-F238E27FC236}">
                <a16:creationId xmlns:a16="http://schemas.microsoft.com/office/drawing/2014/main" id="{D7A2B646-CD46-4B0F-93F5-9441AAA25672}"/>
              </a:ext>
            </a:extLst>
          </p:cNvPr>
          <p:cNvGrpSpPr/>
          <p:nvPr/>
        </p:nvGrpSpPr>
        <p:grpSpPr>
          <a:xfrm>
            <a:off x="9192986" y="1051487"/>
            <a:ext cx="954405" cy="3085386"/>
            <a:chOff x="12257314" y="1051487"/>
            <a:chExt cx="1272540" cy="3085386"/>
          </a:xfrm>
        </p:grpSpPr>
        <p:sp>
          <p:nvSpPr>
            <p:cNvPr id="14" name="Rectangle 13">
              <a:extLst>
                <a:ext uri="{FF2B5EF4-FFF2-40B4-BE49-F238E27FC236}">
                  <a16:creationId xmlns:a16="http://schemas.microsoft.com/office/drawing/2014/main" id="{57CC4EA4-865D-4094-93EF-9A4646F715BE}"/>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15" name="TextBox 14">
              <a:extLst>
                <a:ext uri="{FF2B5EF4-FFF2-40B4-BE49-F238E27FC236}">
                  <a16:creationId xmlns:a16="http://schemas.microsoft.com/office/drawing/2014/main" id="{ED7206F3-3C0D-4961-8430-9373BB7FBFD9}"/>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16" name="Freeform: Shape 15">
              <a:extLst>
                <a:ext uri="{FF2B5EF4-FFF2-40B4-BE49-F238E27FC236}">
                  <a16:creationId xmlns:a16="http://schemas.microsoft.com/office/drawing/2014/main" id="{06906D1C-7176-4A05-B5A1-DDC044E5D267}"/>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TextBox 16">
              <a:extLst>
                <a:ext uri="{FF2B5EF4-FFF2-40B4-BE49-F238E27FC236}">
                  <a16:creationId xmlns:a16="http://schemas.microsoft.com/office/drawing/2014/main" id="{4933072E-A539-42AB-B6DF-978B287CD6B1}"/>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8" name="Freeform: Shape 17">
              <a:extLst>
                <a:ext uri="{FF2B5EF4-FFF2-40B4-BE49-F238E27FC236}">
                  <a16:creationId xmlns:a16="http://schemas.microsoft.com/office/drawing/2014/main" id="{18BD4CFB-0C05-45D1-9B41-15189F990360}"/>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Freeform: Shape 18">
              <a:extLst>
                <a:ext uri="{FF2B5EF4-FFF2-40B4-BE49-F238E27FC236}">
                  <a16:creationId xmlns:a16="http://schemas.microsoft.com/office/drawing/2014/main" id="{98E5739C-A3F7-43D2-AB2A-049CDCC3EA4D}"/>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TextBox 19">
              <a:extLst>
                <a:ext uri="{FF2B5EF4-FFF2-40B4-BE49-F238E27FC236}">
                  <a16:creationId xmlns:a16="http://schemas.microsoft.com/office/drawing/2014/main" id="{CFECDE9D-6957-4F5E-833E-425AB1BB6BEF}"/>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21" name="Picture 20">
              <a:extLst>
                <a:ext uri="{FF2B5EF4-FFF2-40B4-BE49-F238E27FC236}">
                  <a16:creationId xmlns:a16="http://schemas.microsoft.com/office/drawing/2014/main" id="{B59FBFCE-6440-4C27-9297-9291032D4DB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22" name="Rectangle 21">
              <a:extLst>
                <a:ext uri="{FF2B5EF4-FFF2-40B4-BE49-F238E27FC236}">
                  <a16:creationId xmlns:a16="http://schemas.microsoft.com/office/drawing/2014/main" id="{00841669-D32E-4DE0-9CD8-E7780644E3D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23" name="Rectangle 22">
              <a:extLst>
                <a:ext uri="{FF2B5EF4-FFF2-40B4-BE49-F238E27FC236}">
                  <a16:creationId xmlns:a16="http://schemas.microsoft.com/office/drawing/2014/main" id="{C18FD646-3C46-48B3-886B-B1976FF7BD12}"/>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4" name="Rectangle 23">
              <a:extLst>
                <a:ext uri="{FF2B5EF4-FFF2-40B4-BE49-F238E27FC236}">
                  <a16:creationId xmlns:a16="http://schemas.microsoft.com/office/drawing/2014/main" id="{F499DFAA-1E9E-46E8-A885-6FF45095072E}"/>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5" name="Rectangle 24">
              <a:extLst>
                <a:ext uri="{FF2B5EF4-FFF2-40B4-BE49-F238E27FC236}">
                  <a16:creationId xmlns:a16="http://schemas.microsoft.com/office/drawing/2014/main" id="{B784881A-BCAE-42AD-A90D-3E0094562A65}"/>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26" name="Group 25">
              <a:extLst>
                <a:ext uri="{FF2B5EF4-FFF2-40B4-BE49-F238E27FC236}">
                  <a16:creationId xmlns:a16="http://schemas.microsoft.com/office/drawing/2014/main" id="{7CA64F69-F27C-4566-B886-B53F68AAA52B}"/>
                </a:ext>
              </a:extLst>
            </p:cNvPr>
            <p:cNvGrpSpPr/>
            <p:nvPr/>
          </p:nvGrpSpPr>
          <p:grpSpPr>
            <a:xfrm>
              <a:off x="12364752" y="2345932"/>
              <a:ext cx="1055431" cy="88186"/>
              <a:chOff x="914335" y="6913770"/>
              <a:chExt cx="1109884" cy="100584"/>
            </a:xfrm>
            <a:noFill/>
          </p:grpSpPr>
          <p:sp>
            <p:nvSpPr>
              <p:cNvPr id="37" name="Rectangle 36">
                <a:extLst>
                  <a:ext uri="{FF2B5EF4-FFF2-40B4-BE49-F238E27FC236}">
                    <a16:creationId xmlns:a16="http://schemas.microsoft.com/office/drawing/2014/main" id="{74B7D970-F849-49D7-8D7F-ED02907F7BEB}"/>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38" name="Rectangle 37">
                <a:extLst>
                  <a:ext uri="{FF2B5EF4-FFF2-40B4-BE49-F238E27FC236}">
                    <a16:creationId xmlns:a16="http://schemas.microsoft.com/office/drawing/2014/main" id="{5E813B39-0927-4E1A-AC28-A92E71A725DB}"/>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39" name="Rectangle 38">
                <a:extLst>
                  <a:ext uri="{FF2B5EF4-FFF2-40B4-BE49-F238E27FC236}">
                    <a16:creationId xmlns:a16="http://schemas.microsoft.com/office/drawing/2014/main" id="{44424BD7-32BC-4452-82B3-43C1D7C7AA75}"/>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40" name="Rectangle 39">
                <a:extLst>
                  <a:ext uri="{FF2B5EF4-FFF2-40B4-BE49-F238E27FC236}">
                    <a16:creationId xmlns:a16="http://schemas.microsoft.com/office/drawing/2014/main" id="{5EB0370D-99FA-40C0-87BF-B1DF99082B5D}"/>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41" name="Rectangle 40">
                <a:extLst>
                  <a:ext uri="{FF2B5EF4-FFF2-40B4-BE49-F238E27FC236}">
                    <a16:creationId xmlns:a16="http://schemas.microsoft.com/office/drawing/2014/main" id="{55959960-0F8A-4A66-BE04-DC9993606264}"/>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42" name="Rectangle 41">
                <a:extLst>
                  <a:ext uri="{FF2B5EF4-FFF2-40B4-BE49-F238E27FC236}">
                    <a16:creationId xmlns:a16="http://schemas.microsoft.com/office/drawing/2014/main" id="{602768D6-78BB-409E-B0AE-C486DBC85DD2}"/>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43" name="Rectangle 42">
                <a:extLst>
                  <a:ext uri="{FF2B5EF4-FFF2-40B4-BE49-F238E27FC236}">
                    <a16:creationId xmlns:a16="http://schemas.microsoft.com/office/drawing/2014/main" id="{3C0320F0-C098-4D2E-80ED-1D080D3F23E0}"/>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44" name="Rectangle 43">
                <a:extLst>
                  <a:ext uri="{FF2B5EF4-FFF2-40B4-BE49-F238E27FC236}">
                    <a16:creationId xmlns:a16="http://schemas.microsoft.com/office/drawing/2014/main" id="{FB057FBE-4954-4DA9-BD85-5C61FD2A6FE0}"/>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45" name="Rectangle 44">
                <a:extLst>
                  <a:ext uri="{FF2B5EF4-FFF2-40B4-BE49-F238E27FC236}">
                    <a16:creationId xmlns:a16="http://schemas.microsoft.com/office/drawing/2014/main" id="{8E76D83F-22DF-47BE-ADD5-09920FA0FEFB}"/>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46" name="Rectangle 45">
                <a:extLst>
                  <a:ext uri="{FF2B5EF4-FFF2-40B4-BE49-F238E27FC236}">
                    <a16:creationId xmlns:a16="http://schemas.microsoft.com/office/drawing/2014/main" id="{5326C115-BD7A-430E-A6E3-2140E1C65876}"/>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27" name="Graphic 26" descr="Close with solid fill">
              <a:extLst>
                <a:ext uri="{FF2B5EF4-FFF2-40B4-BE49-F238E27FC236}">
                  <a16:creationId xmlns:a16="http://schemas.microsoft.com/office/drawing/2014/main" id="{0020BFCB-73B5-4B33-83B4-3397F8BB989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28" name="Graphic 27" descr="Close with solid fill">
              <a:extLst>
                <a:ext uri="{FF2B5EF4-FFF2-40B4-BE49-F238E27FC236}">
                  <a16:creationId xmlns:a16="http://schemas.microsoft.com/office/drawing/2014/main" id="{D8459BA9-192B-46F5-A4DC-7E92D56BE9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29" name="Graphic 28" descr="Close with solid fill">
              <a:extLst>
                <a:ext uri="{FF2B5EF4-FFF2-40B4-BE49-F238E27FC236}">
                  <a16:creationId xmlns:a16="http://schemas.microsoft.com/office/drawing/2014/main" id="{D6818E51-E4F2-453E-B32B-B961E1F29A6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30" name="Graphic 29" descr="Close with solid fill">
              <a:extLst>
                <a:ext uri="{FF2B5EF4-FFF2-40B4-BE49-F238E27FC236}">
                  <a16:creationId xmlns:a16="http://schemas.microsoft.com/office/drawing/2014/main" id="{0FA8B3E7-A37E-43EB-BE68-0054DCE61CD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31" name="Graphic 30" descr="Close with solid fill">
              <a:extLst>
                <a:ext uri="{FF2B5EF4-FFF2-40B4-BE49-F238E27FC236}">
                  <a16:creationId xmlns:a16="http://schemas.microsoft.com/office/drawing/2014/main" id="{C7572A11-2289-436A-A4C7-10C6C55FBC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32" name="Graphic 31" descr="Close with solid fill">
              <a:extLst>
                <a:ext uri="{FF2B5EF4-FFF2-40B4-BE49-F238E27FC236}">
                  <a16:creationId xmlns:a16="http://schemas.microsoft.com/office/drawing/2014/main" id="{52C4789D-FBEC-41D7-8586-15DA9958F8E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33" name="Graphic 32" descr="Close with solid fill">
              <a:extLst>
                <a:ext uri="{FF2B5EF4-FFF2-40B4-BE49-F238E27FC236}">
                  <a16:creationId xmlns:a16="http://schemas.microsoft.com/office/drawing/2014/main" id="{39C28007-AA08-4955-B5EA-6997690560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34" name="Graphic 33" descr="Close with solid fill">
              <a:extLst>
                <a:ext uri="{FF2B5EF4-FFF2-40B4-BE49-F238E27FC236}">
                  <a16:creationId xmlns:a16="http://schemas.microsoft.com/office/drawing/2014/main" id="{67488417-50FD-4DC5-9327-95FA1A44203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35" name="Graphic 34" descr="Close with solid fill">
              <a:extLst>
                <a:ext uri="{FF2B5EF4-FFF2-40B4-BE49-F238E27FC236}">
                  <a16:creationId xmlns:a16="http://schemas.microsoft.com/office/drawing/2014/main" id="{C13587C3-AC05-48C6-8B6C-D1C4D2241DC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36" name="Graphic 35" descr="Close with solid fill">
              <a:extLst>
                <a:ext uri="{FF2B5EF4-FFF2-40B4-BE49-F238E27FC236}">
                  <a16:creationId xmlns:a16="http://schemas.microsoft.com/office/drawing/2014/main" id="{CD4D4078-D6D7-4B78-8CF7-4AA934F7F74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
        <p:nvSpPr>
          <p:cNvPr id="48" name="Rectangle 47">
            <a:extLst>
              <a:ext uri="{FF2B5EF4-FFF2-40B4-BE49-F238E27FC236}">
                <a16:creationId xmlns:a16="http://schemas.microsoft.com/office/drawing/2014/main" id="{3BB4300D-22FC-4BC3-B799-FA02892D6096}"/>
              </a:ext>
            </a:extLst>
          </p:cNvPr>
          <p:cNvSpPr/>
          <p:nvPr/>
        </p:nvSpPr>
        <p:spPr>
          <a:xfrm>
            <a:off x="-1051382" y="5118915"/>
            <a:ext cx="1045949" cy="13658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If this slide is used as a stand-alone slide, please add the logo in all black to the slide. Hold down SHIFT and drag the logo below to the left of the first guideline. </a:t>
            </a:r>
          </a:p>
        </p:txBody>
      </p:sp>
      <p:sp>
        <p:nvSpPr>
          <p:cNvPr id="50" name="Media Placeholder 50">
            <a:extLst>
              <a:ext uri="{FF2B5EF4-FFF2-40B4-BE49-F238E27FC236}">
                <a16:creationId xmlns:a16="http://schemas.microsoft.com/office/drawing/2014/main" id="{1FA481EB-337B-4BFA-B095-FDCE5A615564}"/>
              </a:ext>
            </a:extLst>
          </p:cNvPr>
          <p:cNvSpPr>
            <a:spLocks noGrp="1"/>
          </p:cNvSpPr>
          <p:nvPr>
            <p:ph type="media" sz="quarter" idx="13" hasCustomPrompt="1"/>
          </p:nvPr>
        </p:nvSpPr>
        <p:spPr>
          <a:xfrm>
            <a:off x="-1030800" y="6042543"/>
            <a:ext cx="1021842" cy="365760"/>
          </a:xfrm>
          <a:blipFill>
            <a:blip r:embed="rId5">
              <a:extLst>
                <a:ext uri="{96DAC541-7B7A-43D3-8B79-37D633B846F1}">
                  <asvg:svgBlip xmlns:asvg="http://schemas.microsoft.com/office/drawing/2016/SVG/main" r:embed="rId6"/>
                </a:ext>
              </a:extLst>
            </a:blip>
            <a:stretch>
              <a:fillRect/>
            </a:stretch>
          </a:blipFill>
        </p:spPr>
        <p:txBody>
          <a:bodyPr/>
          <a:lstStyle>
            <a:lvl1pPr marL="0" indent="0">
              <a:buNone/>
              <a:defRPr sz="100">
                <a:noFill/>
              </a:defRPr>
            </a:lvl1pPr>
          </a:lstStyle>
          <a:p>
            <a:r>
              <a:rPr lang="en-US"/>
              <a:t>.</a:t>
            </a:r>
          </a:p>
        </p:txBody>
      </p:sp>
    </p:spTree>
    <p:extLst>
      <p:ext uri="{BB962C8B-B14F-4D97-AF65-F5344CB8AC3E}">
        <p14:creationId xmlns:p14="http://schemas.microsoft.com/office/powerpoint/2010/main" val="1540352863"/>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        ">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rtlCol="0" anchor="ctr"/>
          <a:lstStyle/>
          <a:p>
            <a:pPr algn="ctr"/>
            <a:r>
              <a:rPr lang="en-US" sz="10500" b="1">
                <a:solidFill>
                  <a:schemeClr val="tx1"/>
                </a:solidFill>
              </a:rPr>
              <a:t>ICONS</a:t>
            </a:r>
          </a:p>
        </p:txBody>
      </p:sp>
      <p:cxnSp>
        <p:nvCxnSpPr>
          <p:cNvPr id="7" name="Straight Connector 6">
            <a:extLst>
              <a:ext uri="{FF2B5EF4-FFF2-40B4-BE49-F238E27FC236}">
                <a16:creationId xmlns:a16="http://schemas.microsoft.com/office/drawing/2014/main" id="{F3A44DCB-2B66-40CC-BFC9-D0F716E2CEF9}"/>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329A02F-97B9-4C8B-8D7B-D67097271FCA}"/>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FE2388E-4B15-41C7-BF43-AC1AB7927E5F}"/>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4" name="TextBox 13">
            <a:extLst>
              <a:ext uri="{FF2B5EF4-FFF2-40B4-BE49-F238E27FC236}">
                <a16:creationId xmlns:a16="http://schemas.microsoft.com/office/drawing/2014/main" id="{37A8A86A-AB9B-43AA-8CA0-D6E9B35AD57A}"/>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76" name="Group 75">
            <a:extLst>
              <a:ext uri="{FF2B5EF4-FFF2-40B4-BE49-F238E27FC236}">
                <a16:creationId xmlns:a16="http://schemas.microsoft.com/office/drawing/2014/main" id="{024556E7-498A-428A-AE3C-16ED9A96E517}"/>
              </a:ext>
            </a:extLst>
          </p:cNvPr>
          <p:cNvGrpSpPr/>
          <p:nvPr/>
        </p:nvGrpSpPr>
        <p:grpSpPr>
          <a:xfrm>
            <a:off x="-994" y="6871034"/>
            <a:ext cx="9144000" cy="143299"/>
            <a:chOff x="-1325" y="6871033"/>
            <a:chExt cx="12192000" cy="143299"/>
          </a:xfrm>
        </p:grpSpPr>
        <p:sp>
          <p:nvSpPr>
            <p:cNvPr id="77" name="Rectangle 76">
              <a:extLst>
                <a:ext uri="{FF2B5EF4-FFF2-40B4-BE49-F238E27FC236}">
                  <a16:creationId xmlns:a16="http://schemas.microsoft.com/office/drawing/2014/main" id="{7FF2A454-020D-456D-B2C2-76AAF0BD8080}"/>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78" name="Rectangle 77">
              <a:extLst>
                <a:ext uri="{FF2B5EF4-FFF2-40B4-BE49-F238E27FC236}">
                  <a16:creationId xmlns:a16="http://schemas.microsoft.com/office/drawing/2014/main" id="{BA1613DD-18C6-42C3-A2DF-C9A56F4169DE}"/>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79" name="Rectangle 78">
            <a:extLst>
              <a:ext uri="{FF2B5EF4-FFF2-40B4-BE49-F238E27FC236}">
                <a16:creationId xmlns:a16="http://schemas.microsoft.com/office/drawing/2014/main" id="{F55DA875-BCDD-4A0C-A739-83BC97DA1E3A}"/>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46" name="Rectangle 45">
            <a:extLst>
              <a:ext uri="{FF2B5EF4-FFF2-40B4-BE49-F238E27FC236}">
                <a16:creationId xmlns:a16="http://schemas.microsoft.com/office/drawing/2014/main" id="{066107DF-8C78-4FA7-995D-868B98DAC781}"/>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47" name="Group 46">
            <a:extLst>
              <a:ext uri="{FF2B5EF4-FFF2-40B4-BE49-F238E27FC236}">
                <a16:creationId xmlns:a16="http://schemas.microsoft.com/office/drawing/2014/main" id="{DC3D3180-5AA1-49F3-B2FE-EDA10C3AB688}"/>
              </a:ext>
            </a:extLst>
          </p:cNvPr>
          <p:cNvGrpSpPr/>
          <p:nvPr/>
        </p:nvGrpSpPr>
        <p:grpSpPr>
          <a:xfrm>
            <a:off x="9192986" y="1051487"/>
            <a:ext cx="954405" cy="3085386"/>
            <a:chOff x="12257314" y="1051487"/>
            <a:chExt cx="1272540" cy="3085386"/>
          </a:xfrm>
        </p:grpSpPr>
        <p:sp>
          <p:nvSpPr>
            <p:cNvPr id="48" name="Rectangle 47">
              <a:extLst>
                <a:ext uri="{FF2B5EF4-FFF2-40B4-BE49-F238E27FC236}">
                  <a16:creationId xmlns:a16="http://schemas.microsoft.com/office/drawing/2014/main" id="{5C14908A-E7F4-4096-A65C-E1E0E5A58AE6}"/>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49" name="TextBox 48">
              <a:extLst>
                <a:ext uri="{FF2B5EF4-FFF2-40B4-BE49-F238E27FC236}">
                  <a16:creationId xmlns:a16="http://schemas.microsoft.com/office/drawing/2014/main" id="{654940DA-D98F-4495-BD63-4A849D446093}"/>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50" name="Freeform: Shape 49">
              <a:extLst>
                <a:ext uri="{FF2B5EF4-FFF2-40B4-BE49-F238E27FC236}">
                  <a16:creationId xmlns:a16="http://schemas.microsoft.com/office/drawing/2014/main" id="{78E01CE8-E1E5-4991-A3D3-754996C9B6D7}"/>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1" name="TextBox 50">
              <a:extLst>
                <a:ext uri="{FF2B5EF4-FFF2-40B4-BE49-F238E27FC236}">
                  <a16:creationId xmlns:a16="http://schemas.microsoft.com/office/drawing/2014/main" id="{4556E139-0AAC-43C5-A502-45C7BC38D325}"/>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52" name="Freeform: Shape 51">
              <a:extLst>
                <a:ext uri="{FF2B5EF4-FFF2-40B4-BE49-F238E27FC236}">
                  <a16:creationId xmlns:a16="http://schemas.microsoft.com/office/drawing/2014/main" id="{5127E8A5-29D2-46D0-A393-1779B35A331F}"/>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3" name="Freeform: Shape 52">
              <a:extLst>
                <a:ext uri="{FF2B5EF4-FFF2-40B4-BE49-F238E27FC236}">
                  <a16:creationId xmlns:a16="http://schemas.microsoft.com/office/drawing/2014/main" id="{6AA5DE2C-563B-48DF-826E-96C88169C8C8}"/>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4" name="TextBox 53">
              <a:extLst>
                <a:ext uri="{FF2B5EF4-FFF2-40B4-BE49-F238E27FC236}">
                  <a16:creationId xmlns:a16="http://schemas.microsoft.com/office/drawing/2014/main" id="{9993F553-E43D-4FE5-9CAA-0FEB1F0AC7A7}"/>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55" name="Picture 54">
              <a:extLst>
                <a:ext uri="{FF2B5EF4-FFF2-40B4-BE49-F238E27FC236}">
                  <a16:creationId xmlns:a16="http://schemas.microsoft.com/office/drawing/2014/main" id="{0BD3A2EF-402E-4E52-8DFA-1483A6AB0B3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56" name="Rectangle 55">
              <a:extLst>
                <a:ext uri="{FF2B5EF4-FFF2-40B4-BE49-F238E27FC236}">
                  <a16:creationId xmlns:a16="http://schemas.microsoft.com/office/drawing/2014/main" id="{A4AB81A7-3C9F-475F-A5C0-EEDACF659CC3}"/>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57" name="Rectangle 56">
              <a:extLst>
                <a:ext uri="{FF2B5EF4-FFF2-40B4-BE49-F238E27FC236}">
                  <a16:creationId xmlns:a16="http://schemas.microsoft.com/office/drawing/2014/main" id="{0D359351-838C-4B1A-BE69-564C392FC97E}"/>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8" name="Rectangle 57">
              <a:extLst>
                <a:ext uri="{FF2B5EF4-FFF2-40B4-BE49-F238E27FC236}">
                  <a16:creationId xmlns:a16="http://schemas.microsoft.com/office/drawing/2014/main" id="{D2C97798-9801-4DC7-98D3-13433D7AA4C2}"/>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9" name="Rectangle 58">
              <a:extLst>
                <a:ext uri="{FF2B5EF4-FFF2-40B4-BE49-F238E27FC236}">
                  <a16:creationId xmlns:a16="http://schemas.microsoft.com/office/drawing/2014/main" id="{AD95CD33-C5E7-40CE-85C5-45045FC93C8B}"/>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60" name="Group 59">
              <a:extLst>
                <a:ext uri="{FF2B5EF4-FFF2-40B4-BE49-F238E27FC236}">
                  <a16:creationId xmlns:a16="http://schemas.microsoft.com/office/drawing/2014/main" id="{9DDABA8E-A778-44D1-B718-DBC4EDFA3AF0}"/>
                </a:ext>
              </a:extLst>
            </p:cNvPr>
            <p:cNvGrpSpPr/>
            <p:nvPr/>
          </p:nvGrpSpPr>
          <p:grpSpPr>
            <a:xfrm>
              <a:off x="12364752" y="2345932"/>
              <a:ext cx="1055431" cy="88186"/>
              <a:chOff x="914335" y="6913770"/>
              <a:chExt cx="1109884" cy="100584"/>
            </a:xfrm>
            <a:noFill/>
          </p:grpSpPr>
          <p:sp>
            <p:nvSpPr>
              <p:cNvPr id="71" name="Rectangle 70">
                <a:extLst>
                  <a:ext uri="{FF2B5EF4-FFF2-40B4-BE49-F238E27FC236}">
                    <a16:creationId xmlns:a16="http://schemas.microsoft.com/office/drawing/2014/main" id="{21878433-AE5F-41F1-989E-997C86D6CA41}"/>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72" name="Rectangle 71">
                <a:extLst>
                  <a:ext uri="{FF2B5EF4-FFF2-40B4-BE49-F238E27FC236}">
                    <a16:creationId xmlns:a16="http://schemas.microsoft.com/office/drawing/2014/main" id="{9E61A0AC-5F22-4A19-92B3-FEC38D463D1B}"/>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73" name="Rectangle 72">
                <a:extLst>
                  <a:ext uri="{FF2B5EF4-FFF2-40B4-BE49-F238E27FC236}">
                    <a16:creationId xmlns:a16="http://schemas.microsoft.com/office/drawing/2014/main" id="{B69F08BD-69C1-40D7-B90A-1BB9B9DCBFE4}"/>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74" name="Rectangle 73">
                <a:extLst>
                  <a:ext uri="{FF2B5EF4-FFF2-40B4-BE49-F238E27FC236}">
                    <a16:creationId xmlns:a16="http://schemas.microsoft.com/office/drawing/2014/main" id="{5C4974F8-A03C-48C5-8766-FFBA55C65C53}"/>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4" name="Rectangle 113">
                <a:extLst>
                  <a:ext uri="{FF2B5EF4-FFF2-40B4-BE49-F238E27FC236}">
                    <a16:creationId xmlns:a16="http://schemas.microsoft.com/office/drawing/2014/main" id="{79B3A1A2-24D9-4418-A66E-1200B11D5AD8}"/>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5" name="Rectangle 114">
                <a:extLst>
                  <a:ext uri="{FF2B5EF4-FFF2-40B4-BE49-F238E27FC236}">
                    <a16:creationId xmlns:a16="http://schemas.microsoft.com/office/drawing/2014/main" id="{6B824AC7-EE21-4A94-B226-BBBFB9E3B86B}"/>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6" name="Rectangle 115">
                <a:extLst>
                  <a:ext uri="{FF2B5EF4-FFF2-40B4-BE49-F238E27FC236}">
                    <a16:creationId xmlns:a16="http://schemas.microsoft.com/office/drawing/2014/main" id="{6BF6C3F1-008D-4826-AF89-271466EEAAEC}"/>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7" name="Rectangle 116">
                <a:extLst>
                  <a:ext uri="{FF2B5EF4-FFF2-40B4-BE49-F238E27FC236}">
                    <a16:creationId xmlns:a16="http://schemas.microsoft.com/office/drawing/2014/main" id="{6534F1F2-3DBB-4715-8CC5-8E4A1271F0FB}"/>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8" name="Rectangle 117">
                <a:extLst>
                  <a:ext uri="{FF2B5EF4-FFF2-40B4-BE49-F238E27FC236}">
                    <a16:creationId xmlns:a16="http://schemas.microsoft.com/office/drawing/2014/main" id="{BF680DA5-7768-4B70-80A2-8283D4099DB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9" name="Rectangle 118">
                <a:extLst>
                  <a:ext uri="{FF2B5EF4-FFF2-40B4-BE49-F238E27FC236}">
                    <a16:creationId xmlns:a16="http://schemas.microsoft.com/office/drawing/2014/main" id="{1C9613EA-C083-4B3F-96EB-3825CDD82572}"/>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61" name="Graphic 60" descr="Close with solid fill">
              <a:extLst>
                <a:ext uri="{FF2B5EF4-FFF2-40B4-BE49-F238E27FC236}">
                  <a16:creationId xmlns:a16="http://schemas.microsoft.com/office/drawing/2014/main" id="{7F1647AC-4630-45BE-B2A5-4455D33740C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62" name="Graphic 61" descr="Close with solid fill">
              <a:extLst>
                <a:ext uri="{FF2B5EF4-FFF2-40B4-BE49-F238E27FC236}">
                  <a16:creationId xmlns:a16="http://schemas.microsoft.com/office/drawing/2014/main" id="{82BFFF0D-DE04-4EF6-AE95-D9E53A72920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63" name="Graphic 62" descr="Close with solid fill">
              <a:extLst>
                <a:ext uri="{FF2B5EF4-FFF2-40B4-BE49-F238E27FC236}">
                  <a16:creationId xmlns:a16="http://schemas.microsoft.com/office/drawing/2014/main" id="{1B0D85D9-2D37-43D5-BCE9-207C2ECD6B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64" name="Graphic 63" descr="Close with solid fill">
              <a:extLst>
                <a:ext uri="{FF2B5EF4-FFF2-40B4-BE49-F238E27FC236}">
                  <a16:creationId xmlns:a16="http://schemas.microsoft.com/office/drawing/2014/main" id="{6DF7BE2B-5FD8-46D8-BA3F-20575B7906B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65" name="Graphic 64" descr="Close with solid fill">
              <a:extLst>
                <a:ext uri="{FF2B5EF4-FFF2-40B4-BE49-F238E27FC236}">
                  <a16:creationId xmlns:a16="http://schemas.microsoft.com/office/drawing/2014/main" id="{D7F89597-CDC7-444E-82FE-F060E4F619A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66" name="Graphic 65" descr="Close with solid fill">
              <a:extLst>
                <a:ext uri="{FF2B5EF4-FFF2-40B4-BE49-F238E27FC236}">
                  <a16:creationId xmlns:a16="http://schemas.microsoft.com/office/drawing/2014/main" id="{4F6BE0C1-5903-4A82-A411-F8A40EEC0B2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67" name="Graphic 66" descr="Close with solid fill">
              <a:extLst>
                <a:ext uri="{FF2B5EF4-FFF2-40B4-BE49-F238E27FC236}">
                  <a16:creationId xmlns:a16="http://schemas.microsoft.com/office/drawing/2014/main" id="{7AA346D1-0B69-435F-BD9C-C457202859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68" name="Graphic 67" descr="Close with solid fill">
              <a:extLst>
                <a:ext uri="{FF2B5EF4-FFF2-40B4-BE49-F238E27FC236}">
                  <a16:creationId xmlns:a16="http://schemas.microsoft.com/office/drawing/2014/main" id="{A4FCE17A-ECD8-48F5-AC64-08A29E09841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69" name="Graphic 68" descr="Close with solid fill">
              <a:extLst>
                <a:ext uri="{FF2B5EF4-FFF2-40B4-BE49-F238E27FC236}">
                  <a16:creationId xmlns:a16="http://schemas.microsoft.com/office/drawing/2014/main" id="{D47238AC-3E85-4EEF-B7C3-E82CDA37EB8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70" name="Graphic 69" descr="Close with solid fill">
              <a:extLst>
                <a:ext uri="{FF2B5EF4-FFF2-40B4-BE49-F238E27FC236}">
                  <a16:creationId xmlns:a16="http://schemas.microsoft.com/office/drawing/2014/main" id="{7EE5065F-65B5-4DED-8635-C7F59F790C5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3979660114"/>
      </p:ext>
    </p:extLst>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Icons 3 Columns Vertical">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C73E27CA-E796-4E28-8CD0-C3DC7F54ADED}"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0" name="Subtitle Left">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420733" y="3321147"/>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Middle">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3307198" y="3321147"/>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Right">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6193663" y="3321147"/>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7" name="Picture Placeholder Left">
            <a:extLst>
              <a:ext uri="{FF2B5EF4-FFF2-40B4-BE49-F238E27FC236}">
                <a16:creationId xmlns:a16="http://schemas.microsoft.com/office/drawing/2014/main" id="{EE4811C5-8A53-43BD-8758-631D0DA67029}"/>
              </a:ext>
            </a:extLst>
          </p:cNvPr>
          <p:cNvSpPr>
            <a:spLocks noGrp="1"/>
          </p:cNvSpPr>
          <p:nvPr>
            <p:ph type="pic" sz="quarter" idx="21" hasCustomPrompt="1"/>
          </p:nvPr>
        </p:nvSpPr>
        <p:spPr>
          <a:xfrm>
            <a:off x="420733" y="1959598"/>
            <a:ext cx="870966" cy="1161288"/>
          </a:xfrm>
        </p:spPr>
        <p:txBody>
          <a:bodyPr anchor="ctr">
            <a:normAutofit/>
          </a:bodyPr>
          <a:lstStyle>
            <a:lvl1pPr marL="0" indent="0" algn="ctr">
              <a:buNone/>
              <a:defRPr sz="1050"/>
            </a:lvl1pPr>
          </a:lstStyle>
          <a:p>
            <a:r>
              <a:rPr lang="en-US"/>
              <a:t>[Image] or remove and place icon here</a:t>
            </a:r>
          </a:p>
        </p:txBody>
      </p:sp>
      <p:sp>
        <p:nvSpPr>
          <p:cNvPr id="19" name="Picture Placeholder  Middle">
            <a:extLst>
              <a:ext uri="{FF2B5EF4-FFF2-40B4-BE49-F238E27FC236}">
                <a16:creationId xmlns:a16="http://schemas.microsoft.com/office/drawing/2014/main" id="{74E9CB25-CCB1-45E8-93FD-98982193B5D4}"/>
              </a:ext>
            </a:extLst>
          </p:cNvPr>
          <p:cNvSpPr>
            <a:spLocks noGrp="1"/>
          </p:cNvSpPr>
          <p:nvPr>
            <p:ph type="pic" sz="quarter" idx="22" hasCustomPrompt="1"/>
          </p:nvPr>
        </p:nvSpPr>
        <p:spPr>
          <a:xfrm>
            <a:off x="3307197" y="1959861"/>
            <a:ext cx="870966" cy="1161288"/>
          </a:xfrm>
        </p:spPr>
        <p:txBody>
          <a:bodyPr anchor="ctr">
            <a:normAutofit/>
          </a:bodyPr>
          <a:lstStyle>
            <a:lvl1pPr marL="0" indent="0" algn="ctr">
              <a:buNone/>
              <a:defRPr sz="1050"/>
            </a:lvl1pPr>
          </a:lstStyle>
          <a:p>
            <a:r>
              <a:rPr lang="en-US"/>
              <a:t>[Image] or remove and place icon here</a:t>
            </a:r>
          </a:p>
        </p:txBody>
      </p:sp>
      <p:sp>
        <p:nvSpPr>
          <p:cNvPr id="20" name="Picture Placeholder  Right">
            <a:extLst>
              <a:ext uri="{FF2B5EF4-FFF2-40B4-BE49-F238E27FC236}">
                <a16:creationId xmlns:a16="http://schemas.microsoft.com/office/drawing/2014/main" id="{FFBA88BC-581D-44A0-8366-78FD957E3F48}"/>
              </a:ext>
            </a:extLst>
          </p:cNvPr>
          <p:cNvSpPr>
            <a:spLocks noGrp="1"/>
          </p:cNvSpPr>
          <p:nvPr>
            <p:ph type="pic" sz="quarter" idx="23" hasCustomPrompt="1"/>
          </p:nvPr>
        </p:nvSpPr>
        <p:spPr>
          <a:xfrm>
            <a:off x="6192589" y="1959861"/>
            <a:ext cx="870966" cy="1161288"/>
          </a:xfrm>
        </p:spPr>
        <p:txBody>
          <a:bodyPr anchor="ctr">
            <a:normAutofit/>
          </a:bodyPr>
          <a:lstStyle>
            <a:lvl1pPr marL="0" indent="0" algn="ctr">
              <a:buNone/>
              <a:defRPr sz="1050"/>
            </a:lvl1pPr>
          </a:lstStyle>
          <a:p>
            <a:r>
              <a:rPr lang="en-US"/>
              <a:t>[Image] or remove and place icon here</a:t>
            </a:r>
          </a:p>
        </p:txBody>
      </p:sp>
      <p:sp>
        <p:nvSpPr>
          <p:cNvPr id="6" name="Title 5">
            <a:extLst>
              <a:ext uri="{FF2B5EF4-FFF2-40B4-BE49-F238E27FC236}">
                <a16:creationId xmlns:a16="http://schemas.microsoft.com/office/drawing/2014/main" id="{EDA03F86-325A-426E-9FC5-0C893F0B53EE}"/>
              </a:ext>
            </a:extLst>
          </p:cNvPr>
          <p:cNvSpPr>
            <a:spLocks noGrp="1"/>
          </p:cNvSpPr>
          <p:nvPr>
            <p:ph type="title" hasCustomPrompt="1"/>
          </p:nvPr>
        </p:nvSpPr>
        <p:spPr>
          <a:xfrm>
            <a:off x="425279" y="649617"/>
            <a:ext cx="8298591" cy="402336"/>
          </a:xfrm>
        </p:spPr>
        <p:txBody>
          <a:bodyPr/>
          <a:lstStyle/>
          <a:p>
            <a:r>
              <a:rPr lang="en-US"/>
              <a:t>[Headline]</a:t>
            </a:r>
          </a:p>
        </p:txBody>
      </p:sp>
      <p:sp>
        <p:nvSpPr>
          <p:cNvPr id="17" name="Subtitle">
            <a:extLst>
              <a:ext uri="{FF2B5EF4-FFF2-40B4-BE49-F238E27FC236}">
                <a16:creationId xmlns:a16="http://schemas.microsoft.com/office/drawing/2014/main" id="{0A5B223F-C605-4115-BE2F-C4F94D8B0D0E}"/>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8" name="Text Placeholder 20">
            <a:extLst>
              <a:ext uri="{FF2B5EF4-FFF2-40B4-BE49-F238E27FC236}">
                <a16:creationId xmlns:a16="http://schemas.microsoft.com/office/drawing/2014/main" id="{1CBEFA0D-AA9F-41EC-AA39-4B7ED7A544D8}"/>
              </a:ext>
            </a:extLst>
          </p:cNvPr>
          <p:cNvSpPr>
            <a:spLocks noGrp="1"/>
          </p:cNvSpPr>
          <p:nvPr>
            <p:ph type="body" sz="quarter" idx="24" hasCustomPrompt="1"/>
          </p:nvPr>
        </p:nvSpPr>
        <p:spPr>
          <a:xfrm>
            <a:off x="417909" y="3849757"/>
            <a:ext cx="2530602" cy="1739189"/>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1" name="Text Placeholder 22">
            <a:extLst>
              <a:ext uri="{FF2B5EF4-FFF2-40B4-BE49-F238E27FC236}">
                <a16:creationId xmlns:a16="http://schemas.microsoft.com/office/drawing/2014/main" id="{002B21E4-5277-4096-89FA-542D582DA3CB}"/>
              </a:ext>
            </a:extLst>
          </p:cNvPr>
          <p:cNvSpPr>
            <a:spLocks noGrp="1"/>
          </p:cNvSpPr>
          <p:nvPr>
            <p:ph type="body" sz="quarter" idx="25" hasCustomPrompt="1"/>
          </p:nvPr>
        </p:nvSpPr>
        <p:spPr>
          <a:xfrm>
            <a:off x="3305175" y="3849756"/>
            <a:ext cx="2530602" cy="1739188"/>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2" name="Text Placeholder 24">
            <a:extLst>
              <a:ext uri="{FF2B5EF4-FFF2-40B4-BE49-F238E27FC236}">
                <a16:creationId xmlns:a16="http://schemas.microsoft.com/office/drawing/2014/main" id="{D4CDAA6E-D967-4882-9C82-04117B5FB9C8}"/>
              </a:ext>
            </a:extLst>
          </p:cNvPr>
          <p:cNvSpPr>
            <a:spLocks noGrp="1"/>
          </p:cNvSpPr>
          <p:nvPr>
            <p:ph type="body" sz="quarter" idx="26" hasCustomPrompt="1"/>
          </p:nvPr>
        </p:nvSpPr>
        <p:spPr>
          <a:xfrm>
            <a:off x="6192440" y="3849757"/>
            <a:ext cx="2530602" cy="1739189"/>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5" name="Text Placeholder 11">
            <a:extLst>
              <a:ext uri="{FF2B5EF4-FFF2-40B4-BE49-F238E27FC236}">
                <a16:creationId xmlns:a16="http://schemas.microsoft.com/office/drawing/2014/main" id="{200235E1-A4EC-4E89-988A-52AFEB6744E9}"/>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13" name="Group 12">
            <a:extLst>
              <a:ext uri="{FF2B5EF4-FFF2-40B4-BE49-F238E27FC236}">
                <a16:creationId xmlns:a16="http://schemas.microsoft.com/office/drawing/2014/main" id="{8CEA58D2-BBDB-4362-9160-5D5A2D975377}"/>
              </a:ext>
            </a:extLst>
          </p:cNvPr>
          <p:cNvGrpSpPr/>
          <p:nvPr/>
        </p:nvGrpSpPr>
        <p:grpSpPr>
          <a:xfrm>
            <a:off x="9196831" y="4218015"/>
            <a:ext cx="954405" cy="1049582"/>
            <a:chOff x="12262441" y="4218015"/>
            <a:chExt cx="1272540" cy="1049582"/>
          </a:xfrm>
        </p:grpSpPr>
        <p:sp>
          <p:nvSpPr>
            <p:cNvPr id="23" name="Rectangle 22">
              <a:extLst>
                <a:ext uri="{FF2B5EF4-FFF2-40B4-BE49-F238E27FC236}">
                  <a16:creationId xmlns:a16="http://schemas.microsoft.com/office/drawing/2014/main" id="{490E9F7B-7BE1-43A5-AA8C-D678352867B4}"/>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8" name="Picture 7">
              <a:extLst>
                <a:ext uri="{FF2B5EF4-FFF2-40B4-BE49-F238E27FC236}">
                  <a16:creationId xmlns:a16="http://schemas.microsoft.com/office/drawing/2014/main" id="{7DEA47EC-0888-49C5-842B-B58EBFE657AF}"/>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11" name="Straight Arrow Connector 10">
              <a:extLst>
                <a:ext uri="{FF2B5EF4-FFF2-40B4-BE49-F238E27FC236}">
                  <a16:creationId xmlns:a16="http://schemas.microsoft.com/office/drawing/2014/main" id="{0DF73BC0-6C32-4386-8B6D-B106628A5C3E}"/>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C0E86CEA-7E59-40A7-B10C-26F620B46CD4}"/>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3235686914"/>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Icons 3 Columns Horizontal">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9D422B2E-FE33-465E-883D-0652CF597AFA}"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0" name="Subtitle Left">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2657476" y="1958819"/>
            <a:ext cx="6066396"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2" name="Subtitle Middle">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2657476" y="3396614"/>
            <a:ext cx="6066396"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4" name="Subtitle Right">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2657476" y="4839820"/>
            <a:ext cx="6066396"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7" name="Picture Placeholder Left">
            <a:extLst>
              <a:ext uri="{FF2B5EF4-FFF2-40B4-BE49-F238E27FC236}">
                <a16:creationId xmlns:a16="http://schemas.microsoft.com/office/drawing/2014/main" id="{EE4811C5-8A53-43BD-8758-631D0DA67029}"/>
              </a:ext>
            </a:extLst>
          </p:cNvPr>
          <p:cNvSpPr>
            <a:spLocks noGrp="1"/>
          </p:cNvSpPr>
          <p:nvPr>
            <p:ph type="pic" sz="quarter" idx="21" hasCustomPrompt="1"/>
          </p:nvPr>
        </p:nvSpPr>
        <p:spPr>
          <a:xfrm>
            <a:off x="1148766" y="1953408"/>
            <a:ext cx="637794" cy="850392"/>
          </a:xfrm>
        </p:spPr>
        <p:txBody>
          <a:bodyPr anchor="ctr">
            <a:normAutofit/>
          </a:bodyPr>
          <a:lstStyle>
            <a:lvl1pPr marL="0" indent="0" algn="ctr">
              <a:buNone/>
              <a:defRPr sz="825"/>
            </a:lvl1pPr>
          </a:lstStyle>
          <a:p>
            <a:r>
              <a:rPr lang="en-US"/>
              <a:t>[Image] or remove and place icon here</a:t>
            </a:r>
          </a:p>
        </p:txBody>
      </p:sp>
      <p:sp>
        <p:nvSpPr>
          <p:cNvPr id="19" name="Picture Placeholder  Middle">
            <a:extLst>
              <a:ext uri="{FF2B5EF4-FFF2-40B4-BE49-F238E27FC236}">
                <a16:creationId xmlns:a16="http://schemas.microsoft.com/office/drawing/2014/main" id="{74E9CB25-CCB1-45E8-93FD-98982193B5D4}"/>
              </a:ext>
            </a:extLst>
          </p:cNvPr>
          <p:cNvSpPr>
            <a:spLocks noGrp="1"/>
          </p:cNvSpPr>
          <p:nvPr>
            <p:ph type="pic" sz="quarter" idx="22" hasCustomPrompt="1"/>
          </p:nvPr>
        </p:nvSpPr>
        <p:spPr>
          <a:xfrm>
            <a:off x="1148766" y="3396613"/>
            <a:ext cx="637794" cy="850392"/>
          </a:xfrm>
        </p:spPr>
        <p:txBody>
          <a:bodyPr anchor="ctr">
            <a:normAutofit/>
          </a:bodyPr>
          <a:lstStyle>
            <a:lvl1pPr marL="0" indent="0" algn="ctr">
              <a:buNone/>
              <a:defRPr sz="825"/>
            </a:lvl1pPr>
          </a:lstStyle>
          <a:p>
            <a:r>
              <a:rPr lang="en-US"/>
              <a:t>[Image] or remove and place icon here</a:t>
            </a:r>
          </a:p>
        </p:txBody>
      </p:sp>
      <p:sp>
        <p:nvSpPr>
          <p:cNvPr id="20" name="Picture Placeholder  Right">
            <a:extLst>
              <a:ext uri="{FF2B5EF4-FFF2-40B4-BE49-F238E27FC236}">
                <a16:creationId xmlns:a16="http://schemas.microsoft.com/office/drawing/2014/main" id="{FFBA88BC-581D-44A0-8366-78FD957E3F48}"/>
              </a:ext>
            </a:extLst>
          </p:cNvPr>
          <p:cNvSpPr>
            <a:spLocks noGrp="1"/>
          </p:cNvSpPr>
          <p:nvPr>
            <p:ph type="pic" sz="quarter" idx="23" hasCustomPrompt="1"/>
          </p:nvPr>
        </p:nvSpPr>
        <p:spPr>
          <a:xfrm>
            <a:off x="1147133" y="4839819"/>
            <a:ext cx="637794" cy="850392"/>
          </a:xfrm>
        </p:spPr>
        <p:txBody>
          <a:bodyPr anchor="ctr">
            <a:normAutofit/>
          </a:bodyPr>
          <a:lstStyle>
            <a:lvl1pPr marL="0" indent="0" algn="ctr">
              <a:buNone/>
              <a:defRPr sz="825"/>
            </a:lvl1pPr>
          </a:lstStyle>
          <a:p>
            <a:r>
              <a:rPr lang="en-US"/>
              <a:t>[Image] or remove and place icon here</a:t>
            </a:r>
          </a:p>
        </p:txBody>
      </p:sp>
      <p:sp>
        <p:nvSpPr>
          <p:cNvPr id="6" name="Title 5">
            <a:extLst>
              <a:ext uri="{FF2B5EF4-FFF2-40B4-BE49-F238E27FC236}">
                <a16:creationId xmlns:a16="http://schemas.microsoft.com/office/drawing/2014/main" id="{CCBBB53B-3527-4A3E-A5BB-F5E5B67F0C37}"/>
              </a:ext>
            </a:extLst>
          </p:cNvPr>
          <p:cNvSpPr>
            <a:spLocks noGrp="1"/>
          </p:cNvSpPr>
          <p:nvPr>
            <p:ph type="title" hasCustomPrompt="1"/>
          </p:nvPr>
        </p:nvSpPr>
        <p:spPr>
          <a:xfrm>
            <a:off x="425279" y="648932"/>
            <a:ext cx="8298591" cy="402336"/>
          </a:xfrm>
        </p:spPr>
        <p:txBody>
          <a:bodyPr/>
          <a:lstStyle/>
          <a:p>
            <a:r>
              <a:rPr lang="en-US"/>
              <a:t>[Headline]</a:t>
            </a:r>
          </a:p>
        </p:txBody>
      </p:sp>
      <p:sp>
        <p:nvSpPr>
          <p:cNvPr id="17" name="Subtitle">
            <a:extLst>
              <a:ext uri="{FF2B5EF4-FFF2-40B4-BE49-F238E27FC236}">
                <a16:creationId xmlns:a16="http://schemas.microsoft.com/office/drawing/2014/main" id="{1EA49DD4-28E5-4849-9C4D-AC342BF2CFCE}"/>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8" name="Text Placeholder 20">
            <a:extLst>
              <a:ext uri="{FF2B5EF4-FFF2-40B4-BE49-F238E27FC236}">
                <a16:creationId xmlns:a16="http://schemas.microsoft.com/office/drawing/2014/main" id="{41C011CA-5E4C-4675-8428-A4C4BEE6165B}"/>
              </a:ext>
            </a:extLst>
          </p:cNvPr>
          <p:cNvSpPr>
            <a:spLocks noGrp="1"/>
          </p:cNvSpPr>
          <p:nvPr>
            <p:ph type="body" sz="quarter" idx="24" hasCustomPrompt="1"/>
          </p:nvPr>
        </p:nvSpPr>
        <p:spPr>
          <a:xfrm>
            <a:off x="2657476" y="2267824"/>
            <a:ext cx="6066395" cy="928037"/>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1" name="Text Placeholder 22">
            <a:extLst>
              <a:ext uri="{FF2B5EF4-FFF2-40B4-BE49-F238E27FC236}">
                <a16:creationId xmlns:a16="http://schemas.microsoft.com/office/drawing/2014/main" id="{1AB236A3-5B03-4D1A-9A80-7D0DCACD6EE7}"/>
              </a:ext>
            </a:extLst>
          </p:cNvPr>
          <p:cNvSpPr>
            <a:spLocks noGrp="1"/>
          </p:cNvSpPr>
          <p:nvPr>
            <p:ph type="body" sz="quarter" idx="25" hasCustomPrompt="1"/>
          </p:nvPr>
        </p:nvSpPr>
        <p:spPr>
          <a:xfrm>
            <a:off x="2657476" y="3706746"/>
            <a:ext cx="6066395" cy="928036"/>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2" name="Text Placeholder 24">
            <a:extLst>
              <a:ext uri="{FF2B5EF4-FFF2-40B4-BE49-F238E27FC236}">
                <a16:creationId xmlns:a16="http://schemas.microsoft.com/office/drawing/2014/main" id="{72848112-E7F0-4D33-BA96-6A70FAF33AC0}"/>
              </a:ext>
            </a:extLst>
          </p:cNvPr>
          <p:cNvSpPr>
            <a:spLocks noGrp="1"/>
          </p:cNvSpPr>
          <p:nvPr>
            <p:ph type="body" sz="quarter" idx="26" hasCustomPrompt="1"/>
          </p:nvPr>
        </p:nvSpPr>
        <p:spPr>
          <a:xfrm>
            <a:off x="2657476" y="5158964"/>
            <a:ext cx="6066395" cy="928037"/>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4" name="Text Placeholder 11">
            <a:extLst>
              <a:ext uri="{FF2B5EF4-FFF2-40B4-BE49-F238E27FC236}">
                <a16:creationId xmlns:a16="http://schemas.microsoft.com/office/drawing/2014/main" id="{2F568A52-F1F3-4E3C-94E6-92E30A38DE99}"/>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3" name="Group 22">
            <a:extLst>
              <a:ext uri="{FF2B5EF4-FFF2-40B4-BE49-F238E27FC236}">
                <a16:creationId xmlns:a16="http://schemas.microsoft.com/office/drawing/2014/main" id="{D5B2EC18-CF23-4A23-B367-581D770B4F98}"/>
              </a:ext>
            </a:extLst>
          </p:cNvPr>
          <p:cNvGrpSpPr/>
          <p:nvPr/>
        </p:nvGrpSpPr>
        <p:grpSpPr>
          <a:xfrm>
            <a:off x="9196831" y="4218015"/>
            <a:ext cx="954405" cy="1049582"/>
            <a:chOff x="12262441" y="4218015"/>
            <a:chExt cx="1272540" cy="1049582"/>
          </a:xfrm>
        </p:grpSpPr>
        <p:sp>
          <p:nvSpPr>
            <p:cNvPr id="25" name="Rectangle 24">
              <a:extLst>
                <a:ext uri="{FF2B5EF4-FFF2-40B4-BE49-F238E27FC236}">
                  <a16:creationId xmlns:a16="http://schemas.microsoft.com/office/drawing/2014/main" id="{654077C3-9F6C-4215-B70B-431916D54E9E}"/>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26" name="Picture 25">
              <a:extLst>
                <a:ext uri="{FF2B5EF4-FFF2-40B4-BE49-F238E27FC236}">
                  <a16:creationId xmlns:a16="http://schemas.microsoft.com/office/drawing/2014/main" id="{DA52B929-6421-4761-B202-A57B4EBA1212}"/>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27" name="Straight Arrow Connector 26">
              <a:extLst>
                <a:ext uri="{FF2B5EF4-FFF2-40B4-BE49-F238E27FC236}">
                  <a16:creationId xmlns:a16="http://schemas.microsoft.com/office/drawing/2014/main" id="{AAC4F845-EAE5-4A23-A7C5-4E190A67CDBF}"/>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64872BB-5274-4548-9EF3-48FCED313488}"/>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947437917"/>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Icons 4 Columns +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5D190FD0-E9D1-44FD-B80C-BB2BAA3DEB37}"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0" name="Subtitle Middle Top">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5946380" y="2788003"/>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Middle Bottom">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5946380" y="4011046"/>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Bottom">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5948421" y="5234090"/>
            <a:ext cx="277545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7" name="Picture Placeholder Middle Top">
            <a:extLst>
              <a:ext uri="{FF2B5EF4-FFF2-40B4-BE49-F238E27FC236}">
                <a16:creationId xmlns:a16="http://schemas.microsoft.com/office/drawing/2014/main" id="{EE4811C5-8A53-43BD-8758-631D0DA67029}"/>
              </a:ext>
            </a:extLst>
          </p:cNvPr>
          <p:cNvSpPr>
            <a:spLocks noGrp="1"/>
          </p:cNvSpPr>
          <p:nvPr>
            <p:ph type="pic" sz="quarter" idx="21" hasCustomPrompt="1"/>
          </p:nvPr>
        </p:nvSpPr>
        <p:spPr>
          <a:xfrm>
            <a:off x="4958666" y="2788002"/>
            <a:ext cx="548640" cy="731520"/>
          </a:xfrm>
        </p:spPr>
        <p:txBody>
          <a:bodyPr anchor="ctr">
            <a:normAutofit/>
          </a:bodyPr>
          <a:lstStyle>
            <a:lvl1pPr marL="0" indent="0" algn="ctr">
              <a:buNone/>
              <a:defRPr sz="825"/>
            </a:lvl1pPr>
          </a:lstStyle>
          <a:p>
            <a:r>
              <a:rPr lang="en-US"/>
              <a:t>[Image] or remove and place icon here</a:t>
            </a:r>
          </a:p>
        </p:txBody>
      </p:sp>
      <p:sp>
        <p:nvSpPr>
          <p:cNvPr id="19" name="Picture Placeholder  Middle Bottom">
            <a:extLst>
              <a:ext uri="{FF2B5EF4-FFF2-40B4-BE49-F238E27FC236}">
                <a16:creationId xmlns:a16="http://schemas.microsoft.com/office/drawing/2014/main" id="{74E9CB25-CCB1-45E8-93FD-98982193B5D4}"/>
              </a:ext>
            </a:extLst>
          </p:cNvPr>
          <p:cNvSpPr>
            <a:spLocks noGrp="1"/>
          </p:cNvSpPr>
          <p:nvPr>
            <p:ph type="pic" sz="quarter" idx="22" hasCustomPrompt="1"/>
          </p:nvPr>
        </p:nvSpPr>
        <p:spPr>
          <a:xfrm>
            <a:off x="4958666" y="4011045"/>
            <a:ext cx="548640" cy="731520"/>
          </a:xfrm>
        </p:spPr>
        <p:txBody>
          <a:bodyPr anchor="ctr">
            <a:normAutofit/>
          </a:bodyPr>
          <a:lstStyle>
            <a:lvl1pPr marL="0" indent="0" algn="ctr">
              <a:buNone/>
              <a:defRPr sz="825"/>
            </a:lvl1pPr>
          </a:lstStyle>
          <a:p>
            <a:r>
              <a:rPr lang="en-US"/>
              <a:t>[Image] or remove and place icon here</a:t>
            </a:r>
          </a:p>
        </p:txBody>
      </p:sp>
      <p:sp>
        <p:nvSpPr>
          <p:cNvPr id="20" name="Picture Placeholder  Bottom">
            <a:extLst>
              <a:ext uri="{FF2B5EF4-FFF2-40B4-BE49-F238E27FC236}">
                <a16:creationId xmlns:a16="http://schemas.microsoft.com/office/drawing/2014/main" id="{FFBA88BC-581D-44A0-8366-78FD957E3F48}"/>
              </a:ext>
            </a:extLst>
          </p:cNvPr>
          <p:cNvSpPr>
            <a:spLocks noGrp="1"/>
          </p:cNvSpPr>
          <p:nvPr>
            <p:ph type="pic" sz="quarter" idx="23" hasCustomPrompt="1"/>
          </p:nvPr>
        </p:nvSpPr>
        <p:spPr>
          <a:xfrm>
            <a:off x="4957034" y="5234089"/>
            <a:ext cx="548640" cy="731520"/>
          </a:xfrm>
        </p:spPr>
        <p:txBody>
          <a:bodyPr anchor="ctr">
            <a:normAutofit/>
          </a:bodyPr>
          <a:lstStyle>
            <a:lvl1pPr marL="0" indent="0" algn="ctr">
              <a:buNone/>
              <a:defRPr sz="825"/>
            </a:lvl1pPr>
          </a:lstStyle>
          <a:p>
            <a:r>
              <a:rPr lang="en-US"/>
              <a:t>[Image] or remove and place icon here</a:t>
            </a:r>
          </a:p>
        </p:txBody>
      </p:sp>
      <p:sp>
        <p:nvSpPr>
          <p:cNvPr id="17" name="Subtitle Top">
            <a:extLst>
              <a:ext uri="{FF2B5EF4-FFF2-40B4-BE49-F238E27FC236}">
                <a16:creationId xmlns:a16="http://schemas.microsoft.com/office/drawing/2014/main" id="{5B7C905F-BC05-4395-B5CE-1BD93FF9FFF2}"/>
              </a:ext>
            </a:extLst>
          </p:cNvPr>
          <p:cNvSpPr>
            <a:spLocks noGrp="1"/>
          </p:cNvSpPr>
          <p:nvPr>
            <p:ph type="body" sz="quarter" idx="25" hasCustomPrompt="1"/>
          </p:nvPr>
        </p:nvSpPr>
        <p:spPr>
          <a:xfrm>
            <a:off x="5946380" y="1570370"/>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2" name="Picture Placeholder Top">
            <a:extLst>
              <a:ext uri="{FF2B5EF4-FFF2-40B4-BE49-F238E27FC236}">
                <a16:creationId xmlns:a16="http://schemas.microsoft.com/office/drawing/2014/main" id="{60D6C90E-DF65-4EB1-B7A0-570C08F1AA2E}"/>
              </a:ext>
            </a:extLst>
          </p:cNvPr>
          <p:cNvSpPr>
            <a:spLocks noGrp="1"/>
          </p:cNvSpPr>
          <p:nvPr>
            <p:ph type="pic" sz="quarter" idx="27" hasCustomPrompt="1"/>
          </p:nvPr>
        </p:nvSpPr>
        <p:spPr>
          <a:xfrm>
            <a:off x="4958666" y="1564959"/>
            <a:ext cx="548640" cy="731520"/>
          </a:xfrm>
        </p:spPr>
        <p:txBody>
          <a:bodyPr anchor="ctr">
            <a:normAutofit/>
          </a:bodyPr>
          <a:lstStyle>
            <a:lvl1pPr marL="0" indent="0" algn="ctr">
              <a:buNone/>
              <a:defRPr sz="825"/>
            </a:lvl1pPr>
          </a:lstStyle>
          <a:p>
            <a:r>
              <a:rPr lang="en-US"/>
              <a:t>[Image] or remove and place icon here</a:t>
            </a:r>
          </a:p>
        </p:txBody>
      </p:sp>
      <p:sp>
        <p:nvSpPr>
          <p:cNvPr id="6" name="Title 5">
            <a:extLst>
              <a:ext uri="{FF2B5EF4-FFF2-40B4-BE49-F238E27FC236}">
                <a16:creationId xmlns:a16="http://schemas.microsoft.com/office/drawing/2014/main" id="{CA23C681-1494-4F7B-84EB-323D32363D07}"/>
              </a:ext>
            </a:extLst>
          </p:cNvPr>
          <p:cNvSpPr>
            <a:spLocks noGrp="1"/>
          </p:cNvSpPr>
          <p:nvPr>
            <p:ph type="title" hasCustomPrompt="1"/>
          </p:nvPr>
        </p:nvSpPr>
        <p:spPr>
          <a:xfrm>
            <a:off x="425279" y="648932"/>
            <a:ext cx="8298591" cy="402336"/>
          </a:xfrm>
        </p:spPr>
        <p:txBody>
          <a:bodyPr/>
          <a:lstStyle/>
          <a:p>
            <a:r>
              <a:rPr lang="en-US"/>
              <a:t>[Headline]</a:t>
            </a:r>
          </a:p>
        </p:txBody>
      </p:sp>
      <p:sp>
        <p:nvSpPr>
          <p:cNvPr id="23" name="Subtitle">
            <a:extLst>
              <a:ext uri="{FF2B5EF4-FFF2-40B4-BE49-F238E27FC236}">
                <a16:creationId xmlns:a16="http://schemas.microsoft.com/office/drawing/2014/main" id="{5269F756-36C3-4378-BB35-C98BBDF8B9DB}"/>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4" name="Text Placeholder 7">
            <a:extLst>
              <a:ext uri="{FF2B5EF4-FFF2-40B4-BE49-F238E27FC236}">
                <a16:creationId xmlns:a16="http://schemas.microsoft.com/office/drawing/2014/main" id="{B703467C-C8D9-42B1-8A23-41FBE3F8DD2B}"/>
              </a:ext>
            </a:extLst>
          </p:cNvPr>
          <p:cNvSpPr>
            <a:spLocks noGrp="1"/>
          </p:cNvSpPr>
          <p:nvPr>
            <p:ph type="body" sz="quarter" idx="28" hasCustomPrompt="1"/>
          </p:nvPr>
        </p:nvSpPr>
        <p:spPr>
          <a:xfrm>
            <a:off x="425279" y="1955800"/>
            <a:ext cx="3756422" cy="4253576"/>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6" name="Text Placeholder 15">
            <a:extLst>
              <a:ext uri="{FF2B5EF4-FFF2-40B4-BE49-F238E27FC236}">
                <a16:creationId xmlns:a16="http://schemas.microsoft.com/office/drawing/2014/main" id="{FC6CE9A5-1EBE-4621-8BA5-AA6C36FB5AA3}"/>
              </a:ext>
            </a:extLst>
          </p:cNvPr>
          <p:cNvSpPr>
            <a:spLocks noGrp="1"/>
          </p:cNvSpPr>
          <p:nvPr>
            <p:ph type="body" sz="quarter" idx="29" hasCustomPrompt="1"/>
          </p:nvPr>
        </p:nvSpPr>
        <p:spPr>
          <a:xfrm>
            <a:off x="5947333" y="1901826"/>
            <a:ext cx="2776538" cy="64008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6" name="Text Placeholder 25">
            <a:extLst>
              <a:ext uri="{FF2B5EF4-FFF2-40B4-BE49-F238E27FC236}">
                <a16:creationId xmlns:a16="http://schemas.microsoft.com/office/drawing/2014/main" id="{7B71C853-D31A-4FE2-A3F4-52EF33BB7DDE}"/>
              </a:ext>
            </a:extLst>
          </p:cNvPr>
          <p:cNvSpPr>
            <a:spLocks noGrp="1"/>
          </p:cNvSpPr>
          <p:nvPr>
            <p:ph type="body" sz="quarter" idx="30" hasCustomPrompt="1"/>
          </p:nvPr>
        </p:nvSpPr>
        <p:spPr>
          <a:xfrm>
            <a:off x="5947333" y="3121025"/>
            <a:ext cx="2776538" cy="64008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endParaRPr lang="en-US"/>
          </a:p>
        </p:txBody>
      </p:sp>
      <p:sp>
        <p:nvSpPr>
          <p:cNvPr id="28" name="Text Placeholder 27">
            <a:extLst>
              <a:ext uri="{FF2B5EF4-FFF2-40B4-BE49-F238E27FC236}">
                <a16:creationId xmlns:a16="http://schemas.microsoft.com/office/drawing/2014/main" id="{CBB7F8EA-801E-49A7-8B26-28A6618F1B4F}"/>
              </a:ext>
            </a:extLst>
          </p:cNvPr>
          <p:cNvSpPr>
            <a:spLocks noGrp="1"/>
          </p:cNvSpPr>
          <p:nvPr>
            <p:ph type="body" sz="quarter" idx="31" hasCustomPrompt="1"/>
          </p:nvPr>
        </p:nvSpPr>
        <p:spPr>
          <a:xfrm>
            <a:off x="5948524" y="4345333"/>
            <a:ext cx="2775347" cy="64008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0" name="Text Placeholder 29">
            <a:extLst>
              <a:ext uri="{FF2B5EF4-FFF2-40B4-BE49-F238E27FC236}">
                <a16:creationId xmlns:a16="http://schemas.microsoft.com/office/drawing/2014/main" id="{3CAECFBE-8C5B-4F58-B0BE-FC92E55F22A5}"/>
              </a:ext>
            </a:extLst>
          </p:cNvPr>
          <p:cNvSpPr>
            <a:spLocks noGrp="1"/>
          </p:cNvSpPr>
          <p:nvPr>
            <p:ph type="body" sz="quarter" idx="32" hasCustomPrompt="1"/>
          </p:nvPr>
        </p:nvSpPr>
        <p:spPr>
          <a:xfrm>
            <a:off x="5940190" y="5569296"/>
            <a:ext cx="2783681" cy="64008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5" name="Text Placeholder 11">
            <a:extLst>
              <a:ext uri="{FF2B5EF4-FFF2-40B4-BE49-F238E27FC236}">
                <a16:creationId xmlns:a16="http://schemas.microsoft.com/office/drawing/2014/main" id="{78F1645D-E649-4CCA-A7B1-0A38FE8ACCFC}"/>
              </a:ext>
            </a:extLst>
          </p:cNvPr>
          <p:cNvSpPr>
            <a:spLocks noGrp="1"/>
          </p:cNvSpPr>
          <p:nvPr>
            <p:ph type="body" sz="quarter" idx="15" hasCustomPrompt="1"/>
          </p:nvPr>
        </p:nvSpPr>
        <p:spPr>
          <a:xfrm>
            <a:off x="425279" y="5687045"/>
            <a:ext cx="3761688"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1" name="Group 20">
            <a:extLst>
              <a:ext uri="{FF2B5EF4-FFF2-40B4-BE49-F238E27FC236}">
                <a16:creationId xmlns:a16="http://schemas.microsoft.com/office/drawing/2014/main" id="{A536564A-10D3-464D-AFC2-90A9652124B9}"/>
              </a:ext>
            </a:extLst>
          </p:cNvPr>
          <p:cNvGrpSpPr/>
          <p:nvPr/>
        </p:nvGrpSpPr>
        <p:grpSpPr>
          <a:xfrm>
            <a:off x="9196831" y="4218015"/>
            <a:ext cx="954405" cy="1049582"/>
            <a:chOff x="12262441" y="4218015"/>
            <a:chExt cx="1272540" cy="1049582"/>
          </a:xfrm>
        </p:grpSpPr>
        <p:sp>
          <p:nvSpPr>
            <p:cNvPr id="27" name="Rectangle 26">
              <a:extLst>
                <a:ext uri="{FF2B5EF4-FFF2-40B4-BE49-F238E27FC236}">
                  <a16:creationId xmlns:a16="http://schemas.microsoft.com/office/drawing/2014/main" id="{BF532385-C9F0-4CCE-B850-6E89396806EC}"/>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29" name="Picture 28">
              <a:extLst>
                <a:ext uri="{FF2B5EF4-FFF2-40B4-BE49-F238E27FC236}">
                  <a16:creationId xmlns:a16="http://schemas.microsoft.com/office/drawing/2014/main" id="{E24C4543-1B8D-4A02-A1F9-19CC997EB85B}"/>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31" name="Straight Arrow Connector 30">
              <a:extLst>
                <a:ext uri="{FF2B5EF4-FFF2-40B4-BE49-F238E27FC236}">
                  <a16:creationId xmlns:a16="http://schemas.microsoft.com/office/drawing/2014/main" id="{FC92C11F-C54C-408D-A4A3-D9EE7B86C179}"/>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AA2EC0B6-0C88-4ADC-B622-0533E5235615}"/>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1107027363"/>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Icons 2 x 3 Colum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2736353C-0FD5-4BC5-B557-48088D839A81}"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0" name="Subtitle Left Top">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1303018" y="2627823"/>
            <a:ext cx="2880881"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Left Bottom">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1302743" y="4315672"/>
            <a:ext cx="2880881"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Right Top">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5850368" y="2622871"/>
            <a:ext cx="2873502"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7" name="Picture Placeholder Left Top">
            <a:extLst>
              <a:ext uri="{FF2B5EF4-FFF2-40B4-BE49-F238E27FC236}">
                <a16:creationId xmlns:a16="http://schemas.microsoft.com/office/drawing/2014/main" id="{EE4811C5-8A53-43BD-8758-631D0DA67029}"/>
              </a:ext>
            </a:extLst>
          </p:cNvPr>
          <p:cNvSpPr>
            <a:spLocks noGrp="1"/>
          </p:cNvSpPr>
          <p:nvPr>
            <p:ph type="pic" sz="quarter" idx="21" hasCustomPrompt="1"/>
          </p:nvPr>
        </p:nvSpPr>
        <p:spPr>
          <a:xfrm>
            <a:off x="425279" y="2622411"/>
            <a:ext cx="548640" cy="731520"/>
          </a:xfrm>
        </p:spPr>
        <p:txBody>
          <a:bodyPr anchor="ctr">
            <a:normAutofit/>
          </a:bodyPr>
          <a:lstStyle>
            <a:lvl1pPr marL="0" indent="0" algn="ctr">
              <a:buNone/>
              <a:defRPr sz="825"/>
            </a:lvl1pPr>
          </a:lstStyle>
          <a:p>
            <a:r>
              <a:rPr lang="en-US"/>
              <a:t>[Image] or remove and place icon here</a:t>
            </a:r>
          </a:p>
        </p:txBody>
      </p:sp>
      <p:sp>
        <p:nvSpPr>
          <p:cNvPr id="19" name="Picture Placeholder  Left Bottom">
            <a:extLst>
              <a:ext uri="{FF2B5EF4-FFF2-40B4-BE49-F238E27FC236}">
                <a16:creationId xmlns:a16="http://schemas.microsoft.com/office/drawing/2014/main" id="{74E9CB25-CCB1-45E8-93FD-98982193B5D4}"/>
              </a:ext>
            </a:extLst>
          </p:cNvPr>
          <p:cNvSpPr>
            <a:spLocks noGrp="1"/>
          </p:cNvSpPr>
          <p:nvPr>
            <p:ph type="pic" sz="quarter" idx="22" hasCustomPrompt="1"/>
          </p:nvPr>
        </p:nvSpPr>
        <p:spPr>
          <a:xfrm>
            <a:off x="425279" y="4300355"/>
            <a:ext cx="548640" cy="731520"/>
          </a:xfrm>
        </p:spPr>
        <p:txBody>
          <a:bodyPr anchor="ctr">
            <a:normAutofit/>
          </a:bodyPr>
          <a:lstStyle>
            <a:lvl1pPr marL="0" indent="0" algn="ctr">
              <a:buNone/>
              <a:defRPr sz="825"/>
            </a:lvl1pPr>
          </a:lstStyle>
          <a:p>
            <a:r>
              <a:rPr lang="en-US"/>
              <a:t>[Image] or remove and place icon here</a:t>
            </a:r>
          </a:p>
        </p:txBody>
      </p:sp>
      <p:sp>
        <p:nvSpPr>
          <p:cNvPr id="20" name="Picture Placeholder  Right Top">
            <a:extLst>
              <a:ext uri="{FF2B5EF4-FFF2-40B4-BE49-F238E27FC236}">
                <a16:creationId xmlns:a16="http://schemas.microsoft.com/office/drawing/2014/main" id="{FFBA88BC-581D-44A0-8366-78FD957E3F48}"/>
              </a:ext>
            </a:extLst>
          </p:cNvPr>
          <p:cNvSpPr>
            <a:spLocks noGrp="1"/>
          </p:cNvSpPr>
          <p:nvPr>
            <p:ph type="pic" sz="quarter" idx="23" hasCustomPrompt="1"/>
          </p:nvPr>
        </p:nvSpPr>
        <p:spPr>
          <a:xfrm>
            <a:off x="4957961" y="2622868"/>
            <a:ext cx="548640" cy="731520"/>
          </a:xfrm>
        </p:spPr>
        <p:txBody>
          <a:bodyPr anchor="ctr">
            <a:normAutofit/>
          </a:bodyPr>
          <a:lstStyle>
            <a:lvl1pPr marL="0" indent="0" algn="ctr">
              <a:buNone/>
              <a:defRPr sz="825"/>
            </a:lvl1pPr>
          </a:lstStyle>
          <a:p>
            <a:r>
              <a:rPr lang="en-US"/>
              <a:t>[Image] or remove and place icon here</a:t>
            </a:r>
          </a:p>
        </p:txBody>
      </p:sp>
      <p:sp>
        <p:nvSpPr>
          <p:cNvPr id="18" name="Subtitle Right Bottom">
            <a:extLst>
              <a:ext uri="{FF2B5EF4-FFF2-40B4-BE49-F238E27FC236}">
                <a16:creationId xmlns:a16="http://schemas.microsoft.com/office/drawing/2014/main" id="{48492227-B5B3-481A-B3FF-29B58418F39B}"/>
              </a:ext>
            </a:extLst>
          </p:cNvPr>
          <p:cNvSpPr>
            <a:spLocks noGrp="1"/>
          </p:cNvSpPr>
          <p:nvPr>
            <p:ph type="body" sz="quarter" idx="24" hasCustomPrompt="1"/>
          </p:nvPr>
        </p:nvSpPr>
        <p:spPr>
          <a:xfrm>
            <a:off x="5850368" y="4300357"/>
            <a:ext cx="2873502"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2" name="Picture Placeholder  Right Bottom">
            <a:extLst>
              <a:ext uri="{FF2B5EF4-FFF2-40B4-BE49-F238E27FC236}">
                <a16:creationId xmlns:a16="http://schemas.microsoft.com/office/drawing/2014/main" id="{69CBDF09-485D-4CCF-AFB2-375A0E84346C}"/>
              </a:ext>
            </a:extLst>
          </p:cNvPr>
          <p:cNvSpPr>
            <a:spLocks noGrp="1"/>
          </p:cNvSpPr>
          <p:nvPr>
            <p:ph type="pic" sz="quarter" idx="26" hasCustomPrompt="1"/>
          </p:nvPr>
        </p:nvSpPr>
        <p:spPr>
          <a:xfrm>
            <a:off x="4957961" y="4300355"/>
            <a:ext cx="548640" cy="731520"/>
          </a:xfrm>
        </p:spPr>
        <p:txBody>
          <a:bodyPr anchor="ctr">
            <a:normAutofit/>
          </a:bodyPr>
          <a:lstStyle>
            <a:lvl1pPr marL="0" indent="0" algn="ctr">
              <a:buNone/>
              <a:defRPr sz="825"/>
            </a:lvl1pPr>
          </a:lstStyle>
          <a:p>
            <a:r>
              <a:rPr lang="en-US"/>
              <a:t>[Image] or remove and place icon here</a:t>
            </a:r>
          </a:p>
        </p:txBody>
      </p:sp>
      <p:sp>
        <p:nvSpPr>
          <p:cNvPr id="6" name="Title 5">
            <a:extLst>
              <a:ext uri="{FF2B5EF4-FFF2-40B4-BE49-F238E27FC236}">
                <a16:creationId xmlns:a16="http://schemas.microsoft.com/office/drawing/2014/main" id="{EC9BB004-440E-4E63-BA39-D1ED22635112}"/>
              </a:ext>
            </a:extLst>
          </p:cNvPr>
          <p:cNvSpPr>
            <a:spLocks noGrp="1"/>
          </p:cNvSpPr>
          <p:nvPr>
            <p:ph type="title" hasCustomPrompt="1"/>
          </p:nvPr>
        </p:nvSpPr>
        <p:spPr>
          <a:xfrm>
            <a:off x="425279" y="652074"/>
            <a:ext cx="8298591" cy="402336"/>
          </a:xfrm>
        </p:spPr>
        <p:txBody>
          <a:bodyPr/>
          <a:lstStyle/>
          <a:p>
            <a:r>
              <a:rPr lang="en-US"/>
              <a:t>[Headline]</a:t>
            </a:r>
          </a:p>
        </p:txBody>
      </p:sp>
      <p:sp>
        <p:nvSpPr>
          <p:cNvPr id="24" name="Subtitle">
            <a:extLst>
              <a:ext uri="{FF2B5EF4-FFF2-40B4-BE49-F238E27FC236}">
                <a16:creationId xmlns:a16="http://schemas.microsoft.com/office/drawing/2014/main" id="{2B81222A-AD44-419D-AE7D-FC16877A7C3C}"/>
              </a:ext>
            </a:extLst>
          </p:cNvPr>
          <p:cNvSpPr>
            <a:spLocks noGrp="1"/>
          </p:cNvSpPr>
          <p:nvPr>
            <p:ph type="body" sz="quarter" idx="14" hasCustomPrompt="1"/>
          </p:nvPr>
        </p:nvSpPr>
        <p:spPr>
          <a:xfrm>
            <a:off x="425280" y="1058237"/>
            <a:ext cx="8297863" cy="240338"/>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5" name="Text Placeholder 15">
            <a:extLst>
              <a:ext uri="{FF2B5EF4-FFF2-40B4-BE49-F238E27FC236}">
                <a16:creationId xmlns:a16="http://schemas.microsoft.com/office/drawing/2014/main" id="{05E6230F-1C56-461B-9B88-11AB915831C6}"/>
              </a:ext>
            </a:extLst>
          </p:cNvPr>
          <p:cNvSpPr>
            <a:spLocks noGrp="1"/>
          </p:cNvSpPr>
          <p:nvPr>
            <p:ph type="body" sz="quarter" idx="29" hasCustomPrompt="1"/>
          </p:nvPr>
        </p:nvSpPr>
        <p:spPr>
          <a:xfrm>
            <a:off x="1307987" y="2972154"/>
            <a:ext cx="2873488"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6" name="Text Placeholder 25">
            <a:extLst>
              <a:ext uri="{FF2B5EF4-FFF2-40B4-BE49-F238E27FC236}">
                <a16:creationId xmlns:a16="http://schemas.microsoft.com/office/drawing/2014/main" id="{AA7B42EF-1BE9-449C-8477-432DE29015F5}"/>
              </a:ext>
            </a:extLst>
          </p:cNvPr>
          <p:cNvSpPr>
            <a:spLocks noGrp="1"/>
          </p:cNvSpPr>
          <p:nvPr>
            <p:ph type="body" sz="quarter" idx="30" hasCustomPrompt="1"/>
          </p:nvPr>
        </p:nvSpPr>
        <p:spPr>
          <a:xfrm>
            <a:off x="1307987" y="4682853"/>
            <a:ext cx="2873488"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endParaRPr lang="en-US"/>
          </a:p>
        </p:txBody>
      </p:sp>
      <p:sp>
        <p:nvSpPr>
          <p:cNvPr id="27" name="Text Placeholder 27">
            <a:extLst>
              <a:ext uri="{FF2B5EF4-FFF2-40B4-BE49-F238E27FC236}">
                <a16:creationId xmlns:a16="http://schemas.microsoft.com/office/drawing/2014/main" id="{533C9495-BA5F-49D6-BA30-585F3B84D901}"/>
              </a:ext>
            </a:extLst>
          </p:cNvPr>
          <p:cNvSpPr>
            <a:spLocks noGrp="1"/>
          </p:cNvSpPr>
          <p:nvPr>
            <p:ph type="body" sz="quarter" idx="31" hasCustomPrompt="1"/>
          </p:nvPr>
        </p:nvSpPr>
        <p:spPr>
          <a:xfrm>
            <a:off x="5850368" y="2993949"/>
            <a:ext cx="2873502"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8" name="Text Placeholder 29">
            <a:extLst>
              <a:ext uri="{FF2B5EF4-FFF2-40B4-BE49-F238E27FC236}">
                <a16:creationId xmlns:a16="http://schemas.microsoft.com/office/drawing/2014/main" id="{DDBBF21A-DAE9-4522-87F3-D7D3D9057AA7}"/>
              </a:ext>
            </a:extLst>
          </p:cNvPr>
          <p:cNvSpPr>
            <a:spLocks noGrp="1"/>
          </p:cNvSpPr>
          <p:nvPr>
            <p:ph type="body" sz="quarter" idx="32" hasCustomPrompt="1"/>
          </p:nvPr>
        </p:nvSpPr>
        <p:spPr>
          <a:xfrm>
            <a:off x="5850368" y="4682853"/>
            <a:ext cx="2873502"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9" name="Text Placeholder 7">
            <a:extLst>
              <a:ext uri="{FF2B5EF4-FFF2-40B4-BE49-F238E27FC236}">
                <a16:creationId xmlns:a16="http://schemas.microsoft.com/office/drawing/2014/main" id="{B06BE881-5974-48A9-8985-A2E692CD3019}"/>
              </a:ext>
            </a:extLst>
          </p:cNvPr>
          <p:cNvSpPr>
            <a:spLocks noGrp="1"/>
          </p:cNvSpPr>
          <p:nvPr>
            <p:ph type="body" sz="quarter" idx="15" hasCustomPrompt="1"/>
          </p:nvPr>
        </p:nvSpPr>
        <p:spPr>
          <a:xfrm>
            <a:off x="425279" y="1789298"/>
            <a:ext cx="8298591" cy="676656"/>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23" name="Text Placeholder 11">
            <a:extLst>
              <a:ext uri="{FF2B5EF4-FFF2-40B4-BE49-F238E27FC236}">
                <a16:creationId xmlns:a16="http://schemas.microsoft.com/office/drawing/2014/main" id="{36E68001-A0D1-4115-B78E-9C9FED332190}"/>
              </a:ext>
            </a:extLst>
          </p:cNvPr>
          <p:cNvSpPr>
            <a:spLocks noGrp="1"/>
          </p:cNvSpPr>
          <p:nvPr>
            <p:ph type="body" sz="quarter" idx="33" hasCustomPrompt="1"/>
          </p:nvPr>
        </p:nvSpPr>
        <p:spPr>
          <a:xfrm>
            <a:off x="425279" y="5729019"/>
            <a:ext cx="8295684" cy="483394"/>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1" name="Group 20">
            <a:extLst>
              <a:ext uri="{FF2B5EF4-FFF2-40B4-BE49-F238E27FC236}">
                <a16:creationId xmlns:a16="http://schemas.microsoft.com/office/drawing/2014/main" id="{3F59CB36-047A-412C-B74C-B41652A71EBD}"/>
              </a:ext>
            </a:extLst>
          </p:cNvPr>
          <p:cNvGrpSpPr/>
          <p:nvPr/>
        </p:nvGrpSpPr>
        <p:grpSpPr>
          <a:xfrm>
            <a:off x="9196831" y="4218015"/>
            <a:ext cx="954405" cy="1049582"/>
            <a:chOff x="12262441" y="4218015"/>
            <a:chExt cx="1272540" cy="1049582"/>
          </a:xfrm>
        </p:grpSpPr>
        <p:sp>
          <p:nvSpPr>
            <p:cNvPr id="30" name="Rectangle 29">
              <a:extLst>
                <a:ext uri="{FF2B5EF4-FFF2-40B4-BE49-F238E27FC236}">
                  <a16:creationId xmlns:a16="http://schemas.microsoft.com/office/drawing/2014/main" id="{E0399432-DBD4-42C0-8379-85A4BD431080}"/>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31" name="Picture 30">
              <a:extLst>
                <a:ext uri="{FF2B5EF4-FFF2-40B4-BE49-F238E27FC236}">
                  <a16:creationId xmlns:a16="http://schemas.microsoft.com/office/drawing/2014/main" id="{B841ABFA-4D7E-4DBA-9F3E-65CB77310EFB}"/>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32" name="Straight Arrow Connector 31">
              <a:extLst>
                <a:ext uri="{FF2B5EF4-FFF2-40B4-BE49-F238E27FC236}">
                  <a16:creationId xmlns:a16="http://schemas.microsoft.com/office/drawing/2014/main" id="{9EB52848-2D3B-4097-A6D9-E28D3C89340F}"/>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850850A-0FEE-49F7-B273-EB6D92F50F8F}"/>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21396326"/>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Icons 2 x 3 Columns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37AF9AF-AE54-4466-B610-23FEA107CD2A}"/>
              </a:ext>
            </a:extLst>
          </p:cNvPr>
          <p:cNvSpPr/>
          <p:nvPr/>
        </p:nvSpPr>
        <p:spPr>
          <a:xfrm>
            <a:off x="0" y="0"/>
            <a:ext cx="9144000" cy="14904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sp>
        <p:nvSpPr>
          <p:cNvPr id="29" name="Subtitle">
            <a:extLst>
              <a:ext uri="{FF2B5EF4-FFF2-40B4-BE49-F238E27FC236}">
                <a16:creationId xmlns:a16="http://schemas.microsoft.com/office/drawing/2014/main" id="{E4B3DF4C-61D8-402C-B483-36731128815A}"/>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D5A733C0-F14E-42E8-8B43-6EDB56625A9E}"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tx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0" name="Subtitle Left Top">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1303018" y="2627823"/>
            <a:ext cx="2880881"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Left Bottom">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1302743" y="4315672"/>
            <a:ext cx="2880881"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Right Top">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5850368" y="2622870"/>
            <a:ext cx="2873502"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7" name="Picture Placeholder Left Top">
            <a:extLst>
              <a:ext uri="{FF2B5EF4-FFF2-40B4-BE49-F238E27FC236}">
                <a16:creationId xmlns:a16="http://schemas.microsoft.com/office/drawing/2014/main" id="{EE4811C5-8A53-43BD-8758-631D0DA67029}"/>
              </a:ext>
            </a:extLst>
          </p:cNvPr>
          <p:cNvSpPr>
            <a:spLocks noGrp="1"/>
          </p:cNvSpPr>
          <p:nvPr>
            <p:ph type="pic" sz="quarter" idx="21" hasCustomPrompt="1"/>
          </p:nvPr>
        </p:nvSpPr>
        <p:spPr>
          <a:xfrm>
            <a:off x="425279" y="2622411"/>
            <a:ext cx="548640" cy="731520"/>
          </a:xfrm>
        </p:spPr>
        <p:txBody>
          <a:bodyPr anchor="ctr">
            <a:normAutofit/>
          </a:bodyPr>
          <a:lstStyle>
            <a:lvl1pPr marL="0" indent="0" algn="ctr">
              <a:buNone/>
              <a:defRPr sz="825"/>
            </a:lvl1pPr>
          </a:lstStyle>
          <a:p>
            <a:r>
              <a:rPr lang="en-US"/>
              <a:t>[Image] or remove and place icon here</a:t>
            </a:r>
          </a:p>
        </p:txBody>
      </p:sp>
      <p:sp>
        <p:nvSpPr>
          <p:cNvPr id="19" name="Picture Placeholder  Left Bottom">
            <a:extLst>
              <a:ext uri="{FF2B5EF4-FFF2-40B4-BE49-F238E27FC236}">
                <a16:creationId xmlns:a16="http://schemas.microsoft.com/office/drawing/2014/main" id="{74E9CB25-CCB1-45E8-93FD-98982193B5D4}"/>
              </a:ext>
            </a:extLst>
          </p:cNvPr>
          <p:cNvSpPr>
            <a:spLocks noGrp="1"/>
          </p:cNvSpPr>
          <p:nvPr>
            <p:ph type="pic" sz="quarter" idx="22" hasCustomPrompt="1"/>
          </p:nvPr>
        </p:nvSpPr>
        <p:spPr>
          <a:xfrm>
            <a:off x="425279" y="4300355"/>
            <a:ext cx="548640" cy="731520"/>
          </a:xfrm>
        </p:spPr>
        <p:txBody>
          <a:bodyPr anchor="ctr">
            <a:normAutofit/>
          </a:bodyPr>
          <a:lstStyle>
            <a:lvl1pPr marL="0" indent="0" algn="ctr">
              <a:buNone/>
              <a:defRPr sz="825"/>
            </a:lvl1pPr>
          </a:lstStyle>
          <a:p>
            <a:r>
              <a:rPr lang="en-US"/>
              <a:t>[Image] or remove and place icon here</a:t>
            </a:r>
          </a:p>
        </p:txBody>
      </p:sp>
      <p:sp>
        <p:nvSpPr>
          <p:cNvPr id="20" name="Picture Placeholder  Right Top">
            <a:extLst>
              <a:ext uri="{FF2B5EF4-FFF2-40B4-BE49-F238E27FC236}">
                <a16:creationId xmlns:a16="http://schemas.microsoft.com/office/drawing/2014/main" id="{FFBA88BC-581D-44A0-8366-78FD957E3F48}"/>
              </a:ext>
            </a:extLst>
          </p:cNvPr>
          <p:cNvSpPr>
            <a:spLocks noGrp="1"/>
          </p:cNvSpPr>
          <p:nvPr>
            <p:ph type="pic" sz="quarter" idx="23" hasCustomPrompt="1"/>
          </p:nvPr>
        </p:nvSpPr>
        <p:spPr>
          <a:xfrm>
            <a:off x="4957961" y="2622868"/>
            <a:ext cx="548640" cy="731520"/>
          </a:xfrm>
        </p:spPr>
        <p:txBody>
          <a:bodyPr anchor="ctr">
            <a:normAutofit/>
          </a:bodyPr>
          <a:lstStyle>
            <a:lvl1pPr marL="0" indent="0" algn="ctr">
              <a:buNone/>
              <a:defRPr sz="825"/>
            </a:lvl1pPr>
          </a:lstStyle>
          <a:p>
            <a:r>
              <a:rPr lang="en-US"/>
              <a:t>[Image] or remove and place icon here</a:t>
            </a:r>
          </a:p>
        </p:txBody>
      </p:sp>
      <p:sp>
        <p:nvSpPr>
          <p:cNvPr id="18" name="Subtitle Right Bottom">
            <a:extLst>
              <a:ext uri="{FF2B5EF4-FFF2-40B4-BE49-F238E27FC236}">
                <a16:creationId xmlns:a16="http://schemas.microsoft.com/office/drawing/2014/main" id="{48492227-B5B3-481A-B3FF-29B58418F39B}"/>
              </a:ext>
            </a:extLst>
          </p:cNvPr>
          <p:cNvSpPr>
            <a:spLocks noGrp="1"/>
          </p:cNvSpPr>
          <p:nvPr>
            <p:ph type="body" sz="quarter" idx="24" hasCustomPrompt="1"/>
          </p:nvPr>
        </p:nvSpPr>
        <p:spPr>
          <a:xfrm>
            <a:off x="5850368" y="4300356"/>
            <a:ext cx="2873502"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2" name="Picture Placeholder  Right Bottom">
            <a:extLst>
              <a:ext uri="{FF2B5EF4-FFF2-40B4-BE49-F238E27FC236}">
                <a16:creationId xmlns:a16="http://schemas.microsoft.com/office/drawing/2014/main" id="{69CBDF09-485D-4CCF-AFB2-375A0E84346C}"/>
              </a:ext>
            </a:extLst>
          </p:cNvPr>
          <p:cNvSpPr>
            <a:spLocks noGrp="1"/>
          </p:cNvSpPr>
          <p:nvPr>
            <p:ph type="pic" sz="quarter" idx="26" hasCustomPrompt="1"/>
          </p:nvPr>
        </p:nvSpPr>
        <p:spPr>
          <a:xfrm>
            <a:off x="4957961" y="4300355"/>
            <a:ext cx="548640" cy="731520"/>
          </a:xfrm>
        </p:spPr>
        <p:txBody>
          <a:bodyPr anchor="ctr">
            <a:normAutofit/>
          </a:bodyPr>
          <a:lstStyle>
            <a:lvl1pPr marL="0" indent="0" algn="ctr">
              <a:buNone/>
              <a:defRPr sz="825"/>
            </a:lvl1pPr>
          </a:lstStyle>
          <a:p>
            <a:r>
              <a:rPr lang="en-US"/>
              <a:t>[Image] or remove and place icon here</a:t>
            </a:r>
          </a:p>
        </p:txBody>
      </p:sp>
      <p:sp>
        <p:nvSpPr>
          <p:cNvPr id="23" name="Text Placeholder 7">
            <a:extLst>
              <a:ext uri="{FF2B5EF4-FFF2-40B4-BE49-F238E27FC236}">
                <a16:creationId xmlns:a16="http://schemas.microsoft.com/office/drawing/2014/main" id="{AE688C92-32C1-4BDA-933F-26BEEA3B91D4}"/>
              </a:ext>
            </a:extLst>
          </p:cNvPr>
          <p:cNvSpPr>
            <a:spLocks noGrp="1"/>
          </p:cNvSpPr>
          <p:nvPr>
            <p:ph type="body" sz="quarter" idx="15" hasCustomPrompt="1"/>
          </p:nvPr>
        </p:nvSpPr>
        <p:spPr>
          <a:xfrm>
            <a:off x="425279" y="1789297"/>
            <a:ext cx="8298591" cy="676656"/>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6" name="Title 5">
            <a:extLst>
              <a:ext uri="{FF2B5EF4-FFF2-40B4-BE49-F238E27FC236}">
                <a16:creationId xmlns:a16="http://schemas.microsoft.com/office/drawing/2014/main" id="{EC9BB004-440E-4E63-BA39-D1ED22635112}"/>
              </a:ext>
            </a:extLst>
          </p:cNvPr>
          <p:cNvSpPr>
            <a:spLocks noGrp="1"/>
          </p:cNvSpPr>
          <p:nvPr>
            <p:ph type="title" hasCustomPrompt="1"/>
          </p:nvPr>
        </p:nvSpPr>
        <p:spPr>
          <a:xfrm>
            <a:off x="425279" y="652074"/>
            <a:ext cx="8298591" cy="402336"/>
          </a:xfrm>
        </p:spPr>
        <p:txBody>
          <a:bodyPr/>
          <a:lstStyle>
            <a:lvl1pPr>
              <a:defRPr>
                <a:solidFill>
                  <a:schemeClr val="bg1"/>
                </a:solidFill>
              </a:defRPr>
            </a:lvl1pPr>
          </a:lstStyle>
          <a:p>
            <a:r>
              <a:rPr lang="en-US"/>
              <a:t>[Headline]</a:t>
            </a:r>
          </a:p>
        </p:txBody>
      </p:sp>
      <p:sp>
        <p:nvSpPr>
          <p:cNvPr id="25" name="Text Placeholder 15">
            <a:extLst>
              <a:ext uri="{FF2B5EF4-FFF2-40B4-BE49-F238E27FC236}">
                <a16:creationId xmlns:a16="http://schemas.microsoft.com/office/drawing/2014/main" id="{05E6230F-1C56-461B-9B88-11AB915831C6}"/>
              </a:ext>
            </a:extLst>
          </p:cNvPr>
          <p:cNvSpPr>
            <a:spLocks noGrp="1"/>
          </p:cNvSpPr>
          <p:nvPr>
            <p:ph type="body" sz="quarter" idx="29" hasCustomPrompt="1"/>
          </p:nvPr>
        </p:nvSpPr>
        <p:spPr>
          <a:xfrm>
            <a:off x="1307987" y="2972154"/>
            <a:ext cx="2873488"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6" name="Text Placeholder 25">
            <a:extLst>
              <a:ext uri="{FF2B5EF4-FFF2-40B4-BE49-F238E27FC236}">
                <a16:creationId xmlns:a16="http://schemas.microsoft.com/office/drawing/2014/main" id="{AA7B42EF-1BE9-449C-8477-432DE29015F5}"/>
              </a:ext>
            </a:extLst>
          </p:cNvPr>
          <p:cNvSpPr>
            <a:spLocks noGrp="1"/>
          </p:cNvSpPr>
          <p:nvPr>
            <p:ph type="body" sz="quarter" idx="30" hasCustomPrompt="1"/>
          </p:nvPr>
        </p:nvSpPr>
        <p:spPr>
          <a:xfrm>
            <a:off x="1307987" y="4682853"/>
            <a:ext cx="2873488"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endParaRPr lang="en-US"/>
          </a:p>
        </p:txBody>
      </p:sp>
      <p:sp>
        <p:nvSpPr>
          <p:cNvPr id="27" name="Text Placeholder 27">
            <a:extLst>
              <a:ext uri="{FF2B5EF4-FFF2-40B4-BE49-F238E27FC236}">
                <a16:creationId xmlns:a16="http://schemas.microsoft.com/office/drawing/2014/main" id="{533C9495-BA5F-49D6-BA30-585F3B84D901}"/>
              </a:ext>
            </a:extLst>
          </p:cNvPr>
          <p:cNvSpPr>
            <a:spLocks noGrp="1"/>
          </p:cNvSpPr>
          <p:nvPr>
            <p:ph type="body" sz="quarter" idx="31" hasCustomPrompt="1"/>
          </p:nvPr>
        </p:nvSpPr>
        <p:spPr>
          <a:xfrm>
            <a:off x="5850368" y="2993948"/>
            <a:ext cx="2873502"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8" name="Text Placeholder 29">
            <a:extLst>
              <a:ext uri="{FF2B5EF4-FFF2-40B4-BE49-F238E27FC236}">
                <a16:creationId xmlns:a16="http://schemas.microsoft.com/office/drawing/2014/main" id="{DDBBF21A-DAE9-4522-87F3-D7D3D9057AA7}"/>
              </a:ext>
            </a:extLst>
          </p:cNvPr>
          <p:cNvSpPr>
            <a:spLocks noGrp="1"/>
          </p:cNvSpPr>
          <p:nvPr>
            <p:ph type="body" sz="quarter" idx="32" hasCustomPrompt="1"/>
          </p:nvPr>
        </p:nvSpPr>
        <p:spPr>
          <a:xfrm>
            <a:off x="5850368" y="4682853"/>
            <a:ext cx="2873502"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1" name="Text Placeholder 11">
            <a:extLst>
              <a:ext uri="{FF2B5EF4-FFF2-40B4-BE49-F238E27FC236}">
                <a16:creationId xmlns:a16="http://schemas.microsoft.com/office/drawing/2014/main" id="{0189A4B1-3C74-4341-8CCF-FAB46B8FF524}"/>
              </a:ext>
            </a:extLst>
          </p:cNvPr>
          <p:cNvSpPr>
            <a:spLocks noGrp="1"/>
          </p:cNvSpPr>
          <p:nvPr>
            <p:ph type="body" sz="quarter" idx="33" hasCustomPrompt="1"/>
          </p:nvPr>
        </p:nvSpPr>
        <p:spPr>
          <a:xfrm>
            <a:off x="425279" y="5726336"/>
            <a:ext cx="8295684" cy="484632"/>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4" name="Group 23">
            <a:extLst>
              <a:ext uri="{FF2B5EF4-FFF2-40B4-BE49-F238E27FC236}">
                <a16:creationId xmlns:a16="http://schemas.microsoft.com/office/drawing/2014/main" id="{738CD53F-D468-4865-91A6-6636DFEF5712}"/>
              </a:ext>
            </a:extLst>
          </p:cNvPr>
          <p:cNvGrpSpPr/>
          <p:nvPr/>
        </p:nvGrpSpPr>
        <p:grpSpPr>
          <a:xfrm>
            <a:off x="9196831" y="4218015"/>
            <a:ext cx="954405" cy="1049582"/>
            <a:chOff x="12262441" y="4218015"/>
            <a:chExt cx="1272540" cy="1049582"/>
          </a:xfrm>
        </p:grpSpPr>
        <p:sp>
          <p:nvSpPr>
            <p:cNvPr id="30" name="Rectangle 29">
              <a:extLst>
                <a:ext uri="{FF2B5EF4-FFF2-40B4-BE49-F238E27FC236}">
                  <a16:creationId xmlns:a16="http://schemas.microsoft.com/office/drawing/2014/main" id="{E7BE088A-456C-4BB3-9DFE-4F716887DAA1}"/>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32" name="Picture 31">
              <a:extLst>
                <a:ext uri="{FF2B5EF4-FFF2-40B4-BE49-F238E27FC236}">
                  <a16:creationId xmlns:a16="http://schemas.microsoft.com/office/drawing/2014/main" id="{0B1E3F54-53F0-4C92-A1A8-4E9DE995F855}"/>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33" name="Straight Arrow Connector 32">
              <a:extLst>
                <a:ext uri="{FF2B5EF4-FFF2-40B4-BE49-F238E27FC236}">
                  <a16:creationId xmlns:a16="http://schemas.microsoft.com/office/drawing/2014/main" id="{37B9344B-4B4C-430D-92E8-96AB28EAE1CA}"/>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9640F60-93BF-419C-9055-8EC4D42BC9FA}"/>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4289845519"/>
      </p:ext>
    </p:extLst>
  </p:cSld>
  <p:clrMapOvr>
    <a:masterClrMapping/>
  </p:clrMapOvr>
  <p:hf hdr="0" ftr="0" dt="0"/>
  <p:extLst>
    <p:ext uri="{DCECCB84-F9BA-43D5-87BE-67443E8EF086}">
      <p15:sldGuideLst xmlns:p15="http://schemas.microsoft.com/office/powerpoint/2012/main">
        <p15:guide id="1" orient="horz" pos="164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Icons 4 Columns + Content Blac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24D84AF-B6CE-4BB9-854B-27E48F8F7377}"/>
              </a:ext>
            </a:extLst>
          </p:cNvPr>
          <p:cNvSpPr/>
          <p:nvPr/>
        </p:nvSpPr>
        <p:spPr>
          <a:xfrm>
            <a:off x="4572000" y="0"/>
            <a:ext cx="45720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269280EA-43F8-4B31-8F78-238539859503}"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bg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8" name="Title 7">
            <a:extLst>
              <a:ext uri="{FF2B5EF4-FFF2-40B4-BE49-F238E27FC236}">
                <a16:creationId xmlns:a16="http://schemas.microsoft.com/office/drawing/2014/main" id="{074F4235-756E-4117-B6BD-91ECC40FDDEF}"/>
              </a:ext>
            </a:extLst>
          </p:cNvPr>
          <p:cNvSpPr>
            <a:spLocks noGrp="1"/>
          </p:cNvSpPr>
          <p:nvPr>
            <p:ph type="title" hasCustomPrompt="1"/>
          </p:nvPr>
        </p:nvSpPr>
        <p:spPr>
          <a:xfrm>
            <a:off x="425279" y="652074"/>
            <a:ext cx="3758184" cy="402336"/>
          </a:xfrm>
        </p:spPr>
        <p:txBody>
          <a:bodyPr/>
          <a:lstStyle/>
          <a:p>
            <a:r>
              <a:rPr lang="en-US"/>
              <a:t>[Headline]</a:t>
            </a:r>
          </a:p>
        </p:txBody>
      </p:sp>
      <p:sp>
        <p:nvSpPr>
          <p:cNvPr id="21" name="Subtitle">
            <a:extLst>
              <a:ext uri="{FF2B5EF4-FFF2-40B4-BE49-F238E27FC236}">
                <a16:creationId xmlns:a16="http://schemas.microsoft.com/office/drawing/2014/main" id="{B0EFD4BD-0236-454C-986D-1FECD229FFB9}"/>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31" name="Text Placeholder 7">
            <a:extLst>
              <a:ext uri="{FF2B5EF4-FFF2-40B4-BE49-F238E27FC236}">
                <a16:creationId xmlns:a16="http://schemas.microsoft.com/office/drawing/2014/main" id="{BF1CD9F6-94CC-49D5-87F9-50644ECBDCEC}"/>
              </a:ext>
            </a:extLst>
          </p:cNvPr>
          <p:cNvSpPr>
            <a:spLocks noGrp="1"/>
          </p:cNvSpPr>
          <p:nvPr>
            <p:ph type="body" sz="quarter" idx="28" hasCustomPrompt="1"/>
          </p:nvPr>
        </p:nvSpPr>
        <p:spPr>
          <a:xfrm>
            <a:off x="417910" y="1955801"/>
            <a:ext cx="3756422" cy="4256613"/>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8" name="Subtitle Middle Top">
            <a:extLst>
              <a:ext uri="{FF2B5EF4-FFF2-40B4-BE49-F238E27FC236}">
                <a16:creationId xmlns:a16="http://schemas.microsoft.com/office/drawing/2014/main" id="{4C51330F-F83F-4512-B15A-0213A8D4D6F0}"/>
              </a:ext>
            </a:extLst>
          </p:cNvPr>
          <p:cNvSpPr>
            <a:spLocks noGrp="1"/>
          </p:cNvSpPr>
          <p:nvPr>
            <p:ph type="body" sz="quarter" idx="16" hasCustomPrompt="1"/>
          </p:nvPr>
        </p:nvSpPr>
        <p:spPr>
          <a:xfrm>
            <a:off x="5949204" y="2529589"/>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9" name="Subtitle Middle Bottom">
            <a:extLst>
              <a:ext uri="{FF2B5EF4-FFF2-40B4-BE49-F238E27FC236}">
                <a16:creationId xmlns:a16="http://schemas.microsoft.com/office/drawing/2014/main" id="{C8C1598A-CC41-4629-866D-EA5200A15893}"/>
              </a:ext>
            </a:extLst>
          </p:cNvPr>
          <p:cNvSpPr>
            <a:spLocks noGrp="1"/>
          </p:cNvSpPr>
          <p:nvPr>
            <p:ph type="body" sz="quarter" idx="17" hasCustomPrompt="1"/>
          </p:nvPr>
        </p:nvSpPr>
        <p:spPr>
          <a:xfrm>
            <a:off x="5949204" y="3752632"/>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0" name="Subtitle Bottom">
            <a:extLst>
              <a:ext uri="{FF2B5EF4-FFF2-40B4-BE49-F238E27FC236}">
                <a16:creationId xmlns:a16="http://schemas.microsoft.com/office/drawing/2014/main" id="{9D4A1F19-60F0-477D-9323-0DEC2061BFFC}"/>
              </a:ext>
            </a:extLst>
          </p:cNvPr>
          <p:cNvSpPr>
            <a:spLocks noGrp="1"/>
          </p:cNvSpPr>
          <p:nvPr>
            <p:ph type="body" sz="quarter" idx="19" hasCustomPrompt="1"/>
          </p:nvPr>
        </p:nvSpPr>
        <p:spPr>
          <a:xfrm>
            <a:off x="5949204" y="4975676"/>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2" name="Picture Placeholder Middle Top">
            <a:extLst>
              <a:ext uri="{FF2B5EF4-FFF2-40B4-BE49-F238E27FC236}">
                <a16:creationId xmlns:a16="http://schemas.microsoft.com/office/drawing/2014/main" id="{7E897E7D-4773-46B2-8B57-11CEE3CF5B31}"/>
              </a:ext>
            </a:extLst>
          </p:cNvPr>
          <p:cNvSpPr>
            <a:spLocks noGrp="1"/>
          </p:cNvSpPr>
          <p:nvPr>
            <p:ph type="pic" sz="quarter" idx="21" hasCustomPrompt="1"/>
          </p:nvPr>
        </p:nvSpPr>
        <p:spPr>
          <a:xfrm>
            <a:off x="4958666" y="2529588"/>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3" name="Picture Placeholder  Middle Bottom">
            <a:extLst>
              <a:ext uri="{FF2B5EF4-FFF2-40B4-BE49-F238E27FC236}">
                <a16:creationId xmlns:a16="http://schemas.microsoft.com/office/drawing/2014/main" id="{B98F9FF1-312A-4492-BDDD-ED90116F2893}"/>
              </a:ext>
            </a:extLst>
          </p:cNvPr>
          <p:cNvSpPr>
            <a:spLocks noGrp="1"/>
          </p:cNvSpPr>
          <p:nvPr>
            <p:ph type="pic" sz="quarter" idx="22" hasCustomPrompt="1"/>
          </p:nvPr>
        </p:nvSpPr>
        <p:spPr>
          <a:xfrm>
            <a:off x="4958666" y="3752631"/>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4" name="Picture Placeholder  Bottom">
            <a:extLst>
              <a:ext uri="{FF2B5EF4-FFF2-40B4-BE49-F238E27FC236}">
                <a16:creationId xmlns:a16="http://schemas.microsoft.com/office/drawing/2014/main" id="{359F4181-72B0-4010-AF8F-9C86B965AFF4}"/>
              </a:ext>
            </a:extLst>
          </p:cNvPr>
          <p:cNvSpPr>
            <a:spLocks noGrp="1"/>
          </p:cNvSpPr>
          <p:nvPr>
            <p:ph type="pic" sz="quarter" idx="23" hasCustomPrompt="1"/>
          </p:nvPr>
        </p:nvSpPr>
        <p:spPr>
          <a:xfrm>
            <a:off x="4957034" y="4975675"/>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5" name="Subtitle Top">
            <a:extLst>
              <a:ext uri="{FF2B5EF4-FFF2-40B4-BE49-F238E27FC236}">
                <a16:creationId xmlns:a16="http://schemas.microsoft.com/office/drawing/2014/main" id="{14364ABF-6033-4505-8662-648F981E6E29}"/>
              </a:ext>
            </a:extLst>
          </p:cNvPr>
          <p:cNvSpPr>
            <a:spLocks noGrp="1"/>
          </p:cNvSpPr>
          <p:nvPr>
            <p:ph type="body" sz="quarter" idx="25" hasCustomPrompt="1"/>
          </p:nvPr>
        </p:nvSpPr>
        <p:spPr>
          <a:xfrm>
            <a:off x="5949204" y="1311956"/>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6" name="Picture Placeholder Top">
            <a:extLst>
              <a:ext uri="{FF2B5EF4-FFF2-40B4-BE49-F238E27FC236}">
                <a16:creationId xmlns:a16="http://schemas.microsoft.com/office/drawing/2014/main" id="{9D94F169-0DD8-4D69-B5C5-BFE273C7CA85}"/>
              </a:ext>
            </a:extLst>
          </p:cNvPr>
          <p:cNvSpPr>
            <a:spLocks noGrp="1"/>
          </p:cNvSpPr>
          <p:nvPr>
            <p:ph type="pic" sz="quarter" idx="27" hasCustomPrompt="1"/>
          </p:nvPr>
        </p:nvSpPr>
        <p:spPr>
          <a:xfrm>
            <a:off x="4958666" y="1306545"/>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7" name="Text Placeholder 15">
            <a:extLst>
              <a:ext uri="{FF2B5EF4-FFF2-40B4-BE49-F238E27FC236}">
                <a16:creationId xmlns:a16="http://schemas.microsoft.com/office/drawing/2014/main" id="{8B249ADB-FB00-4DC8-86BA-C4A019138D34}"/>
              </a:ext>
            </a:extLst>
          </p:cNvPr>
          <p:cNvSpPr>
            <a:spLocks noGrp="1"/>
          </p:cNvSpPr>
          <p:nvPr>
            <p:ph type="body" sz="quarter" idx="29" hasCustomPrompt="1"/>
          </p:nvPr>
        </p:nvSpPr>
        <p:spPr>
          <a:xfrm>
            <a:off x="5949204" y="1643412"/>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8" name="Text Placeholder 25">
            <a:extLst>
              <a:ext uri="{FF2B5EF4-FFF2-40B4-BE49-F238E27FC236}">
                <a16:creationId xmlns:a16="http://schemas.microsoft.com/office/drawing/2014/main" id="{C9E64A6E-E4C5-45D3-8C11-ACE7DD3FD2E7}"/>
              </a:ext>
            </a:extLst>
          </p:cNvPr>
          <p:cNvSpPr>
            <a:spLocks noGrp="1"/>
          </p:cNvSpPr>
          <p:nvPr>
            <p:ph type="body" sz="quarter" idx="30" hasCustomPrompt="1"/>
          </p:nvPr>
        </p:nvSpPr>
        <p:spPr>
          <a:xfrm>
            <a:off x="5949204" y="2862611"/>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solidFill>
                  <a:schemeClr val="bg1"/>
                </a:solidFill>
              </a:defRPr>
            </a:lvl4pPr>
            <a:lvl5pPr>
              <a:defRPr sz="900"/>
            </a:lvl5pPr>
          </a:lstStyle>
          <a:p>
            <a:pPr lvl="0"/>
            <a:r>
              <a:rPr lang="en-US"/>
              <a:t>[Click to add content]</a:t>
            </a:r>
          </a:p>
          <a:p>
            <a:pPr lvl="1"/>
            <a:r>
              <a:rPr lang="en-US"/>
              <a:t>Second level</a:t>
            </a:r>
          </a:p>
          <a:p>
            <a:pPr lvl="2"/>
            <a:r>
              <a:rPr lang="en-US"/>
              <a:t>Third level</a:t>
            </a:r>
          </a:p>
          <a:p>
            <a:pPr lvl="3"/>
            <a:endParaRPr lang="en-US"/>
          </a:p>
        </p:txBody>
      </p:sp>
      <p:sp>
        <p:nvSpPr>
          <p:cNvPr id="39" name="Text Placeholder 27">
            <a:extLst>
              <a:ext uri="{FF2B5EF4-FFF2-40B4-BE49-F238E27FC236}">
                <a16:creationId xmlns:a16="http://schemas.microsoft.com/office/drawing/2014/main" id="{7855A7B4-CD7B-4EF9-A196-22FC422B2D26}"/>
              </a:ext>
            </a:extLst>
          </p:cNvPr>
          <p:cNvSpPr>
            <a:spLocks noGrp="1"/>
          </p:cNvSpPr>
          <p:nvPr>
            <p:ph type="body" sz="quarter" idx="31" hasCustomPrompt="1"/>
          </p:nvPr>
        </p:nvSpPr>
        <p:spPr>
          <a:xfrm>
            <a:off x="5949204" y="4086919"/>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40" name="Text Placeholder 29">
            <a:extLst>
              <a:ext uri="{FF2B5EF4-FFF2-40B4-BE49-F238E27FC236}">
                <a16:creationId xmlns:a16="http://schemas.microsoft.com/office/drawing/2014/main" id="{354437EA-2FB4-49BC-B725-FC888BC72A70}"/>
              </a:ext>
            </a:extLst>
          </p:cNvPr>
          <p:cNvSpPr>
            <a:spLocks noGrp="1"/>
          </p:cNvSpPr>
          <p:nvPr>
            <p:ph type="body" sz="quarter" idx="32" hasCustomPrompt="1"/>
          </p:nvPr>
        </p:nvSpPr>
        <p:spPr>
          <a:xfrm>
            <a:off x="5949204" y="5310882"/>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3" name="Text Placeholder 11">
            <a:extLst>
              <a:ext uri="{FF2B5EF4-FFF2-40B4-BE49-F238E27FC236}">
                <a16:creationId xmlns:a16="http://schemas.microsoft.com/office/drawing/2014/main" id="{E0448338-4063-435A-A203-856E6EEDADFE}"/>
              </a:ext>
            </a:extLst>
          </p:cNvPr>
          <p:cNvSpPr>
            <a:spLocks noGrp="1"/>
          </p:cNvSpPr>
          <p:nvPr>
            <p:ph type="body" sz="quarter" idx="15" hasCustomPrompt="1"/>
          </p:nvPr>
        </p:nvSpPr>
        <p:spPr>
          <a:xfrm>
            <a:off x="425279" y="5687045"/>
            <a:ext cx="3756422"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2" name="Group 21">
            <a:extLst>
              <a:ext uri="{FF2B5EF4-FFF2-40B4-BE49-F238E27FC236}">
                <a16:creationId xmlns:a16="http://schemas.microsoft.com/office/drawing/2014/main" id="{BB5E401E-E175-46B4-B38C-3BE87EF1488E}"/>
              </a:ext>
            </a:extLst>
          </p:cNvPr>
          <p:cNvGrpSpPr/>
          <p:nvPr/>
        </p:nvGrpSpPr>
        <p:grpSpPr>
          <a:xfrm>
            <a:off x="9196831" y="4218015"/>
            <a:ext cx="954405" cy="1049582"/>
            <a:chOff x="12262441" y="4218015"/>
            <a:chExt cx="1272540" cy="1049582"/>
          </a:xfrm>
        </p:grpSpPr>
        <p:sp>
          <p:nvSpPr>
            <p:cNvPr id="24" name="Rectangle 23">
              <a:extLst>
                <a:ext uri="{FF2B5EF4-FFF2-40B4-BE49-F238E27FC236}">
                  <a16:creationId xmlns:a16="http://schemas.microsoft.com/office/drawing/2014/main" id="{08FD67ED-3C56-4D97-B3C0-AB7A48DEB972}"/>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25" name="Picture 24">
              <a:extLst>
                <a:ext uri="{FF2B5EF4-FFF2-40B4-BE49-F238E27FC236}">
                  <a16:creationId xmlns:a16="http://schemas.microsoft.com/office/drawing/2014/main" id="{CDC139D3-D930-4E14-9BB2-7D930A24E06C}"/>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26" name="Straight Arrow Connector 25">
              <a:extLst>
                <a:ext uri="{FF2B5EF4-FFF2-40B4-BE49-F238E27FC236}">
                  <a16:creationId xmlns:a16="http://schemas.microsoft.com/office/drawing/2014/main" id="{BD86E295-5034-4CDE-9980-AC98287E9A35}"/>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73A26EF1-45D2-4918-AF48-B5F37199F715}"/>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699884684"/>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Icons 4 Columns + Content Re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24D84AF-B6CE-4BB9-854B-27E48F8F7377}"/>
              </a:ext>
            </a:extLst>
          </p:cNvPr>
          <p:cNvSpPr/>
          <p:nvPr/>
        </p:nvSpPr>
        <p:spPr>
          <a:xfrm>
            <a:off x="4572000" y="0"/>
            <a:ext cx="4572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bg1"/>
              </a:solidFill>
            </a:endParaRP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AA84DC2D-753E-41EB-8722-040FA9F7628C}"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bg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8" name="Title 7">
            <a:extLst>
              <a:ext uri="{FF2B5EF4-FFF2-40B4-BE49-F238E27FC236}">
                <a16:creationId xmlns:a16="http://schemas.microsoft.com/office/drawing/2014/main" id="{23F69D6C-C0E1-4CEA-B661-CB08F30D9E46}"/>
              </a:ext>
            </a:extLst>
          </p:cNvPr>
          <p:cNvSpPr>
            <a:spLocks noGrp="1"/>
          </p:cNvSpPr>
          <p:nvPr>
            <p:ph type="title" hasCustomPrompt="1"/>
          </p:nvPr>
        </p:nvSpPr>
        <p:spPr>
          <a:xfrm>
            <a:off x="425279" y="652074"/>
            <a:ext cx="3758184" cy="402336"/>
          </a:xfrm>
        </p:spPr>
        <p:txBody>
          <a:bodyPr/>
          <a:lstStyle/>
          <a:p>
            <a:r>
              <a:rPr lang="en-US"/>
              <a:t>[Headline]</a:t>
            </a:r>
          </a:p>
        </p:txBody>
      </p:sp>
      <p:sp>
        <p:nvSpPr>
          <p:cNvPr id="21" name="Subtitle">
            <a:extLst>
              <a:ext uri="{FF2B5EF4-FFF2-40B4-BE49-F238E27FC236}">
                <a16:creationId xmlns:a16="http://schemas.microsoft.com/office/drawing/2014/main" id="{FF56B26C-4789-432C-A84C-D38182866E58}"/>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7" name="Content Placeholder 16">
            <a:extLst>
              <a:ext uri="{FF2B5EF4-FFF2-40B4-BE49-F238E27FC236}">
                <a16:creationId xmlns:a16="http://schemas.microsoft.com/office/drawing/2014/main" id="{807402B8-B31B-48CC-942C-99B8F022C6A4}"/>
              </a:ext>
            </a:extLst>
          </p:cNvPr>
          <p:cNvSpPr>
            <a:spLocks noGrp="1"/>
          </p:cNvSpPr>
          <p:nvPr>
            <p:ph sz="quarter" idx="24" hasCustomPrompt="1"/>
          </p:nvPr>
        </p:nvSpPr>
        <p:spPr>
          <a:xfrm>
            <a:off x="417909" y="1955800"/>
            <a:ext cx="3758184" cy="4243388"/>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8" name="Subtitle Middle Top">
            <a:extLst>
              <a:ext uri="{FF2B5EF4-FFF2-40B4-BE49-F238E27FC236}">
                <a16:creationId xmlns:a16="http://schemas.microsoft.com/office/drawing/2014/main" id="{B191154A-6D62-4537-B8C3-E17A29CEC39B}"/>
              </a:ext>
            </a:extLst>
          </p:cNvPr>
          <p:cNvSpPr>
            <a:spLocks noGrp="1"/>
          </p:cNvSpPr>
          <p:nvPr>
            <p:ph type="body" sz="quarter" idx="16" hasCustomPrompt="1"/>
          </p:nvPr>
        </p:nvSpPr>
        <p:spPr>
          <a:xfrm>
            <a:off x="5946599" y="2529589"/>
            <a:ext cx="2777490" cy="267545"/>
          </a:xfrm>
        </p:spPr>
        <p:txBody>
          <a:bodyPr anchor="t">
            <a:noAutofit/>
          </a:bodyPr>
          <a:lstStyle>
            <a:lvl1pPr marL="0" indent="0">
              <a:buNone/>
              <a:defRPr sz="10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9" name="Subtitle Middle Bottom">
            <a:extLst>
              <a:ext uri="{FF2B5EF4-FFF2-40B4-BE49-F238E27FC236}">
                <a16:creationId xmlns:a16="http://schemas.microsoft.com/office/drawing/2014/main" id="{EFB4A26A-ACB4-4792-B582-D79775A9B0E3}"/>
              </a:ext>
            </a:extLst>
          </p:cNvPr>
          <p:cNvSpPr>
            <a:spLocks noGrp="1"/>
          </p:cNvSpPr>
          <p:nvPr>
            <p:ph type="body" sz="quarter" idx="17" hasCustomPrompt="1"/>
          </p:nvPr>
        </p:nvSpPr>
        <p:spPr>
          <a:xfrm>
            <a:off x="5946599" y="3752632"/>
            <a:ext cx="2777490" cy="267545"/>
          </a:xfrm>
        </p:spPr>
        <p:txBody>
          <a:bodyPr anchor="t">
            <a:noAutofit/>
          </a:bodyPr>
          <a:lstStyle>
            <a:lvl1pPr marL="0" indent="0">
              <a:buNone/>
              <a:defRPr sz="10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0" name="Subtitle Bottom">
            <a:extLst>
              <a:ext uri="{FF2B5EF4-FFF2-40B4-BE49-F238E27FC236}">
                <a16:creationId xmlns:a16="http://schemas.microsoft.com/office/drawing/2014/main" id="{52A8F4DB-AFDE-481B-8195-1DACA708A2BC}"/>
              </a:ext>
            </a:extLst>
          </p:cNvPr>
          <p:cNvSpPr>
            <a:spLocks noGrp="1"/>
          </p:cNvSpPr>
          <p:nvPr>
            <p:ph type="body" sz="quarter" idx="19" hasCustomPrompt="1"/>
          </p:nvPr>
        </p:nvSpPr>
        <p:spPr>
          <a:xfrm>
            <a:off x="5946599" y="4975676"/>
            <a:ext cx="2777490" cy="267545"/>
          </a:xfrm>
        </p:spPr>
        <p:txBody>
          <a:bodyPr anchor="t">
            <a:noAutofit/>
          </a:bodyPr>
          <a:lstStyle>
            <a:lvl1pPr marL="0" indent="0">
              <a:buNone/>
              <a:defRPr sz="10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1" name="Picture Placeholder Middle Top">
            <a:extLst>
              <a:ext uri="{FF2B5EF4-FFF2-40B4-BE49-F238E27FC236}">
                <a16:creationId xmlns:a16="http://schemas.microsoft.com/office/drawing/2014/main" id="{BBDECCA4-C486-4DC1-A844-AB2008D0431E}"/>
              </a:ext>
            </a:extLst>
          </p:cNvPr>
          <p:cNvSpPr>
            <a:spLocks noGrp="1"/>
          </p:cNvSpPr>
          <p:nvPr>
            <p:ph type="pic" sz="quarter" idx="21" hasCustomPrompt="1"/>
          </p:nvPr>
        </p:nvSpPr>
        <p:spPr>
          <a:xfrm>
            <a:off x="4958666" y="2529588"/>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2" name="Picture Placeholder  Middle Bottom">
            <a:extLst>
              <a:ext uri="{FF2B5EF4-FFF2-40B4-BE49-F238E27FC236}">
                <a16:creationId xmlns:a16="http://schemas.microsoft.com/office/drawing/2014/main" id="{DBD432B8-C319-4395-8691-854958FCB599}"/>
              </a:ext>
            </a:extLst>
          </p:cNvPr>
          <p:cNvSpPr>
            <a:spLocks noGrp="1"/>
          </p:cNvSpPr>
          <p:nvPr>
            <p:ph type="pic" sz="quarter" idx="22" hasCustomPrompt="1"/>
          </p:nvPr>
        </p:nvSpPr>
        <p:spPr>
          <a:xfrm>
            <a:off x="4958666" y="3752631"/>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3" name="Picture Placeholder  Bottom">
            <a:extLst>
              <a:ext uri="{FF2B5EF4-FFF2-40B4-BE49-F238E27FC236}">
                <a16:creationId xmlns:a16="http://schemas.microsoft.com/office/drawing/2014/main" id="{49549B62-D83B-4EC5-9D78-7415B53963E2}"/>
              </a:ext>
            </a:extLst>
          </p:cNvPr>
          <p:cNvSpPr>
            <a:spLocks noGrp="1"/>
          </p:cNvSpPr>
          <p:nvPr>
            <p:ph type="pic" sz="quarter" idx="23" hasCustomPrompt="1"/>
          </p:nvPr>
        </p:nvSpPr>
        <p:spPr>
          <a:xfrm>
            <a:off x="4957034" y="4975675"/>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4" name="Subtitle Top">
            <a:extLst>
              <a:ext uri="{FF2B5EF4-FFF2-40B4-BE49-F238E27FC236}">
                <a16:creationId xmlns:a16="http://schemas.microsoft.com/office/drawing/2014/main" id="{62EDF2B7-966E-4392-82B6-0014FB3E1BDF}"/>
              </a:ext>
            </a:extLst>
          </p:cNvPr>
          <p:cNvSpPr>
            <a:spLocks noGrp="1"/>
          </p:cNvSpPr>
          <p:nvPr>
            <p:ph type="body" sz="quarter" idx="25" hasCustomPrompt="1"/>
          </p:nvPr>
        </p:nvSpPr>
        <p:spPr>
          <a:xfrm>
            <a:off x="5946599" y="1311956"/>
            <a:ext cx="2777490" cy="267545"/>
          </a:xfrm>
        </p:spPr>
        <p:txBody>
          <a:bodyPr anchor="t">
            <a:noAutofit/>
          </a:bodyPr>
          <a:lstStyle>
            <a:lvl1pPr marL="0" indent="0">
              <a:buNone/>
              <a:defRPr sz="10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5" name="Picture Placeholder Top">
            <a:extLst>
              <a:ext uri="{FF2B5EF4-FFF2-40B4-BE49-F238E27FC236}">
                <a16:creationId xmlns:a16="http://schemas.microsoft.com/office/drawing/2014/main" id="{F807A99E-6B83-4A4E-83C7-478C90866A54}"/>
              </a:ext>
            </a:extLst>
          </p:cNvPr>
          <p:cNvSpPr>
            <a:spLocks noGrp="1"/>
          </p:cNvSpPr>
          <p:nvPr>
            <p:ph type="pic" sz="quarter" idx="27" hasCustomPrompt="1"/>
          </p:nvPr>
        </p:nvSpPr>
        <p:spPr>
          <a:xfrm>
            <a:off x="4958666" y="1306545"/>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6" name="Text Placeholder 15">
            <a:extLst>
              <a:ext uri="{FF2B5EF4-FFF2-40B4-BE49-F238E27FC236}">
                <a16:creationId xmlns:a16="http://schemas.microsoft.com/office/drawing/2014/main" id="{69288928-F631-4B9F-AC75-C3EE1CCF69B5}"/>
              </a:ext>
            </a:extLst>
          </p:cNvPr>
          <p:cNvSpPr>
            <a:spLocks noGrp="1"/>
          </p:cNvSpPr>
          <p:nvPr>
            <p:ph type="body" sz="quarter" idx="29" hasCustomPrompt="1"/>
          </p:nvPr>
        </p:nvSpPr>
        <p:spPr>
          <a:xfrm>
            <a:off x="5946599" y="1643412"/>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7" name="Text Placeholder 25">
            <a:extLst>
              <a:ext uri="{FF2B5EF4-FFF2-40B4-BE49-F238E27FC236}">
                <a16:creationId xmlns:a16="http://schemas.microsoft.com/office/drawing/2014/main" id="{2CFAF5D3-B82C-472D-9C90-636CAC332044}"/>
              </a:ext>
            </a:extLst>
          </p:cNvPr>
          <p:cNvSpPr>
            <a:spLocks noGrp="1"/>
          </p:cNvSpPr>
          <p:nvPr>
            <p:ph type="body" sz="quarter" idx="30" hasCustomPrompt="1"/>
          </p:nvPr>
        </p:nvSpPr>
        <p:spPr>
          <a:xfrm>
            <a:off x="5946599" y="2862611"/>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solidFill>
                  <a:schemeClr val="bg1"/>
                </a:solidFill>
              </a:defRPr>
            </a:lvl4pPr>
            <a:lvl5pPr>
              <a:defRPr sz="900"/>
            </a:lvl5pPr>
          </a:lstStyle>
          <a:p>
            <a:pPr lvl="0"/>
            <a:r>
              <a:rPr lang="en-US"/>
              <a:t>[Click to add content]</a:t>
            </a:r>
          </a:p>
          <a:p>
            <a:pPr lvl="1"/>
            <a:r>
              <a:rPr lang="en-US"/>
              <a:t>Second level</a:t>
            </a:r>
          </a:p>
          <a:p>
            <a:pPr lvl="2"/>
            <a:r>
              <a:rPr lang="en-US"/>
              <a:t>Third level</a:t>
            </a:r>
          </a:p>
          <a:p>
            <a:pPr lvl="3"/>
            <a:endParaRPr lang="en-US"/>
          </a:p>
        </p:txBody>
      </p:sp>
      <p:sp>
        <p:nvSpPr>
          <p:cNvPr id="38" name="Text Placeholder 27">
            <a:extLst>
              <a:ext uri="{FF2B5EF4-FFF2-40B4-BE49-F238E27FC236}">
                <a16:creationId xmlns:a16="http://schemas.microsoft.com/office/drawing/2014/main" id="{1B5DAEBF-D381-427F-9FBB-4FD0D91BCD7D}"/>
              </a:ext>
            </a:extLst>
          </p:cNvPr>
          <p:cNvSpPr>
            <a:spLocks noGrp="1"/>
          </p:cNvSpPr>
          <p:nvPr>
            <p:ph type="body" sz="quarter" idx="31" hasCustomPrompt="1"/>
          </p:nvPr>
        </p:nvSpPr>
        <p:spPr>
          <a:xfrm>
            <a:off x="5946599" y="4086919"/>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9" name="Text Placeholder 29">
            <a:extLst>
              <a:ext uri="{FF2B5EF4-FFF2-40B4-BE49-F238E27FC236}">
                <a16:creationId xmlns:a16="http://schemas.microsoft.com/office/drawing/2014/main" id="{4B2C03EE-EBE4-4248-99DB-1391D20714B1}"/>
              </a:ext>
            </a:extLst>
          </p:cNvPr>
          <p:cNvSpPr>
            <a:spLocks noGrp="1"/>
          </p:cNvSpPr>
          <p:nvPr>
            <p:ph type="body" sz="quarter" idx="32" hasCustomPrompt="1"/>
          </p:nvPr>
        </p:nvSpPr>
        <p:spPr>
          <a:xfrm>
            <a:off x="5946599" y="5310882"/>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3" name="Text Placeholder 11">
            <a:extLst>
              <a:ext uri="{FF2B5EF4-FFF2-40B4-BE49-F238E27FC236}">
                <a16:creationId xmlns:a16="http://schemas.microsoft.com/office/drawing/2014/main" id="{44371BD4-91C5-4160-A2C1-4F7AE3421736}"/>
              </a:ext>
            </a:extLst>
          </p:cNvPr>
          <p:cNvSpPr>
            <a:spLocks noGrp="1"/>
          </p:cNvSpPr>
          <p:nvPr>
            <p:ph type="body" sz="quarter" idx="15" hasCustomPrompt="1"/>
          </p:nvPr>
        </p:nvSpPr>
        <p:spPr>
          <a:xfrm>
            <a:off x="425279" y="5687045"/>
            <a:ext cx="37581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8" name="Group 27">
            <a:extLst>
              <a:ext uri="{FF2B5EF4-FFF2-40B4-BE49-F238E27FC236}">
                <a16:creationId xmlns:a16="http://schemas.microsoft.com/office/drawing/2014/main" id="{8BA3E3EF-EAC0-43C6-89CE-A2CE2FC832DC}"/>
              </a:ext>
            </a:extLst>
          </p:cNvPr>
          <p:cNvGrpSpPr/>
          <p:nvPr/>
        </p:nvGrpSpPr>
        <p:grpSpPr>
          <a:xfrm>
            <a:off x="9196831" y="4218015"/>
            <a:ext cx="954405" cy="1049582"/>
            <a:chOff x="12262441" y="4218015"/>
            <a:chExt cx="1272540" cy="1049582"/>
          </a:xfrm>
        </p:grpSpPr>
        <p:sp>
          <p:nvSpPr>
            <p:cNvPr id="29" name="Rectangle 28">
              <a:extLst>
                <a:ext uri="{FF2B5EF4-FFF2-40B4-BE49-F238E27FC236}">
                  <a16:creationId xmlns:a16="http://schemas.microsoft.com/office/drawing/2014/main" id="{47841117-D919-49F5-BE2F-E3478E0B118A}"/>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30" name="Picture 29">
              <a:extLst>
                <a:ext uri="{FF2B5EF4-FFF2-40B4-BE49-F238E27FC236}">
                  <a16:creationId xmlns:a16="http://schemas.microsoft.com/office/drawing/2014/main" id="{0F45C005-A30B-4ADE-81B3-CC6D9A09B39D}"/>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40" name="Straight Arrow Connector 39">
              <a:extLst>
                <a:ext uri="{FF2B5EF4-FFF2-40B4-BE49-F238E27FC236}">
                  <a16:creationId xmlns:a16="http://schemas.microsoft.com/office/drawing/2014/main" id="{9C9F06C4-D69F-41A7-8421-5E1F7C3980F0}"/>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BBEA4BB-8FD5-4BFE-88E8-95378FFDFE83}"/>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3616691815"/>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rtlCol="0" anchor="ctr"/>
          <a:lstStyle/>
          <a:p>
            <a:pPr algn="ctr"/>
            <a:r>
              <a:rPr lang="en-US" sz="10500" b="1">
                <a:solidFill>
                  <a:schemeClr val="tx1"/>
                </a:solidFill>
              </a:rPr>
              <a:t>CHARTS</a:t>
            </a:r>
          </a:p>
        </p:txBody>
      </p:sp>
      <p:cxnSp>
        <p:nvCxnSpPr>
          <p:cNvPr id="7" name="Straight Connector 6">
            <a:extLst>
              <a:ext uri="{FF2B5EF4-FFF2-40B4-BE49-F238E27FC236}">
                <a16:creationId xmlns:a16="http://schemas.microsoft.com/office/drawing/2014/main" id="{EBD3E18C-9605-4081-A33F-C38AEB401F20}"/>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CA2E46E-888E-4B33-A263-D2E91E73F656}"/>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DB85F6F-B9EA-48F9-B67A-CE852A224039}"/>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4" name="TextBox 13">
            <a:extLst>
              <a:ext uri="{FF2B5EF4-FFF2-40B4-BE49-F238E27FC236}">
                <a16:creationId xmlns:a16="http://schemas.microsoft.com/office/drawing/2014/main" id="{512D5A3E-9164-4B0E-881B-40A2443EBF5B}"/>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5B40A5C0-4A85-4F51-BC72-E0C873648073}"/>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70125387-254C-46B8-8BCD-4BB6EDABCF72}"/>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F4245FEE-8B98-4AE8-B16E-DC8B44BB8B03}"/>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2AF2D69E-9896-46AF-B91E-8570DC0DA261}"/>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46" name="Rectangle 45">
            <a:extLst>
              <a:ext uri="{FF2B5EF4-FFF2-40B4-BE49-F238E27FC236}">
                <a16:creationId xmlns:a16="http://schemas.microsoft.com/office/drawing/2014/main" id="{B2E55B7D-1F8C-4D9C-9DEE-A2B8356B0C43}"/>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47" name="Group 46">
            <a:extLst>
              <a:ext uri="{FF2B5EF4-FFF2-40B4-BE49-F238E27FC236}">
                <a16:creationId xmlns:a16="http://schemas.microsoft.com/office/drawing/2014/main" id="{DA49228E-D89D-42BE-A68C-02623984239E}"/>
              </a:ext>
            </a:extLst>
          </p:cNvPr>
          <p:cNvGrpSpPr/>
          <p:nvPr/>
        </p:nvGrpSpPr>
        <p:grpSpPr>
          <a:xfrm>
            <a:off x="9192986" y="1051487"/>
            <a:ext cx="954405" cy="3085386"/>
            <a:chOff x="12257314" y="1051487"/>
            <a:chExt cx="1272540" cy="3085386"/>
          </a:xfrm>
        </p:grpSpPr>
        <p:sp>
          <p:nvSpPr>
            <p:cNvPr id="48" name="Rectangle 47">
              <a:extLst>
                <a:ext uri="{FF2B5EF4-FFF2-40B4-BE49-F238E27FC236}">
                  <a16:creationId xmlns:a16="http://schemas.microsoft.com/office/drawing/2014/main" id="{44BE9E26-5CDE-409A-882D-2359B2F52D6C}"/>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49" name="TextBox 48">
              <a:extLst>
                <a:ext uri="{FF2B5EF4-FFF2-40B4-BE49-F238E27FC236}">
                  <a16:creationId xmlns:a16="http://schemas.microsoft.com/office/drawing/2014/main" id="{C1A53D4D-61AE-438B-9809-07FA9E872561}"/>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50" name="Freeform: Shape 49">
              <a:extLst>
                <a:ext uri="{FF2B5EF4-FFF2-40B4-BE49-F238E27FC236}">
                  <a16:creationId xmlns:a16="http://schemas.microsoft.com/office/drawing/2014/main" id="{2D40F24A-B696-4B7D-B4B3-9F3F0B6F60CB}"/>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1" name="TextBox 50">
              <a:extLst>
                <a:ext uri="{FF2B5EF4-FFF2-40B4-BE49-F238E27FC236}">
                  <a16:creationId xmlns:a16="http://schemas.microsoft.com/office/drawing/2014/main" id="{711CD39C-AFD1-4FEB-930A-FC6FC7771995}"/>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52" name="Freeform: Shape 51">
              <a:extLst>
                <a:ext uri="{FF2B5EF4-FFF2-40B4-BE49-F238E27FC236}">
                  <a16:creationId xmlns:a16="http://schemas.microsoft.com/office/drawing/2014/main" id="{2F242FFF-2953-41FF-9A83-89A80F0D1FAA}"/>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3" name="Freeform: Shape 52">
              <a:extLst>
                <a:ext uri="{FF2B5EF4-FFF2-40B4-BE49-F238E27FC236}">
                  <a16:creationId xmlns:a16="http://schemas.microsoft.com/office/drawing/2014/main" id="{56BF7148-849E-4D5F-ADA1-2804639F2DE1}"/>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4" name="TextBox 53">
              <a:extLst>
                <a:ext uri="{FF2B5EF4-FFF2-40B4-BE49-F238E27FC236}">
                  <a16:creationId xmlns:a16="http://schemas.microsoft.com/office/drawing/2014/main" id="{3B7B8FB9-E7F2-4BBA-BD81-36EE4FF47C70}"/>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55" name="Picture 54">
              <a:extLst>
                <a:ext uri="{FF2B5EF4-FFF2-40B4-BE49-F238E27FC236}">
                  <a16:creationId xmlns:a16="http://schemas.microsoft.com/office/drawing/2014/main" id="{026AF96D-B785-4D9D-907E-2A13E26DE6A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56" name="Rectangle 55">
              <a:extLst>
                <a:ext uri="{FF2B5EF4-FFF2-40B4-BE49-F238E27FC236}">
                  <a16:creationId xmlns:a16="http://schemas.microsoft.com/office/drawing/2014/main" id="{EAC3ED8D-C5EB-415B-AE65-D218AA351FC5}"/>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57" name="Rectangle 56">
              <a:extLst>
                <a:ext uri="{FF2B5EF4-FFF2-40B4-BE49-F238E27FC236}">
                  <a16:creationId xmlns:a16="http://schemas.microsoft.com/office/drawing/2014/main" id="{4E43F14B-A1F7-4771-9DA0-62E44C7C7535}"/>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8" name="Rectangle 57">
              <a:extLst>
                <a:ext uri="{FF2B5EF4-FFF2-40B4-BE49-F238E27FC236}">
                  <a16:creationId xmlns:a16="http://schemas.microsoft.com/office/drawing/2014/main" id="{2AA7B6EE-DBC8-47A6-866D-A16C2E60B95B}"/>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9" name="Rectangle 58">
              <a:extLst>
                <a:ext uri="{FF2B5EF4-FFF2-40B4-BE49-F238E27FC236}">
                  <a16:creationId xmlns:a16="http://schemas.microsoft.com/office/drawing/2014/main" id="{E35A5478-E1D8-4202-B29B-060884ECC2CB}"/>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60" name="Group 59">
              <a:extLst>
                <a:ext uri="{FF2B5EF4-FFF2-40B4-BE49-F238E27FC236}">
                  <a16:creationId xmlns:a16="http://schemas.microsoft.com/office/drawing/2014/main" id="{025A47AD-7216-4E4A-B177-091F5A06CA06}"/>
                </a:ext>
              </a:extLst>
            </p:cNvPr>
            <p:cNvGrpSpPr/>
            <p:nvPr/>
          </p:nvGrpSpPr>
          <p:grpSpPr>
            <a:xfrm>
              <a:off x="12364752" y="2345932"/>
              <a:ext cx="1055431" cy="88186"/>
              <a:chOff x="914335" y="6913770"/>
              <a:chExt cx="1109884" cy="100584"/>
            </a:xfrm>
            <a:noFill/>
          </p:grpSpPr>
          <p:sp>
            <p:nvSpPr>
              <p:cNvPr id="110" name="Rectangle 109">
                <a:extLst>
                  <a:ext uri="{FF2B5EF4-FFF2-40B4-BE49-F238E27FC236}">
                    <a16:creationId xmlns:a16="http://schemas.microsoft.com/office/drawing/2014/main" id="{F56AEA34-11C9-483E-B85E-F464DD533039}"/>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1" name="Rectangle 110">
                <a:extLst>
                  <a:ext uri="{FF2B5EF4-FFF2-40B4-BE49-F238E27FC236}">
                    <a16:creationId xmlns:a16="http://schemas.microsoft.com/office/drawing/2014/main" id="{5F92DADB-05F7-4FAC-B533-C44B05C252EF}"/>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2" name="Rectangle 111">
                <a:extLst>
                  <a:ext uri="{FF2B5EF4-FFF2-40B4-BE49-F238E27FC236}">
                    <a16:creationId xmlns:a16="http://schemas.microsoft.com/office/drawing/2014/main" id="{6EE41A0F-6688-46BC-8C7E-B1117FB75E97}"/>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3" name="Rectangle 112">
                <a:extLst>
                  <a:ext uri="{FF2B5EF4-FFF2-40B4-BE49-F238E27FC236}">
                    <a16:creationId xmlns:a16="http://schemas.microsoft.com/office/drawing/2014/main" id="{7F00DED1-9C67-4250-AB3B-4E72E1982CF1}"/>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4" name="Rectangle 113">
                <a:extLst>
                  <a:ext uri="{FF2B5EF4-FFF2-40B4-BE49-F238E27FC236}">
                    <a16:creationId xmlns:a16="http://schemas.microsoft.com/office/drawing/2014/main" id="{4C0C6F24-7D9A-4391-A0C9-32A1A4A45746}"/>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5" name="Rectangle 114">
                <a:extLst>
                  <a:ext uri="{FF2B5EF4-FFF2-40B4-BE49-F238E27FC236}">
                    <a16:creationId xmlns:a16="http://schemas.microsoft.com/office/drawing/2014/main" id="{A19C846D-595C-47E0-A0B2-3E8BE589BE15}"/>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6" name="Rectangle 115">
                <a:extLst>
                  <a:ext uri="{FF2B5EF4-FFF2-40B4-BE49-F238E27FC236}">
                    <a16:creationId xmlns:a16="http://schemas.microsoft.com/office/drawing/2014/main" id="{73EFD7C2-8853-47C5-8927-A17832AE5BAD}"/>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7" name="Rectangle 116">
                <a:extLst>
                  <a:ext uri="{FF2B5EF4-FFF2-40B4-BE49-F238E27FC236}">
                    <a16:creationId xmlns:a16="http://schemas.microsoft.com/office/drawing/2014/main" id="{D516F5BF-85ED-4A9E-9E88-65451A10E5B1}"/>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8" name="Rectangle 117">
                <a:extLst>
                  <a:ext uri="{FF2B5EF4-FFF2-40B4-BE49-F238E27FC236}">
                    <a16:creationId xmlns:a16="http://schemas.microsoft.com/office/drawing/2014/main" id="{BCA6D830-803C-41F6-B4A8-3511BBD3A24B}"/>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9" name="Rectangle 118">
                <a:extLst>
                  <a:ext uri="{FF2B5EF4-FFF2-40B4-BE49-F238E27FC236}">
                    <a16:creationId xmlns:a16="http://schemas.microsoft.com/office/drawing/2014/main" id="{B69B34FB-292A-41A6-8D02-8575E330E441}"/>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61" name="Graphic 60" descr="Close with solid fill">
              <a:extLst>
                <a:ext uri="{FF2B5EF4-FFF2-40B4-BE49-F238E27FC236}">
                  <a16:creationId xmlns:a16="http://schemas.microsoft.com/office/drawing/2014/main" id="{C6873D3B-95B3-4F12-8A37-B7039D70CFC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62" name="Graphic 61" descr="Close with solid fill">
              <a:extLst>
                <a:ext uri="{FF2B5EF4-FFF2-40B4-BE49-F238E27FC236}">
                  <a16:creationId xmlns:a16="http://schemas.microsoft.com/office/drawing/2014/main" id="{D2C18E99-F001-4419-9EF6-4A47FDB7F47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2" name="Graphic 101" descr="Close with solid fill">
              <a:extLst>
                <a:ext uri="{FF2B5EF4-FFF2-40B4-BE49-F238E27FC236}">
                  <a16:creationId xmlns:a16="http://schemas.microsoft.com/office/drawing/2014/main" id="{76695F89-4C1A-4011-B275-A4ECD8D0F5B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3" name="Graphic 102" descr="Close with solid fill">
              <a:extLst>
                <a:ext uri="{FF2B5EF4-FFF2-40B4-BE49-F238E27FC236}">
                  <a16:creationId xmlns:a16="http://schemas.microsoft.com/office/drawing/2014/main" id="{6A0AEB98-3813-4568-8BF3-1020D9A879C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4" name="Graphic 103" descr="Close with solid fill">
              <a:extLst>
                <a:ext uri="{FF2B5EF4-FFF2-40B4-BE49-F238E27FC236}">
                  <a16:creationId xmlns:a16="http://schemas.microsoft.com/office/drawing/2014/main" id="{DA06215E-2313-46DE-A882-57FE96488B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5" name="Graphic 104" descr="Close with solid fill">
              <a:extLst>
                <a:ext uri="{FF2B5EF4-FFF2-40B4-BE49-F238E27FC236}">
                  <a16:creationId xmlns:a16="http://schemas.microsoft.com/office/drawing/2014/main" id="{753B3402-A1EE-4DC5-A9AB-0D623B50C18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6" name="Graphic 105" descr="Close with solid fill">
              <a:extLst>
                <a:ext uri="{FF2B5EF4-FFF2-40B4-BE49-F238E27FC236}">
                  <a16:creationId xmlns:a16="http://schemas.microsoft.com/office/drawing/2014/main" id="{A5409EDA-6D1D-4912-934E-84753344606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7" name="Graphic 106" descr="Close with solid fill">
              <a:extLst>
                <a:ext uri="{FF2B5EF4-FFF2-40B4-BE49-F238E27FC236}">
                  <a16:creationId xmlns:a16="http://schemas.microsoft.com/office/drawing/2014/main" id="{18C9667E-6D9F-4934-B446-963AA162C77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8" name="Graphic 107" descr="Close with solid fill">
              <a:extLst>
                <a:ext uri="{FF2B5EF4-FFF2-40B4-BE49-F238E27FC236}">
                  <a16:creationId xmlns:a16="http://schemas.microsoft.com/office/drawing/2014/main" id="{0C604F60-D829-4F98-86DC-A1790840F0C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9" name="Graphic 108" descr="Close with solid fill">
              <a:extLst>
                <a:ext uri="{FF2B5EF4-FFF2-40B4-BE49-F238E27FC236}">
                  <a16:creationId xmlns:a16="http://schemas.microsoft.com/office/drawing/2014/main" id="{638F9E91-731E-4690-BEC9-A99A08C51F3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2293247991"/>
      </p:ext>
    </p:extLst>
  </p:cSld>
  <p:clrMapOvr>
    <a:masterClrMapping/>
  </p:clrMapOvr>
  <p:hf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Content + Chart 1">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1DC122B6-764C-40AA-9E0A-0B4A0FB14B93}"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6" name="Title 5">
            <a:extLst>
              <a:ext uri="{FF2B5EF4-FFF2-40B4-BE49-F238E27FC236}">
                <a16:creationId xmlns:a16="http://schemas.microsoft.com/office/drawing/2014/main" id="{55E326A6-F7D4-4F94-95F3-CF160EF77C51}"/>
              </a:ext>
            </a:extLst>
          </p:cNvPr>
          <p:cNvSpPr>
            <a:spLocks noGrp="1"/>
          </p:cNvSpPr>
          <p:nvPr>
            <p:ph type="title" hasCustomPrompt="1"/>
          </p:nvPr>
        </p:nvSpPr>
        <p:spPr>
          <a:xfrm>
            <a:off x="425279" y="652074"/>
            <a:ext cx="3758184" cy="402336"/>
          </a:xfrm>
        </p:spPr>
        <p:txBody>
          <a:bodyPr/>
          <a:lstStyle/>
          <a:p>
            <a:r>
              <a:rPr lang="en-US"/>
              <a:t>[Headline]</a:t>
            </a:r>
          </a:p>
        </p:txBody>
      </p:sp>
      <p:sp>
        <p:nvSpPr>
          <p:cNvPr id="16" name="Subtitle">
            <a:extLst>
              <a:ext uri="{FF2B5EF4-FFF2-40B4-BE49-F238E27FC236}">
                <a16:creationId xmlns:a16="http://schemas.microsoft.com/office/drawing/2014/main" id="{CC8B6AEB-2296-4549-87D0-49F08B4C71FF}"/>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7" name="Content Placeholder 17">
            <a:extLst>
              <a:ext uri="{FF2B5EF4-FFF2-40B4-BE49-F238E27FC236}">
                <a16:creationId xmlns:a16="http://schemas.microsoft.com/office/drawing/2014/main" id="{57CDD6C3-53CF-450B-8B7B-8A52F71753C1}"/>
              </a:ext>
            </a:extLst>
          </p:cNvPr>
          <p:cNvSpPr>
            <a:spLocks noGrp="1"/>
          </p:cNvSpPr>
          <p:nvPr>
            <p:ph sz="quarter" idx="15" hasCustomPrompt="1"/>
          </p:nvPr>
        </p:nvSpPr>
        <p:spPr>
          <a:xfrm>
            <a:off x="4955381" y="658359"/>
            <a:ext cx="3770710" cy="5547179"/>
          </a:xfrm>
        </p:spPr>
        <p:txBody>
          <a:bodyPr anchor="ctr"/>
          <a:lstStyle>
            <a:lvl1pPr marL="0" indent="0" algn="ctr">
              <a:buNone/>
              <a:defRPr/>
            </a:lvl1pPr>
          </a:lstStyle>
          <a:p>
            <a:pPr lvl="0"/>
            <a:r>
              <a:rPr lang="en-US"/>
              <a:t>[Click respective icon to insert CHART or TABLE </a:t>
            </a:r>
            <a:br>
              <a:rPr lang="en-US"/>
            </a:br>
            <a:r>
              <a:rPr lang="en-US"/>
              <a:t>– not text]</a:t>
            </a:r>
          </a:p>
        </p:txBody>
      </p:sp>
      <p:sp>
        <p:nvSpPr>
          <p:cNvPr id="12" name="Content Placeholder 11">
            <a:extLst>
              <a:ext uri="{FF2B5EF4-FFF2-40B4-BE49-F238E27FC236}">
                <a16:creationId xmlns:a16="http://schemas.microsoft.com/office/drawing/2014/main" id="{DEA9980B-9E8C-48EE-BD53-C3492F26F282}"/>
              </a:ext>
            </a:extLst>
          </p:cNvPr>
          <p:cNvSpPr>
            <a:spLocks noGrp="1"/>
          </p:cNvSpPr>
          <p:nvPr>
            <p:ph sz="quarter" idx="16" hasCustomPrompt="1"/>
          </p:nvPr>
        </p:nvSpPr>
        <p:spPr>
          <a:xfrm>
            <a:off x="425053" y="1955800"/>
            <a:ext cx="3756422" cy="4268788"/>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52FB4F1E-E497-4D79-93C7-386C37A7B0A7}"/>
              </a:ext>
            </a:extLst>
          </p:cNvPr>
          <p:cNvSpPr>
            <a:spLocks noGrp="1"/>
          </p:cNvSpPr>
          <p:nvPr>
            <p:ph type="body" sz="quarter" idx="17"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4045628482"/>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hart Horizontal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6EF78FE-55F0-47B3-AE87-B3FBB8E2789A}"/>
              </a:ext>
            </a:extLst>
          </p:cNvPr>
          <p:cNvSpPr/>
          <p:nvPr/>
        </p:nvSpPr>
        <p:spPr>
          <a:xfrm>
            <a:off x="0" y="0"/>
            <a:ext cx="9144000" cy="14904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F418D80B-A5CF-4327-A51F-6000F69F8C09}"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tx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425278" y="1963271"/>
            <a:ext cx="8300813" cy="519887"/>
          </a:xfrm>
        </p:spPr>
        <p:txBody>
          <a:bodyPr>
            <a:noAutofit/>
          </a:bodyPr>
          <a:lstStyle>
            <a:lvl1pPr marL="0" indent="0">
              <a:buFont typeface="Arial" panose="020B0604020202020204" pitchFamily="34" charset="0"/>
              <a:buChar char="​"/>
              <a:defRPr sz="9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chart description]</a:t>
            </a: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bg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425280" y="2619376"/>
            <a:ext cx="8308181" cy="3579813"/>
          </a:xfrm>
        </p:spPr>
        <p:txBody>
          <a:bodyPr anchor="ctr"/>
          <a:lstStyle>
            <a:lvl1pPr marL="0" indent="0" algn="ctr">
              <a:buNone/>
              <a:defRPr/>
            </a:lvl1pPr>
            <a:lvl2pPr marL="127397" indent="0">
              <a:buNone/>
              <a:defRPr/>
            </a:lvl2pPr>
          </a:lstStyle>
          <a:p>
            <a:pPr lvl="0"/>
            <a:r>
              <a:rPr lang="en-US"/>
              <a:t>[Click respective icon to add CHART or TABLE – not text]</a:t>
            </a:r>
          </a:p>
        </p:txBody>
      </p:sp>
      <p:sp>
        <p:nvSpPr>
          <p:cNvPr id="13" name="Text Placeholder 11">
            <a:extLst>
              <a:ext uri="{FF2B5EF4-FFF2-40B4-BE49-F238E27FC236}">
                <a16:creationId xmlns:a16="http://schemas.microsoft.com/office/drawing/2014/main" id="{6562D629-70CF-4A6E-823A-4CE780E7E6EE}"/>
              </a:ext>
            </a:extLst>
          </p:cNvPr>
          <p:cNvSpPr>
            <a:spLocks noGrp="1"/>
          </p:cNvSpPr>
          <p:nvPr>
            <p:ph type="body" sz="quarter" idx="17"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3807464549"/>
      </p:ext>
    </p:extLst>
  </p:cSld>
  <p:clrMapOvr>
    <a:masterClrMapping/>
  </p:clrMapOvr>
  <p:hf hdr="0" ftr="0" dt="0"/>
  <p:extLst>
    <p:ext uri="{DCECCB84-F9BA-43D5-87BE-67443E8EF086}">
      <p15:sldGuideLst xmlns:p15="http://schemas.microsoft.com/office/powerpoint/2012/main">
        <p15:guide id="1" orient="horz" pos="1656">
          <p15:clr>
            <a:srgbClr val="FBAE40"/>
          </p15:clr>
        </p15:guide>
        <p15:guide id="2" orient="horz" pos="1232">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hart - Horizontal 2">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425278" y="1620372"/>
            <a:ext cx="8300813" cy="846919"/>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tx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tx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425279" y="2619376"/>
            <a:ext cx="8300812" cy="3580266"/>
          </a:xfrm>
        </p:spPr>
        <p:txBody>
          <a:bodyPr anchor="ctr"/>
          <a:lstStyle>
            <a:lvl1pPr marL="0" indent="0" algn="ctr">
              <a:buNone/>
              <a:defRPr/>
            </a:lvl1pPr>
            <a:lvl2pPr marL="127397" indent="0">
              <a:buNone/>
              <a:defRPr/>
            </a:lvl2pPr>
          </a:lstStyle>
          <a:p>
            <a:pPr lvl="0"/>
            <a:r>
              <a:rPr lang="en-US"/>
              <a:t>[Click respective icon to add CHART or TABLE - text]</a:t>
            </a:r>
          </a:p>
        </p:txBody>
      </p:sp>
      <p:sp>
        <p:nvSpPr>
          <p:cNvPr id="2" name="Date Placeholder 1">
            <a:extLst>
              <a:ext uri="{FF2B5EF4-FFF2-40B4-BE49-F238E27FC236}">
                <a16:creationId xmlns:a16="http://schemas.microsoft.com/office/drawing/2014/main" id="{DABA7C76-A2D7-4F01-B657-C2E195898C63}"/>
              </a:ext>
            </a:extLst>
          </p:cNvPr>
          <p:cNvSpPr>
            <a:spLocks noGrp="1"/>
          </p:cNvSpPr>
          <p:nvPr>
            <p:ph type="dt" sz="half" idx="18"/>
          </p:nvPr>
        </p:nvSpPr>
        <p:spPr/>
        <p:txBody>
          <a:bodyPr/>
          <a:lstStyle/>
          <a:p>
            <a:fld id="{9509A895-CE51-44A1-94BD-95BA266C84DC}" type="datetime4">
              <a:rPr lang="en-US" smtClean="0"/>
              <a:t>August 13, 2025</a:t>
            </a:fld>
            <a:endParaRPr lang="en-US"/>
          </a:p>
        </p:txBody>
      </p:sp>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S&amp;P Global Commodity Insights – Internal Use Only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5" name="Text Placeholder 11">
            <a:extLst>
              <a:ext uri="{FF2B5EF4-FFF2-40B4-BE49-F238E27FC236}">
                <a16:creationId xmlns:a16="http://schemas.microsoft.com/office/drawing/2014/main" id="{FDDBD480-B1AF-4EEE-8DD4-F0B03CCCA0FC}"/>
              </a:ext>
            </a:extLst>
          </p:cNvPr>
          <p:cNvSpPr>
            <a:spLocks noGrp="1"/>
          </p:cNvSpPr>
          <p:nvPr>
            <p:ph type="body" sz="quarter" idx="21"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1169629968"/>
      </p:ext>
    </p:extLst>
  </p:cSld>
  <p:clrMapOvr>
    <a:masterClrMapping/>
  </p:clrMapOvr>
  <p:hf hdr="0" ftr="0" dt="0"/>
  <p:extLst>
    <p:ext uri="{DCECCB84-F9BA-43D5-87BE-67443E8EF086}">
      <p15:sldGuideLst xmlns:p15="http://schemas.microsoft.com/office/powerpoint/2012/main">
        <p15:guide id="1" orient="horz" pos="1648">
          <p15:clr>
            <a:srgbClr val="FBAE40"/>
          </p15:clr>
        </p15:guide>
        <p15:guide id="2" orient="horz" pos="102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hart Comparis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6EF78FE-55F0-47B3-AE87-B3FBB8E2789A}"/>
              </a:ext>
            </a:extLst>
          </p:cNvPr>
          <p:cNvSpPr/>
          <p:nvPr/>
        </p:nvSpPr>
        <p:spPr>
          <a:xfrm>
            <a:off x="0" y="0"/>
            <a:ext cx="9144000" cy="14904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D1793B0B-E50E-4C0F-9173-1EE4775A4F5F}"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tx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bg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425280" y="2619376"/>
            <a:ext cx="3763565" cy="3580267"/>
          </a:xfrm>
        </p:spPr>
        <p:txBody>
          <a:bodyPr anchor="ctr"/>
          <a:lstStyle>
            <a:lvl1pPr marL="0" indent="0" algn="ctr">
              <a:buNone/>
              <a:defRPr/>
            </a:lvl1pPr>
            <a:lvl2pPr marL="127397" indent="0">
              <a:buNone/>
              <a:defRPr/>
            </a:lvl2pPr>
          </a:lstStyle>
          <a:p>
            <a:pPr lvl="0"/>
            <a:r>
              <a:rPr lang="en-US"/>
              <a:t>[Click respective icon to add CHART or TABLE </a:t>
            </a:r>
            <a:br>
              <a:rPr lang="en-US"/>
            </a:br>
            <a:r>
              <a:rPr lang="en-US"/>
              <a:t>– not text]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425053" y="1620372"/>
            <a:ext cx="3756422" cy="86017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10" name="Text Placeholder 9">
            <a:extLst>
              <a:ext uri="{FF2B5EF4-FFF2-40B4-BE49-F238E27FC236}">
                <a16:creationId xmlns:a16="http://schemas.microsoft.com/office/drawing/2014/main" id="{98D7469F-53F4-4AF0-A09F-A916E41A182F}"/>
              </a:ext>
            </a:extLst>
          </p:cNvPr>
          <p:cNvSpPr>
            <a:spLocks noGrp="1"/>
          </p:cNvSpPr>
          <p:nvPr>
            <p:ph type="body" sz="quarter" idx="18" hasCustomPrompt="1"/>
          </p:nvPr>
        </p:nvSpPr>
        <p:spPr>
          <a:xfrm>
            <a:off x="4955381" y="1626515"/>
            <a:ext cx="3768329" cy="86017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13" name="Content Placeholder 12">
            <a:extLst>
              <a:ext uri="{FF2B5EF4-FFF2-40B4-BE49-F238E27FC236}">
                <a16:creationId xmlns:a16="http://schemas.microsoft.com/office/drawing/2014/main" id="{39ADCA5E-1AD1-499E-B9EF-61B9559227BF}"/>
              </a:ext>
            </a:extLst>
          </p:cNvPr>
          <p:cNvSpPr>
            <a:spLocks noGrp="1"/>
          </p:cNvSpPr>
          <p:nvPr>
            <p:ph sz="quarter" idx="19" hasCustomPrompt="1"/>
          </p:nvPr>
        </p:nvSpPr>
        <p:spPr>
          <a:xfrm>
            <a:off x="4955382" y="2631019"/>
            <a:ext cx="3770710" cy="3574520"/>
          </a:xfrm>
        </p:spPr>
        <p:txBody>
          <a:bodyPr anchor="ctr"/>
          <a:lstStyle>
            <a:lvl1pPr marL="0" indent="0" algn="ctr">
              <a:buNone/>
              <a:defRPr/>
            </a:lvl1pPr>
            <a:lvl2pPr marL="127397" indent="0" algn="ctr">
              <a:buNone/>
              <a:defRPr/>
            </a:lvl2pPr>
            <a:lvl3pPr marL="255984" indent="0" algn="ctr">
              <a:buNone/>
              <a:defRPr/>
            </a:lvl3pPr>
            <a:lvl4pPr marL="388144" indent="0" algn="ctr">
              <a:buNone/>
              <a:defRPr/>
            </a:lvl4pPr>
            <a:lvl5pPr marL="515540" indent="0" algn="ctr">
              <a:buNone/>
              <a:defRPr/>
            </a:lvl5pPr>
          </a:lstStyle>
          <a:p>
            <a:pPr lvl="0"/>
            <a:r>
              <a:rPr lang="en-US"/>
              <a:t>[Click respective icon to add CHART or TABL </a:t>
            </a:r>
            <a:br>
              <a:rPr lang="en-US"/>
            </a:br>
            <a:r>
              <a:rPr lang="en-US"/>
              <a:t>– not text]</a:t>
            </a:r>
          </a:p>
        </p:txBody>
      </p:sp>
      <p:sp>
        <p:nvSpPr>
          <p:cNvPr id="17" name="Text Placeholder 11">
            <a:extLst>
              <a:ext uri="{FF2B5EF4-FFF2-40B4-BE49-F238E27FC236}">
                <a16:creationId xmlns:a16="http://schemas.microsoft.com/office/drawing/2014/main" id="{00E0D18E-E349-4199-8AD8-798BD2B67B93}"/>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3401059000"/>
      </p:ext>
    </p:extLst>
  </p:cSld>
  <p:clrMapOvr>
    <a:masterClrMapping/>
  </p:clrMapOvr>
  <p:hf hdr="0" ftr="0" dt="0"/>
  <p:extLst>
    <p:ext uri="{DCECCB84-F9BA-43D5-87BE-67443E8EF086}">
      <p15:sldGuideLst xmlns:p15="http://schemas.microsoft.com/office/powerpoint/2012/main">
        <p15:guide id="1" orient="horz" pos="1656">
          <p15:clr>
            <a:srgbClr val="FBAE40"/>
          </p15:clr>
        </p15:guide>
        <p15:guide id="2" orient="horz" pos="1022">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hart + Statement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6EF78FE-55F0-47B3-AE87-B3FBB8E2789A}"/>
              </a:ext>
            </a:extLst>
          </p:cNvPr>
          <p:cNvSpPr/>
          <p:nvPr/>
        </p:nvSpPr>
        <p:spPr>
          <a:xfrm>
            <a:off x="0" y="0"/>
            <a:ext cx="9144000" cy="14904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425278" y="1618488"/>
            <a:ext cx="8300813" cy="840196"/>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bg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2777988" y="2619376"/>
            <a:ext cx="5948104" cy="3580266"/>
          </a:xfrm>
        </p:spPr>
        <p:txBody>
          <a:bodyPr anchor="ctr"/>
          <a:lstStyle>
            <a:lvl1pPr marL="0" indent="0" algn="ctr">
              <a:buNone/>
              <a:defRPr/>
            </a:lvl1pPr>
            <a:lvl2pPr marL="127397" indent="0">
              <a:buNone/>
              <a:defRPr/>
            </a:lvl2pPr>
          </a:lstStyle>
          <a:p>
            <a:pPr lvl="0"/>
            <a:r>
              <a:rPr lang="en-US"/>
              <a:t>[Click respective icon to add CHART or TABLE – not text]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425054" y="2619376"/>
            <a:ext cx="2263378" cy="3580266"/>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4" name="Text Placeholder 11">
            <a:extLst>
              <a:ext uri="{FF2B5EF4-FFF2-40B4-BE49-F238E27FC236}">
                <a16:creationId xmlns:a16="http://schemas.microsoft.com/office/drawing/2014/main" id="{4A0D5033-1383-4A3E-B39C-095AE64D2F81}"/>
              </a:ext>
            </a:extLst>
          </p:cNvPr>
          <p:cNvSpPr>
            <a:spLocks noGrp="1"/>
          </p:cNvSpPr>
          <p:nvPr>
            <p:ph type="body" sz="quarter" idx="18"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2" name="Date Placeholder 1">
            <a:extLst>
              <a:ext uri="{FF2B5EF4-FFF2-40B4-BE49-F238E27FC236}">
                <a16:creationId xmlns:a16="http://schemas.microsoft.com/office/drawing/2014/main" id="{7C7DF463-1855-48AC-B3A0-55C33F1D02AF}"/>
              </a:ext>
            </a:extLst>
          </p:cNvPr>
          <p:cNvSpPr>
            <a:spLocks noGrp="1"/>
          </p:cNvSpPr>
          <p:nvPr>
            <p:ph type="dt" sz="half" idx="19"/>
          </p:nvPr>
        </p:nvSpPr>
        <p:spPr/>
        <p:txBody>
          <a:bodyPr/>
          <a:lstStyle/>
          <a:p>
            <a:fld id="{B831B734-A14F-45CC-8F05-A4027F436A02}" type="datetime4">
              <a:rPr lang="en-US" smtClean="0"/>
              <a:t>August 13, 2025</a:t>
            </a:fld>
            <a:endParaRPr lang="en-US"/>
          </a:p>
        </p:txBody>
      </p:sp>
      <p:sp>
        <p:nvSpPr>
          <p:cNvPr id="10" name="Footer Placeholder 9">
            <a:extLst>
              <a:ext uri="{FF2B5EF4-FFF2-40B4-BE49-F238E27FC236}">
                <a16:creationId xmlns:a16="http://schemas.microsoft.com/office/drawing/2014/main" id="{71C88B21-12B8-4D5F-8A52-929A02C861B4}"/>
              </a:ext>
            </a:extLst>
          </p:cNvPr>
          <p:cNvSpPr>
            <a:spLocks noGrp="1"/>
          </p:cNvSpPr>
          <p:nvPr>
            <p:ph type="ftr" sz="quarter" idx="20"/>
          </p:nvPr>
        </p:nvSpPr>
        <p:spPr/>
        <p:txBody>
          <a:bodyPr/>
          <a:lstStyle/>
          <a:p>
            <a:r>
              <a:rPr lang="en-US"/>
              <a:t>S&amp;P Global Commodity Insights – Internal Use Only</a:t>
            </a:r>
          </a:p>
        </p:txBody>
      </p:sp>
      <p:sp>
        <p:nvSpPr>
          <p:cNvPr id="12" name="Slide Number Placeholder 11">
            <a:extLst>
              <a:ext uri="{FF2B5EF4-FFF2-40B4-BE49-F238E27FC236}">
                <a16:creationId xmlns:a16="http://schemas.microsoft.com/office/drawing/2014/main" id="{348F557C-D16B-4CE5-8BC7-3F8FFDF7BDA8}"/>
              </a:ext>
            </a:extLst>
          </p:cNvPr>
          <p:cNvSpPr>
            <a:spLocks noGrp="1"/>
          </p:cNvSpPr>
          <p:nvPr>
            <p:ph type="sldNum" sz="quarter" idx="21"/>
          </p:nvPr>
        </p:nvSpPr>
        <p:spPr/>
        <p:txBody>
          <a:bodyPr/>
          <a:lstStyle/>
          <a:p>
            <a:fld id="{5CFA18E4-D58E-4B28-B105-28D9665A8EBC}" type="slidenum">
              <a:rPr lang="en-US" smtClean="0"/>
              <a:pPr/>
              <a:t>‹#›</a:t>
            </a:fld>
            <a:endParaRPr lang="en-US"/>
          </a:p>
        </p:txBody>
      </p:sp>
    </p:spTree>
    <p:extLst>
      <p:ext uri="{BB962C8B-B14F-4D97-AF65-F5344CB8AC3E}">
        <p14:creationId xmlns:p14="http://schemas.microsoft.com/office/powerpoint/2010/main" val="2060806447"/>
      </p:ext>
    </p:extLst>
  </p:cSld>
  <p:clrMapOvr>
    <a:masterClrMapping/>
  </p:clrMapOvr>
  <p:hf hdr="0" ftr="0" dt="0"/>
  <p:extLst>
    <p:ext uri="{DCECCB84-F9BA-43D5-87BE-67443E8EF086}">
      <p15:sldGuideLst xmlns:p15="http://schemas.microsoft.com/office/powerpoint/2012/main">
        <p15:guide id="1" orient="horz" pos="1648">
          <p15:clr>
            <a:srgbClr val="FBAE40"/>
          </p15:clr>
        </p15:guide>
        <p15:guide id="2" orient="horz" pos="1021">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hart + Statement 2">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425278" y="1618488"/>
            <a:ext cx="8300813" cy="833472"/>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tx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tx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425279" y="2619376"/>
            <a:ext cx="4146722" cy="3580266"/>
          </a:xfrm>
        </p:spPr>
        <p:txBody>
          <a:bodyPr anchor="ctr"/>
          <a:lstStyle>
            <a:lvl1pPr marL="0" indent="0" algn="ctr">
              <a:buNone/>
              <a:defRPr/>
            </a:lvl1pPr>
            <a:lvl2pPr marL="127397" indent="0">
              <a:buNone/>
              <a:defRPr/>
            </a:lvl2pPr>
          </a:lstStyle>
          <a:p>
            <a:pPr lvl="0"/>
            <a:r>
              <a:rPr lang="en-US"/>
              <a:t>[Click respective icon to add CHART or TABLE – not text]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4955382" y="2619376"/>
            <a:ext cx="3770711" cy="3580266"/>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DABA7C76-A2D7-4F01-B657-C2E195898C63}"/>
              </a:ext>
            </a:extLst>
          </p:cNvPr>
          <p:cNvSpPr>
            <a:spLocks noGrp="1"/>
          </p:cNvSpPr>
          <p:nvPr>
            <p:ph type="dt" sz="half" idx="18"/>
          </p:nvPr>
        </p:nvSpPr>
        <p:spPr/>
        <p:txBody>
          <a:bodyPr/>
          <a:lstStyle/>
          <a:p>
            <a:fld id="{87CA155A-6D49-4189-8F3E-D1285ED95A63}" type="datetime4">
              <a:rPr lang="en-US" smtClean="0"/>
              <a:t>August 13, 2025</a:t>
            </a:fld>
            <a:endParaRPr lang="en-US"/>
          </a:p>
        </p:txBody>
      </p:sp>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S&amp;P Global Commodity Insights – Internal Use Only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5" name="Text Placeholder 11">
            <a:extLst>
              <a:ext uri="{FF2B5EF4-FFF2-40B4-BE49-F238E27FC236}">
                <a16:creationId xmlns:a16="http://schemas.microsoft.com/office/drawing/2014/main" id="{83E662A7-7337-4375-8FBD-2C58ABD0FD30}"/>
              </a:ext>
            </a:extLst>
          </p:cNvPr>
          <p:cNvSpPr>
            <a:spLocks noGrp="1"/>
          </p:cNvSpPr>
          <p:nvPr>
            <p:ph type="body" sz="quarter" idx="21"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286751659"/>
      </p:ext>
    </p:extLst>
  </p:cSld>
  <p:clrMapOvr>
    <a:masterClrMapping/>
  </p:clrMapOvr>
  <p:hf hdr="0" ftr="0" dt="0"/>
  <p:extLst>
    <p:ext uri="{DCECCB84-F9BA-43D5-87BE-67443E8EF086}">
      <p15:sldGuideLst xmlns:p15="http://schemas.microsoft.com/office/powerpoint/2012/main">
        <p15:guide id="1" orient="horz" pos="1648">
          <p15:clr>
            <a:srgbClr val="FBAE40"/>
          </p15:clr>
        </p15:guide>
        <p15:guide id="2" orient="horz" pos="1022">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hart + Statement 3">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4955382" y="1620838"/>
            <a:ext cx="3768488" cy="4578804"/>
          </a:xfrm>
          <a:noFill/>
        </p:spPr>
        <p:txBody>
          <a:bodyPr anchor="ctr"/>
          <a:lstStyle>
            <a:lvl1pPr marL="0" indent="0" algn="ctr">
              <a:buNone/>
              <a:defRPr/>
            </a:lvl1pPr>
            <a:lvl2pPr marL="127397" indent="0">
              <a:buNone/>
              <a:defRPr/>
            </a:lvl2pPr>
          </a:lstStyle>
          <a:p>
            <a:pPr lvl="0"/>
            <a:r>
              <a:rPr lang="en-US"/>
              <a:t>[Click respective icon to add CHART or TABLE </a:t>
            </a:r>
            <a:br>
              <a:rPr lang="en-US"/>
            </a:br>
            <a:r>
              <a:rPr lang="en-US"/>
              <a:t>– not text]</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425278" y="1620839"/>
            <a:ext cx="3756197" cy="1380779"/>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tx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tx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425279" y="3187148"/>
            <a:ext cx="3758184" cy="3012494"/>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DABA7C76-A2D7-4F01-B657-C2E195898C63}"/>
              </a:ext>
            </a:extLst>
          </p:cNvPr>
          <p:cNvSpPr>
            <a:spLocks noGrp="1"/>
          </p:cNvSpPr>
          <p:nvPr>
            <p:ph type="dt" sz="half" idx="18"/>
          </p:nvPr>
        </p:nvSpPr>
        <p:spPr/>
        <p:txBody>
          <a:bodyPr/>
          <a:lstStyle/>
          <a:p>
            <a:fld id="{1B4F4F77-9A2B-4737-BA70-D740FA483E31}" type="datetime4">
              <a:rPr lang="en-US" smtClean="0"/>
              <a:t>August 13, 2025</a:t>
            </a:fld>
            <a:endParaRPr lang="en-US"/>
          </a:p>
        </p:txBody>
      </p:sp>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S&amp;P Global Commodity Insights – Internal Use Only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5" name="Text Placeholder 11">
            <a:extLst>
              <a:ext uri="{FF2B5EF4-FFF2-40B4-BE49-F238E27FC236}">
                <a16:creationId xmlns:a16="http://schemas.microsoft.com/office/drawing/2014/main" id="{584230B6-CE03-406A-A8B9-AF79603282F2}"/>
              </a:ext>
            </a:extLst>
          </p:cNvPr>
          <p:cNvSpPr>
            <a:spLocks noGrp="1"/>
          </p:cNvSpPr>
          <p:nvPr>
            <p:ph type="body" sz="quarter" idx="21" hasCustomPrompt="1"/>
          </p:nvPr>
        </p:nvSpPr>
        <p:spPr>
          <a:xfrm>
            <a:off x="425280" y="5687045"/>
            <a:ext cx="3756196"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1556345924"/>
      </p:ext>
    </p:extLst>
  </p:cSld>
  <p:clrMapOvr>
    <a:masterClrMapping/>
  </p:clrMapOvr>
  <p:hf hdr="0" ftr="0" dt="0"/>
  <p:extLst>
    <p:ext uri="{DCECCB84-F9BA-43D5-87BE-67443E8EF086}">
      <p15:sldGuideLst xmlns:p15="http://schemas.microsoft.com/office/powerpoint/2012/main">
        <p15:guide id="1" orient="horz" pos="1021">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0500" b="1">
                <a:solidFill>
                  <a:schemeClr val="tx1"/>
                </a:solidFill>
              </a:rPr>
              <a:t>STATEMENTS</a:t>
            </a:r>
          </a:p>
        </p:txBody>
      </p:sp>
      <p:cxnSp>
        <p:nvCxnSpPr>
          <p:cNvPr id="7" name="Straight Connector 6">
            <a:extLst>
              <a:ext uri="{FF2B5EF4-FFF2-40B4-BE49-F238E27FC236}">
                <a16:creationId xmlns:a16="http://schemas.microsoft.com/office/drawing/2014/main" id="{1DAF5C6A-388A-484C-AEAA-7BCB499E94DF}"/>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5888FA7-2A1A-4874-98B9-3B720BD792DD}"/>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EC172B1-DF0E-4CE0-AEB3-F868FD9BB511}"/>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4" name="TextBox 13">
            <a:extLst>
              <a:ext uri="{FF2B5EF4-FFF2-40B4-BE49-F238E27FC236}">
                <a16:creationId xmlns:a16="http://schemas.microsoft.com/office/drawing/2014/main" id="{F11157C7-05A1-4D05-B093-C45200431401}"/>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0C53AB89-B579-40A2-A45F-C998312F234E}"/>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98C9D9C7-E5A3-4D6B-815C-7C50ED95A662}"/>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990D678A-4A53-4825-A8C8-2E41F37538BF}"/>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35A14AB5-498F-45C4-B959-F77686F7543F}"/>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46" name="Rectangle 45">
            <a:extLst>
              <a:ext uri="{FF2B5EF4-FFF2-40B4-BE49-F238E27FC236}">
                <a16:creationId xmlns:a16="http://schemas.microsoft.com/office/drawing/2014/main" id="{27CF6AE5-5728-49B5-A091-838270986899}"/>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47" name="Group 46">
            <a:extLst>
              <a:ext uri="{FF2B5EF4-FFF2-40B4-BE49-F238E27FC236}">
                <a16:creationId xmlns:a16="http://schemas.microsoft.com/office/drawing/2014/main" id="{644E28C4-627F-4DC1-9867-5826935BBCAD}"/>
              </a:ext>
            </a:extLst>
          </p:cNvPr>
          <p:cNvGrpSpPr/>
          <p:nvPr/>
        </p:nvGrpSpPr>
        <p:grpSpPr>
          <a:xfrm>
            <a:off x="9192986" y="1051487"/>
            <a:ext cx="954405" cy="3085386"/>
            <a:chOff x="12257314" y="1051487"/>
            <a:chExt cx="1272540" cy="3085386"/>
          </a:xfrm>
        </p:grpSpPr>
        <p:sp>
          <p:nvSpPr>
            <p:cNvPr id="48" name="Rectangle 47">
              <a:extLst>
                <a:ext uri="{FF2B5EF4-FFF2-40B4-BE49-F238E27FC236}">
                  <a16:creationId xmlns:a16="http://schemas.microsoft.com/office/drawing/2014/main" id="{10FB4F55-AF46-48E0-8A55-A84790B2152F}"/>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49" name="TextBox 48">
              <a:extLst>
                <a:ext uri="{FF2B5EF4-FFF2-40B4-BE49-F238E27FC236}">
                  <a16:creationId xmlns:a16="http://schemas.microsoft.com/office/drawing/2014/main" id="{91AF0EF9-C095-493D-8D58-CF0051BBC8AA}"/>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50" name="Freeform: Shape 49">
              <a:extLst>
                <a:ext uri="{FF2B5EF4-FFF2-40B4-BE49-F238E27FC236}">
                  <a16:creationId xmlns:a16="http://schemas.microsoft.com/office/drawing/2014/main" id="{7AF24E30-80E1-4A53-8234-8180FD9F3A18}"/>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1" name="TextBox 50">
              <a:extLst>
                <a:ext uri="{FF2B5EF4-FFF2-40B4-BE49-F238E27FC236}">
                  <a16:creationId xmlns:a16="http://schemas.microsoft.com/office/drawing/2014/main" id="{D4565451-C81A-4169-B074-B56587D2B4F9}"/>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52" name="Freeform: Shape 51">
              <a:extLst>
                <a:ext uri="{FF2B5EF4-FFF2-40B4-BE49-F238E27FC236}">
                  <a16:creationId xmlns:a16="http://schemas.microsoft.com/office/drawing/2014/main" id="{4E6E9D55-09A7-451C-B8F6-5F39D700EB23}"/>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3" name="Freeform: Shape 52">
              <a:extLst>
                <a:ext uri="{FF2B5EF4-FFF2-40B4-BE49-F238E27FC236}">
                  <a16:creationId xmlns:a16="http://schemas.microsoft.com/office/drawing/2014/main" id="{5771A270-9236-45E7-BD6C-EC500D27E845}"/>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4" name="TextBox 53">
              <a:extLst>
                <a:ext uri="{FF2B5EF4-FFF2-40B4-BE49-F238E27FC236}">
                  <a16:creationId xmlns:a16="http://schemas.microsoft.com/office/drawing/2014/main" id="{489B6575-A703-4D35-8918-C3092A4E8092}"/>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55" name="Picture 54">
              <a:extLst>
                <a:ext uri="{FF2B5EF4-FFF2-40B4-BE49-F238E27FC236}">
                  <a16:creationId xmlns:a16="http://schemas.microsoft.com/office/drawing/2014/main" id="{AFD99288-F9E7-4704-BC41-3A2C084EB48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56" name="Rectangle 55">
              <a:extLst>
                <a:ext uri="{FF2B5EF4-FFF2-40B4-BE49-F238E27FC236}">
                  <a16:creationId xmlns:a16="http://schemas.microsoft.com/office/drawing/2014/main" id="{12BD27E8-EDA0-4E6A-9739-6581B53A7C91}"/>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57" name="Rectangle 56">
              <a:extLst>
                <a:ext uri="{FF2B5EF4-FFF2-40B4-BE49-F238E27FC236}">
                  <a16:creationId xmlns:a16="http://schemas.microsoft.com/office/drawing/2014/main" id="{EF88D58F-4462-4DF3-BF0C-0F09DD04E767}"/>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8" name="Rectangle 57">
              <a:extLst>
                <a:ext uri="{FF2B5EF4-FFF2-40B4-BE49-F238E27FC236}">
                  <a16:creationId xmlns:a16="http://schemas.microsoft.com/office/drawing/2014/main" id="{FD5C9B5E-210E-433C-893D-A593ADD33078}"/>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9" name="Rectangle 58">
              <a:extLst>
                <a:ext uri="{FF2B5EF4-FFF2-40B4-BE49-F238E27FC236}">
                  <a16:creationId xmlns:a16="http://schemas.microsoft.com/office/drawing/2014/main" id="{40C2F764-2F27-4DAC-85C1-101A7DF994BE}"/>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60" name="Group 59">
              <a:extLst>
                <a:ext uri="{FF2B5EF4-FFF2-40B4-BE49-F238E27FC236}">
                  <a16:creationId xmlns:a16="http://schemas.microsoft.com/office/drawing/2014/main" id="{00E64038-8A8E-4630-92AB-70AC9BBDCECB}"/>
                </a:ext>
              </a:extLst>
            </p:cNvPr>
            <p:cNvGrpSpPr/>
            <p:nvPr/>
          </p:nvGrpSpPr>
          <p:grpSpPr>
            <a:xfrm>
              <a:off x="12364752" y="2345932"/>
              <a:ext cx="1055431" cy="88186"/>
              <a:chOff x="914335" y="6913770"/>
              <a:chExt cx="1109884" cy="100584"/>
            </a:xfrm>
            <a:noFill/>
          </p:grpSpPr>
          <p:sp>
            <p:nvSpPr>
              <p:cNvPr id="110" name="Rectangle 109">
                <a:extLst>
                  <a:ext uri="{FF2B5EF4-FFF2-40B4-BE49-F238E27FC236}">
                    <a16:creationId xmlns:a16="http://schemas.microsoft.com/office/drawing/2014/main" id="{023E805E-EFAF-482C-8084-42F0D05C4C75}"/>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1" name="Rectangle 110">
                <a:extLst>
                  <a:ext uri="{FF2B5EF4-FFF2-40B4-BE49-F238E27FC236}">
                    <a16:creationId xmlns:a16="http://schemas.microsoft.com/office/drawing/2014/main" id="{F9EDA505-628C-4F2A-BB06-40C8004E7B9B}"/>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2" name="Rectangle 111">
                <a:extLst>
                  <a:ext uri="{FF2B5EF4-FFF2-40B4-BE49-F238E27FC236}">
                    <a16:creationId xmlns:a16="http://schemas.microsoft.com/office/drawing/2014/main" id="{EB345A7A-249A-48EB-B843-7407729C566B}"/>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3" name="Rectangle 112">
                <a:extLst>
                  <a:ext uri="{FF2B5EF4-FFF2-40B4-BE49-F238E27FC236}">
                    <a16:creationId xmlns:a16="http://schemas.microsoft.com/office/drawing/2014/main" id="{C2BE5264-C900-4080-AB09-BF134465C0F6}"/>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4" name="Rectangle 113">
                <a:extLst>
                  <a:ext uri="{FF2B5EF4-FFF2-40B4-BE49-F238E27FC236}">
                    <a16:creationId xmlns:a16="http://schemas.microsoft.com/office/drawing/2014/main" id="{3845E0E6-DB45-440B-A034-E91F93DD1B9B}"/>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5" name="Rectangle 114">
                <a:extLst>
                  <a:ext uri="{FF2B5EF4-FFF2-40B4-BE49-F238E27FC236}">
                    <a16:creationId xmlns:a16="http://schemas.microsoft.com/office/drawing/2014/main" id="{F6D2A7E5-00F3-43EE-A90F-C3D40704CCB1}"/>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6" name="Rectangle 115">
                <a:extLst>
                  <a:ext uri="{FF2B5EF4-FFF2-40B4-BE49-F238E27FC236}">
                    <a16:creationId xmlns:a16="http://schemas.microsoft.com/office/drawing/2014/main" id="{6E7B4A1F-4FE0-48D2-9D16-222D58BA05E1}"/>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7" name="Rectangle 116">
                <a:extLst>
                  <a:ext uri="{FF2B5EF4-FFF2-40B4-BE49-F238E27FC236}">
                    <a16:creationId xmlns:a16="http://schemas.microsoft.com/office/drawing/2014/main" id="{A47CF8EE-3B1B-4923-985C-859F2358FD7F}"/>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8" name="Rectangle 117">
                <a:extLst>
                  <a:ext uri="{FF2B5EF4-FFF2-40B4-BE49-F238E27FC236}">
                    <a16:creationId xmlns:a16="http://schemas.microsoft.com/office/drawing/2014/main" id="{C1849A1C-3156-43D7-A2FE-EF46E4E82F16}"/>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9" name="Rectangle 118">
                <a:extLst>
                  <a:ext uri="{FF2B5EF4-FFF2-40B4-BE49-F238E27FC236}">
                    <a16:creationId xmlns:a16="http://schemas.microsoft.com/office/drawing/2014/main" id="{F72FDDF5-C1B9-4586-A605-0182140AD94F}"/>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61" name="Graphic 60" descr="Close with solid fill">
              <a:extLst>
                <a:ext uri="{FF2B5EF4-FFF2-40B4-BE49-F238E27FC236}">
                  <a16:creationId xmlns:a16="http://schemas.microsoft.com/office/drawing/2014/main" id="{F9B7B91D-1668-457C-BA0A-33CFB01CB1D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62" name="Graphic 61" descr="Close with solid fill">
              <a:extLst>
                <a:ext uri="{FF2B5EF4-FFF2-40B4-BE49-F238E27FC236}">
                  <a16:creationId xmlns:a16="http://schemas.microsoft.com/office/drawing/2014/main" id="{2A12989A-4407-4184-BCCD-74CCC326B45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2" name="Graphic 101" descr="Close with solid fill">
              <a:extLst>
                <a:ext uri="{FF2B5EF4-FFF2-40B4-BE49-F238E27FC236}">
                  <a16:creationId xmlns:a16="http://schemas.microsoft.com/office/drawing/2014/main" id="{13BBD901-B338-4FEA-8B21-FB621064335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3" name="Graphic 102" descr="Close with solid fill">
              <a:extLst>
                <a:ext uri="{FF2B5EF4-FFF2-40B4-BE49-F238E27FC236}">
                  <a16:creationId xmlns:a16="http://schemas.microsoft.com/office/drawing/2014/main" id="{88848E62-84F6-46AC-B2BE-67064B4173C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4" name="Graphic 103" descr="Close with solid fill">
              <a:extLst>
                <a:ext uri="{FF2B5EF4-FFF2-40B4-BE49-F238E27FC236}">
                  <a16:creationId xmlns:a16="http://schemas.microsoft.com/office/drawing/2014/main" id="{EFC4B50D-7EB7-4B6A-A6F5-FE6B1E96BC7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5" name="Graphic 104" descr="Close with solid fill">
              <a:extLst>
                <a:ext uri="{FF2B5EF4-FFF2-40B4-BE49-F238E27FC236}">
                  <a16:creationId xmlns:a16="http://schemas.microsoft.com/office/drawing/2014/main" id="{E43379E1-DC55-4140-9174-A06C030F19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6" name="Graphic 105" descr="Close with solid fill">
              <a:extLst>
                <a:ext uri="{FF2B5EF4-FFF2-40B4-BE49-F238E27FC236}">
                  <a16:creationId xmlns:a16="http://schemas.microsoft.com/office/drawing/2014/main" id="{EC3E32EA-3034-475A-9D02-FAA3C044C6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7" name="Graphic 106" descr="Close with solid fill">
              <a:extLst>
                <a:ext uri="{FF2B5EF4-FFF2-40B4-BE49-F238E27FC236}">
                  <a16:creationId xmlns:a16="http://schemas.microsoft.com/office/drawing/2014/main" id="{C90EF1DD-E0E5-4614-BED5-B6BA263E51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8" name="Graphic 107" descr="Close with solid fill">
              <a:extLst>
                <a:ext uri="{FF2B5EF4-FFF2-40B4-BE49-F238E27FC236}">
                  <a16:creationId xmlns:a16="http://schemas.microsoft.com/office/drawing/2014/main" id="{4CD71F67-DAFB-4BD7-8668-38DB781FDA3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9" name="Graphic 108" descr="Close with solid fill">
              <a:extLst>
                <a:ext uri="{FF2B5EF4-FFF2-40B4-BE49-F238E27FC236}">
                  <a16:creationId xmlns:a16="http://schemas.microsoft.com/office/drawing/2014/main" id="{46EE932B-B325-4C1E-8C86-9F9237EFA7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971934318"/>
      </p:ext>
    </p:extLst>
  </p:cSld>
  <p:clrMapOvr>
    <a:masterClrMapping/>
  </p:clrMapOvr>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tatement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C6588-04E1-4131-BD9B-DCF315B19B69}"/>
              </a:ext>
            </a:extLst>
          </p:cNvPr>
          <p:cNvSpPr>
            <a:spLocks noGrp="1"/>
          </p:cNvSpPr>
          <p:nvPr>
            <p:ph type="title" hasCustomPrompt="1"/>
          </p:nvPr>
        </p:nvSpPr>
        <p:spPr>
          <a:xfrm>
            <a:off x="1118937" y="1298576"/>
            <a:ext cx="6911276" cy="4395787"/>
          </a:xfrm>
        </p:spPr>
        <p:txBody>
          <a:bodyPr anchor="ctr"/>
          <a:lstStyle>
            <a:lvl1pPr algn="ctr">
              <a:defRPr sz="4950">
                <a:solidFill>
                  <a:schemeClr val="bg1"/>
                </a:solidFill>
              </a:defRPr>
            </a:lvl1pPr>
          </a:lstStyle>
          <a:p>
            <a:r>
              <a:rPr lang="en-US"/>
              <a:t>[Add large heroic statement]</a:t>
            </a:r>
          </a:p>
        </p:txBody>
      </p:sp>
      <p:sp>
        <p:nvSpPr>
          <p:cNvPr id="8" name="Picture Placeholder 7">
            <a:extLst>
              <a:ext uri="{FF2B5EF4-FFF2-40B4-BE49-F238E27FC236}">
                <a16:creationId xmlns:a16="http://schemas.microsoft.com/office/drawing/2014/main" id="{BF7B47CD-8901-46EE-AB48-D0A3C468D400}"/>
              </a:ext>
            </a:extLst>
          </p:cNvPr>
          <p:cNvSpPr>
            <a:spLocks noGrp="1"/>
          </p:cNvSpPr>
          <p:nvPr>
            <p:ph type="pic" sz="quarter" idx="13" hasCustomPrompt="1"/>
          </p:nvPr>
        </p:nvSpPr>
        <p:spPr>
          <a:xfrm>
            <a:off x="0" y="0"/>
            <a:ext cx="9144000" cy="6858000"/>
          </a:xfrm>
          <a:blipFill>
            <a:blip r:embed="rId2"/>
            <a:stretch>
              <a:fillRect/>
            </a:stretch>
          </a:blipFill>
        </p:spPr>
        <p:txBody>
          <a:bodyPr anchor="ctr"/>
          <a:lstStyle>
            <a:lvl1pPr marL="0" indent="0" algn="ctr">
              <a:buNone/>
              <a:defRPr/>
            </a:lvl1pPr>
          </a:lstStyle>
          <a:p>
            <a:r>
              <a:rPr lang="en-US"/>
              <a:t>[Click to insert photo and then “Send to back” to place image in background and add statement text]</a:t>
            </a:r>
          </a:p>
        </p:txBody>
      </p:sp>
      <p:sp>
        <p:nvSpPr>
          <p:cNvPr id="3" name="Date Placeholder 2">
            <a:extLst>
              <a:ext uri="{FF2B5EF4-FFF2-40B4-BE49-F238E27FC236}">
                <a16:creationId xmlns:a16="http://schemas.microsoft.com/office/drawing/2014/main" id="{A98E6D8A-9554-4696-A034-5A1654A0755B}"/>
              </a:ext>
            </a:extLst>
          </p:cNvPr>
          <p:cNvSpPr>
            <a:spLocks noGrp="1"/>
          </p:cNvSpPr>
          <p:nvPr>
            <p:ph type="dt" sz="half" idx="10"/>
          </p:nvPr>
        </p:nvSpPr>
        <p:spPr/>
        <p:txBody>
          <a:bodyPr/>
          <a:lstStyle>
            <a:lvl1pPr>
              <a:defRPr>
                <a:solidFill>
                  <a:schemeClr val="bg1"/>
                </a:solidFill>
              </a:defRPr>
            </a:lvl1pPr>
          </a:lstStyle>
          <a:p>
            <a:fld id="{68707663-29EE-4A9F-A2A7-32FFF02326EF}" type="datetime4">
              <a:rPr lang="en-US" smtClean="0"/>
              <a:t>August 13, 2025</a:t>
            </a:fld>
            <a:endParaRPr lang="en-US"/>
          </a:p>
        </p:txBody>
      </p:sp>
      <p:sp>
        <p:nvSpPr>
          <p:cNvPr id="5" name="Slide Number Placeholder 4">
            <a:extLst>
              <a:ext uri="{FF2B5EF4-FFF2-40B4-BE49-F238E27FC236}">
                <a16:creationId xmlns:a16="http://schemas.microsoft.com/office/drawing/2014/main" id="{3FAE9242-AE57-42CB-99F5-9AFC9B96251A}"/>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11" name="Floating Logo">
            <a:extLst>
              <a:ext uri="{FF2B5EF4-FFF2-40B4-BE49-F238E27FC236}">
                <a16:creationId xmlns:a16="http://schemas.microsoft.com/office/drawing/2014/main" id="{D19E0574-FA1E-41F6-9CE8-9CFC9DEDB950}"/>
              </a:ext>
            </a:extLst>
          </p:cNvPr>
          <p:cNvSpPr>
            <a:spLocks noGrp="1"/>
          </p:cNvSpPr>
          <p:nvPr>
            <p:ph type="media" sz="quarter" idx="14" hasCustomPrompt="1"/>
          </p:nvPr>
        </p:nvSpPr>
        <p:spPr>
          <a:xfrm>
            <a:off x="418422" y="6388488"/>
            <a:ext cx="1021842" cy="365760"/>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sz="100">
                <a:noFill/>
              </a:defRPr>
            </a:lvl1pPr>
          </a:lstStyle>
          <a:p>
            <a:r>
              <a:rPr lang="en-US"/>
              <a:t>.</a:t>
            </a:r>
          </a:p>
        </p:txBody>
      </p:sp>
      <p:sp>
        <p:nvSpPr>
          <p:cNvPr id="4" name="Footer Placeholder 3">
            <a:extLst>
              <a:ext uri="{FF2B5EF4-FFF2-40B4-BE49-F238E27FC236}">
                <a16:creationId xmlns:a16="http://schemas.microsoft.com/office/drawing/2014/main" id="{610AE6FA-0293-47D8-BFDE-558FA757AB35}"/>
              </a:ext>
            </a:extLst>
          </p:cNvPr>
          <p:cNvSpPr>
            <a:spLocks noGrp="1"/>
          </p:cNvSpPr>
          <p:nvPr>
            <p:ph type="ftr" sz="quarter" idx="11"/>
          </p:nvPr>
        </p:nvSpPr>
        <p:spPr/>
        <p:txBody>
          <a:bodyPr/>
          <a:lstStyle>
            <a:lvl1pPr>
              <a:defRPr>
                <a:solidFill>
                  <a:schemeClr val="bg1"/>
                </a:solidFill>
              </a:defRPr>
            </a:lvl1pPr>
          </a:lstStyle>
          <a:p>
            <a:r>
              <a:rPr lang="en-US"/>
              <a:t>S&amp;P Global Commodity Insights – Internal Use Only</a:t>
            </a:r>
          </a:p>
        </p:txBody>
      </p:sp>
    </p:spTree>
    <p:extLst>
      <p:ext uri="{BB962C8B-B14F-4D97-AF65-F5344CB8AC3E}">
        <p14:creationId xmlns:p14="http://schemas.microsoft.com/office/powerpoint/2010/main" val="1086901795"/>
      </p:ext>
    </p:extLst>
  </p:cSld>
  <p:clrMapOvr>
    <a:masterClrMapping/>
  </p:clrMapOvr>
  <p:hf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p:cSld name="Statement 1">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29A5EA06-5AA7-4C4A-BB24-B846C0939AEC}"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425280" y="1306286"/>
            <a:ext cx="5335524" cy="3804462"/>
          </a:xfrm>
        </p:spPr>
        <p:txBody>
          <a:bodyPr>
            <a:normAutofit/>
          </a:bodyPr>
          <a:lstStyle>
            <a:lvl1pPr marL="0" indent="0">
              <a:buNone/>
              <a:defRPr sz="27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statement/content]</a:t>
            </a:r>
          </a:p>
        </p:txBody>
      </p:sp>
      <p:sp>
        <p:nvSpPr>
          <p:cNvPr id="2" name="Title 1">
            <a:extLst>
              <a:ext uri="{FF2B5EF4-FFF2-40B4-BE49-F238E27FC236}">
                <a16:creationId xmlns:a16="http://schemas.microsoft.com/office/drawing/2014/main" id="{101B079F-BF60-44C9-A538-F1F4179D486D}"/>
              </a:ext>
            </a:extLst>
          </p:cNvPr>
          <p:cNvSpPr>
            <a:spLocks noGrp="1"/>
          </p:cNvSpPr>
          <p:nvPr>
            <p:ph type="title" hasCustomPrompt="1"/>
          </p:nvPr>
        </p:nvSpPr>
        <p:spPr>
          <a:xfrm>
            <a:off x="425279" y="651300"/>
            <a:ext cx="8298591" cy="402336"/>
          </a:xfrm>
        </p:spPr>
        <p:txBody>
          <a:bodyPr/>
          <a:lstStyle/>
          <a:p>
            <a:r>
              <a:rPr lang="en-US"/>
              <a:t>[Headline]</a:t>
            </a:r>
          </a:p>
        </p:txBody>
      </p:sp>
      <p:cxnSp>
        <p:nvCxnSpPr>
          <p:cNvPr id="14" name="Straight Connector 13">
            <a:extLst>
              <a:ext uri="{FF2B5EF4-FFF2-40B4-BE49-F238E27FC236}">
                <a16:creationId xmlns:a16="http://schemas.microsoft.com/office/drawing/2014/main" id="{5A42405A-5D83-4617-9FE2-B7A0CF9CA752}"/>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57E4AAC-4615-4520-950F-6DECB0F97A30}"/>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5A4FAF3-AAB7-4DE1-BE7D-735AAF585A3F}"/>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7" name="TextBox 16">
            <a:extLst>
              <a:ext uri="{FF2B5EF4-FFF2-40B4-BE49-F238E27FC236}">
                <a16:creationId xmlns:a16="http://schemas.microsoft.com/office/drawing/2014/main" id="{4A35962A-EF6D-4DFF-BD5E-78D4F6405DF9}"/>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72" name="Group 71">
            <a:extLst>
              <a:ext uri="{FF2B5EF4-FFF2-40B4-BE49-F238E27FC236}">
                <a16:creationId xmlns:a16="http://schemas.microsoft.com/office/drawing/2014/main" id="{C9EF36A5-0C9F-40DE-8FDA-5693BB177AF1}"/>
              </a:ext>
            </a:extLst>
          </p:cNvPr>
          <p:cNvGrpSpPr/>
          <p:nvPr/>
        </p:nvGrpSpPr>
        <p:grpSpPr>
          <a:xfrm>
            <a:off x="9144747" y="647701"/>
            <a:ext cx="104748" cy="5046663"/>
            <a:chOff x="12192996" y="647700"/>
            <a:chExt cx="139664" cy="5046663"/>
          </a:xfrm>
        </p:grpSpPr>
        <p:cxnSp>
          <p:nvCxnSpPr>
            <p:cNvPr id="73" name="Straight Connector 72">
              <a:extLst>
                <a:ext uri="{FF2B5EF4-FFF2-40B4-BE49-F238E27FC236}">
                  <a16:creationId xmlns:a16="http://schemas.microsoft.com/office/drawing/2014/main" id="{D81B35B0-23B4-4E6C-AED2-049162C7FC29}"/>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5E324E88-6DC3-4C19-8B7E-477E395AE60B}"/>
                </a:ext>
              </a:extLst>
            </p:cNvPr>
            <p:cNvGrpSpPr/>
            <p:nvPr/>
          </p:nvGrpSpPr>
          <p:grpSpPr>
            <a:xfrm>
              <a:off x="12202508" y="647700"/>
              <a:ext cx="130152" cy="5046663"/>
              <a:chOff x="12202508" y="647700"/>
              <a:chExt cx="130152" cy="5046663"/>
            </a:xfrm>
          </p:grpSpPr>
          <p:cxnSp>
            <p:nvCxnSpPr>
              <p:cNvPr id="75" name="Straight Connector 74">
                <a:extLst>
                  <a:ext uri="{FF2B5EF4-FFF2-40B4-BE49-F238E27FC236}">
                    <a16:creationId xmlns:a16="http://schemas.microsoft.com/office/drawing/2014/main" id="{DBB87E47-1C85-4019-81C5-CF5BBBEF54B6}"/>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D8E49A1-D77B-45C3-9556-B6020B4F2FCA}"/>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6CC59DF-505F-44BE-A966-28D32E8B711E}"/>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BA1CD1E-3999-4A4D-B21E-781C4DC428C6}"/>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88C93A5-E521-4BB3-937C-E61DCCB955BB}"/>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0" name="Group 79">
            <a:extLst>
              <a:ext uri="{FF2B5EF4-FFF2-40B4-BE49-F238E27FC236}">
                <a16:creationId xmlns:a16="http://schemas.microsoft.com/office/drawing/2014/main" id="{205468C9-336C-4D1D-B9E1-18F7EC98BD42}"/>
              </a:ext>
            </a:extLst>
          </p:cNvPr>
          <p:cNvGrpSpPr/>
          <p:nvPr/>
        </p:nvGrpSpPr>
        <p:grpSpPr>
          <a:xfrm>
            <a:off x="-97614" y="647701"/>
            <a:ext cx="97614" cy="5046663"/>
            <a:chOff x="-130152" y="647700"/>
            <a:chExt cx="130152" cy="5046663"/>
          </a:xfrm>
        </p:grpSpPr>
        <p:cxnSp>
          <p:nvCxnSpPr>
            <p:cNvPr id="81" name="Straight Connector 80">
              <a:extLst>
                <a:ext uri="{FF2B5EF4-FFF2-40B4-BE49-F238E27FC236}">
                  <a16:creationId xmlns:a16="http://schemas.microsoft.com/office/drawing/2014/main" id="{754B7CF5-11F6-416B-91E5-FC3A132CF621}"/>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54D77718-9D7C-411F-A1A9-5BDFEF1885BC}"/>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806FD42-A7DB-46DF-8AAC-3BCB2CAA791E}"/>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389FFFB7-D759-48BE-B967-C358B988C553}"/>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2D6BE6E-EA88-4988-AAC0-D25B66BBA922}"/>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4EA53685-D3B1-4CD9-9DF8-7780BB32493B}"/>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7" name="Group 86">
            <a:extLst>
              <a:ext uri="{FF2B5EF4-FFF2-40B4-BE49-F238E27FC236}">
                <a16:creationId xmlns:a16="http://schemas.microsoft.com/office/drawing/2014/main" id="{25061034-43D6-4814-895A-6D048C5F55FE}"/>
              </a:ext>
            </a:extLst>
          </p:cNvPr>
          <p:cNvGrpSpPr/>
          <p:nvPr/>
        </p:nvGrpSpPr>
        <p:grpSpPr>
          <a:xfrm>
            <a:off x="-994" y="6871034"/>
            <a:ext cx="9144000" cy="143299"/>
            <a:chOff x="-1325" y="6871033"/>
            <a:chExt cx="12192000" cy="143299"/>
          </a:xfrm>
        </p:grpSpPr>
        <p:sp>
          <p:nvSpPr>
            <p:cNvPr id="88" name="Rectangle 87">
              <a:extLst>
                <a:ext uri="{FF2B5EF4-FFF2-40B4-BE49-F238E27FC236}">
                  <a16:creationId xmlns:a16="http://schemas.microsoft.com/office/drawing/2014/main" id="{DCB14D5E-9792-4CE3-BD9C-FF75A24AFAE7}"/>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89" name="Rectangle 88">
              <a:extLst>
                <a:ext uri="{FF2B5EF4-FFF2-40B4-BE49-F238E27FC236}">
                  <a16:creationId xmlns:a16="http://schemas.microsoft.com/office/drawing/2014/main" id="{29BBDE38-A88B-4DE4-83C9-D1C30C7F366C}"/>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90" name="Rectangle 89">
            <a:extLst>
              <a:ext uri="{FF2B5EF4-FFF2-40B4-BE49-F238E27FC236}">
                <a16:creationId xmlns:a16="http://schemas.microsoft.com/office/drawing/2014/main" id="{A2AC1B44-487E-42F8-AD26-B41D6DCC03C3}"/>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6" name="Rectangle 65">
            <a:extLst>
              <a:ext uri="{FF2B5EF4-FFF2-40B4-BE49-F238E27FC236}">
                <a16:creationId xmlns:a16="http://schemas.microsoft.com/office/drawing/2014/main" id="{0297C9D0-BCD0-44CB-AC47-5FBA2D59BC4F}"/>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7" name="Group 66">
            <a:extLst>
              <a:ext uri="{FF2B5EF4-FFF2-40B4-BE49-F238E27FC236}">
                <a16:creationId xmlns:a16="http://schemas.microsoft.com/office/drawing/2014/main" id="{510E3827-127A-4825-960C-1B5D243AAEB3}"/>
              </a:ext>
            </a:extLst>
          </p:cNvPr>
          <p:cNvGrpSpPr/>
          <p:nvPr/>
        </p:nvGrpSpPr>
        <p:grpSpPr>
          <a:xfrm>
            <a:off x="9192986" y="1051487"/>
            <a:ext cx="954405" cy="3085386"/>
            <a:chOff x="12257314" y="1051487"/>
            <a:chExt cx="1272540" cy="3085386"/>
          </a:xfrm>
        </p:grpSpPr>
        <p:sp>
          <p:nvSpPr>
            <p:cNvPr id="68" name="Rectangle 67">
              <a:extLst>
                <a:ext uri="{FF2B5EF4-FFF2-40B4-BE49-F238E27FC236}">
                  <a16:creationId xmlns:a16="http://schemas.microsoft.com/office/drawing/2014/main" id="{C70EEEEA-F723-4CEB-AD92-EB70A4A82476}"/>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69" name="TextBox 68">
              <a:extLst>
                <a:ext uri="{FF2B5EF4-FFF2-40B4-BE49-F238E27FC236}">
                  <a16:creationId xmlns:a16="http://schemas.microsoft.com/office/drawing/2014/main" id="{71E7E9EB-73B1-4CB3-AFAB-90642BDFA4E3}"/>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70" name="Freeform: Shape 69">
              <a:extLst>
                <a:ext uri="{FF2B5EF4-FFF2-40B4-BE49-F238E27FC236}">
                  <a16:creationId xmlns:a16="http://schemas.microsoft.com/office/drawing/2014/main" id="{95453F72-3D9E-4513-BA9A-991BD9D0153D}"/>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5" name="TextBox 124">
              <a:extLst>
                <a:ext uri="{FF2B5EF4-FFF2-40B4-BE49-F238E27FC236}">
                  <a16:creationId xmlns:a16="http://schemas.microsoft.com/office/drawing/2014/main" id="{888FAA3C-B2D2-4BF1-8DFA-DB26B9094A5B}"/>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26" name="Freeform: Shape 125">
              <a:extLst>
                <a:ext uri="{FF2B5EF4-FFF2-40B4-BE49-F238E27FC236}">
                  <a16:creationId xmlns:a16="http://schemas.microsoft.com/office/drawing/2014/main" id="{453173D5-5B01-43C4-A1B7-A11B66DC6E2C}"/>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7" name="Freeform: Shape 126">
              <a:extLst>
                <a:ext uri="{FF2B5EF4-FFF2-40B4-BE49-F238E27FC236}">
                  <a16:creationId xmlns:a16="http://schemas.microsoft.com/office/drawing/2014/main" id="{494AE2AC-956F-42C7-B9CD-33D6C3FFB947}"/>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8" name="TextBox 127">
              <a:extLst>
                <a:ext uri="{FF2B5EF4-FFF2-40B4-BE49-F238E27FC236}">
                  <a16:creationId xmlns:a16="http://schemas.microsoft.com/office/drawing/2014/main" id="{E16440AB-0342-44FB-B9D8-8900CDE6D1E4}"/>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29" name="Picture 128">
              <a:extLst>
                <a:ext uri="{FF2B5EF4-FFF2-40B4-BE49-F238E27FC236}">
                  <a16:creationId xmlns:a16="http://schemas.microsoft.com/office/drawing/2014/main" id="{060F8DDD-E0AB-4C62-A873-B8A380D556A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30" name="Rectangle 129">
              <a:extLst>
                <a:ext uri="{FF2B5EF4-FFF2-40B4-BE49-F238E27FC236}">
                  <a16:creationId xmlns:a16="http://schemas.microsoft.com/office/drawing/2014/main" id="{28C2DBDC-B004-48A0-8DBE-7C2CE99CC06F}"/>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31" name="Rectangle 130">
              <a:extLst>
                <a:ext uri="{FF2B5EF4-FFF2-40B4-BE49-F238E27FC236}">
                  <a16:creationId xmlns:a16="http://schemas.microsoft.com/office/drawing/2014/main" id="{A6FB9589-26A1-4B96-BB53-E76006A2CF3E}"/>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32" name="Rectangle 131">
              <a:extLst>
                <a:ext uri="{FF2B5EF4-FFF2-40B4-BE49-F238E27FC236}">
                  <a16:creationId xmlns:a16="http://schemas.microsoft.com/office/drawing/2014/main" id="{D987A984-CA4B-4FAD-A192-60298D6F66DC}"/>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33" name="Rectangle 132">
              <a:extLst>
                <a:ext uri="{FF2B5EF4-FFF2-40B4-BE49-F238E27FC236}">
                  <a16:creationId xmlns:a16="http://schemas.microsoft.com/office/drawing/2014/main" id="{E2A21E2F-AC74-46A5-A8B2-ED280F5A0924}"/>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34" name="Group 133">
              <a:extLst>
                <a:ext uri="{FF2B5EF4-FFF2-40B4-BE49-F238E27FC236}">
                  <a16:creationId xmlns:a16="http://schemas.microsoft.com/office/drawing/2014/main" id="{C991D2D1-37BD-4DB5-8C15-E509488FD147}"/>
                </a:ext>
              </a:extLst>
            </p:cNvPr>
            <p:cNvGrpSpPr/>
            <p:nvPr/>
          </p:nvGrpSpPr>
          <p:grpSpPr>
            <a:xfrm>
              <a:off x="12364752" y="2345932"/>
              <a:ext cx="1055431" cy="88186"/>
              <a:chOff x="914335" y="6913770"/>
              <a:chExt cx="1109884" cy="100584"/>
            </a:xfrm>
            <a:noFill/>
          </p:grpSpPr>
          <p:sp>
            <p:nvSpPr>
              <p:cNvPr id="145" name="Rectangle 144">
                <a:extLst>
                  <a:ext uri="{FF2B5EF4-FFF2-40B4-BE49-F238E27FC236}">
                    <a16:creationId xmlns:a16="http://schemas.microsoft.com/office/drawing/2014/main" id="{6F86FE8A-D0F3-4FB1-A530-438ADB2AF07B}"/>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46" name="Rectangle 145">
                <a:extLst>
                  <a:ext uri="{FF2B5EF4-FFF2-40B4-BE49-F238E27FC236}">
                    <a16:creationId xmlns:a16="http://schemas.microsoft.com/office/drawing/2014/main" id="{FD46E44C-6113-4275-AA96-3D95006864AB}"/>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47" name="Rectangle 146">
                <a:extLst>
                  <a:ext uri="{FF2B5EF4-FFF2-40B4-BE49-F238E27FC236}">
                    <a16:creationId xmlns:a16="http://schemas.microsoft.com/office/drawing/2014/main" id="{1E3BB438-AA01-451D-94A9-5498B89060F1}"/>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48" name="Rectangle 147">
                <a:extLst>
                  <a:ext uri="{FF2B5EF4-FFF2-40B4-BE49-F238E27FC236}">
                    <a16:creationId xmlns:a16="http://schemas.microsoft.com/office/drawing/2014/main" id="{79B99A97-B69B-46F7-BCE8-84B3E99244BB}"/>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49" name="Rectangle 148">
                <a:extLst>
                  <a:ext uri="{FF2B5EF4-FFF2-40B4-BE49-F238E27FC236}">
                    <a16:creationId xmlns:a16="http://schemas.microsoft.com/office/drawing/2014/main" id="{29455D27-8897-459E-8721-0DDA7823B557}"/>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50" name="Rectangle 149">
                <a:extLst>
                  <a:ext uri="{FF2B5EF4-FFF2-40B4-BE49-F238E27FC236}">
                    <a16:creationId xmlns:a16="http://schemas.microsoft.com/office/drawing/2014/main" id="{87FADDB2-5C72-4901-8998-E973D33AEE90}"/>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51" name="Rectangle 150">
                <a:extLst>
                  <a:ext uri="{FF2B5EF4-FFF2-40B4-BE49-F238E27FC236}">
                    <a16:creationId xmlns:a16="http://schemas.microsoft.com/office/drawing/2014/main" id="{9523858B-646D-4E18-A740-82E192BDB5D8}"/>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52" name="Rectangle 151">
                <a:extLst>
                  <a:ext uri="{FF2B5EF4-FFF2-40B4-BE49-F238E27FC236}">
                    <a16:creationId xmlns:a16="http://schemas.microsoft.com/office/drawing/2014/main" id="{BB123319-FC29-4C57-B255-F46BD2FAF266}"/>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53" name="Rectangle 152">
                <a:extLst>
                  <a:ext uri="{FF2B5EF4-FFF2-40B4-BE49-F238E27FC236}">
                    <a16:creationId xmlns:a16="http://schemas.microsoft.com/office/drawing/2014/main" id="{4CA01E45-8A22-420C-A847-D454B168C865}"/>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54" name="Rectangle 153">
                <a:extLst>
                  <a:ext uri="{FF2B5EF4-FFF2-40B4-BE49-F238E27FC236}">
                    <a16:creationId xmlns:a16="http://schemas.microsoft.com/office/drawing/2014/main" id="{963634B5-AAC3-44B5-B0D3-628E57C9FD6A}"/>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35" name="Graphic 134" descr="Close with solid fill">
              <a:extLst>
                <a:ext uri="{FF2B5EF4-FFF2-40B4-BE49-F238E27FC236}">
                  <a16:creationId xmlns:a16="http://schemas.microsoft.com/office/drawing/2014/main" id="{8D2279F7-0C9C-4E51-9FB4-5E6623AD1CF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36" name="Graphic 135" descr="Close with solid fill">
              <a:extLst>
                <a:ext uri="{FF2B5EF4-FFF2-40B4-BE49-F238E27FC236}">
                  <a16:creationId xmlns:a16="http://schemas.microsoft.com/office/drawing/2014/main" id="{0C31225C-1ADB-4355-99BB-904BB6A51D7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37" name="Graphic 136" descr="Close with solid fill">
              <a:extLst>
                <a:ext uri="{FF2B5EF4-FFF2-40B4-BE49-F238E27FC236}">
                  <a16:creationId xmlns:a16="http://schemas.microsoft.com/office/drawing/2014/main" id="{44579A1A-1733-4E11-B026-998B84CA122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38" name="Graphic 137" descr="Close with solid fill">
              <a:extLst>
                <a:ext uri="{FF2B5EF4-FFF2-40B4-BE49-F238E27FC236}">
                  <a16:creationId xmlns:a16="http://schemas.microsoft.com/office/drawing/2014/main" id="{ADA88A87-03D6-4584-8836-B230DC60AB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39" name="Graphic 138" descr="Close with solid fill">
              <a:extLst>
                <a:ext uri="{FF2B5EF4-FFF2-40B4-BE49-F238E27FC236}">
                  <a16:creationId xmlns:a16="http://schemas.microsoft.com/office/drawing/2014/main" id="{AE3F76C9-0210-42C4-B398-C5E011481E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40" name="Graphic 139" descr="Close with solid fill">
              <a:extLst>
                <a:ext uri="{FF2B5EF4-FFF2-40B4-BE49-F238E27FC236}">
                  <a16:creationId xmlns:a16="http://schemas.microsoft.com/office/drawing/2014/main" id="{03E12753-F9F3-45F7-BBF6-98126B643EA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41" name="Graphic 140" descr="Close with solid fill">
              <a:extLst>
                <a:ext uri="{FF2B5EF4-FFF2-40B4-BE49-F238E27FC236}">
                  <a16:creationId xmlns:a16="http://schemas.microsoft.com/office/drawing/2014/main" id="{21FACDFF-5BE9-4FDB-AD4E-80529CBCF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42" name="Graphic 141" descr="Close with solid fill">
              <a:extLst>
                <a:ext uri="{FF2B5EF4-FFF2-40B4-BE49-F238E27FC236}">
                  <a16:creationId xmlns:a16="http://schemas.microsoft.com/office/drawing/2014/main" id="{4CF35E32-76F3-4C85-BDBB-4421C6776ED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43" name="Graphic 142" descr="Close with solid fill">
              <a:extLst>
                <a:ext uri="{FF2B5EF4-FFF2-40B4-BE49-F238E27FC236}">
                  <a16:creationId xmlns:a16="http://schemas.microsoft.com/office/drawing/2014/main" id="{05239F2F-1535-4B76-B809-47DFDD07DA5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44" name="Graphic 143" descr="Close with solid fill">
              <a:extLst>
                <a:ext uri="{FF2B5EF4-FFF2-40B4-BE49-F238E27FC236}">
                  <a16:creationId xmlns:a16="http://schemas.microsoft.com/office/drawing/2014/main" id="{18B9E725-ACCF-439F-B592-2C4DCD3A875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92" name="SPG Commodity Insights Red White Small">
            <a:extLst>
              <a:ext uri="{FF2B5EF4-FFF2-40B4-BE49-F238E27FC236}">
                <a16:creationId xmlns:a16="http://schemas.microsoft.com/office/drawing/2014/main" id="{C74394C8-9C9A-4290-8639-76FCE67CCF4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4115213506"/>
      </p:ext>
    </p:extLst>
  </p:cSld>
  <p:clrMapOvr>
    <a:overrideClrMapping bg1="dk1" tx1="lt1" bg2="dk2" tx2="lt2" accent1="accent1" accent2="accent2" accent3="accent3" accent4="accent4" accent5="accent5" accent6="accent6" hlink="hlink" folHlink="folHlink"/>
  </p:clrMapOvr>
  <p:hf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FFC5683F-73CD-4288-B18D-5283064A4C0E}"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425280" y="1306286"/>
            <a:ext cx="5335524" cy="3804462"/>
          </a:xfrm>
        </p:spPr>
        <p:txBody>
          <a:bodyPr>
            <a:normAutofit/>
          </a:bodyPr>
          <a:lstStyle>
            <a:lvl1pPr marL="0" indent="0">
              <a:buNone/>
              <a:defRPr sz="27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statement/content]</a:t>
            </a:r>
          </a:p>
        </p:txBody>
      </p:sp>
      <p:sp>
        <p:nvSpPr>
          <p:cNvPr id="2" name="Title 1">
            <a:extLst>
              <a:ext uri="{FF2B5EF4-FFF2-40B4-BE49-F238E27FC236}">
                <a16:creationId xmlns:a16="http://schemas.microsoft.com/office/drawing/2014/main" id="{101B079F-BF60-44C9-A538-F1F4179D486D}"/>
              </a:ext>
            </a:extLst>
          </p:cNvPr>
          <p:cNvSpPr>
            <a:spLocks noGrp="1"/>
          </p:cNvSpPr>
          <p:nvPr>
            <p:ph type="title" hasCustomPrompt="1"/>
          </p:nvPr>
        </p:nvSpPr>
        <p:spPr>
          <a:xfrm>
            <a:off x="425279" y="651300"/>
            <a:ext cx="8298180" cy="402336"/>
          </a:xfrm>
        </p:spPr>
        <p:txBody>
          <a:bodyPr/>
          <a:lstStyle/>
          <a:p>
            <a:r>
              <a:rPr lang="en-US"/>
              <a:t>[Headline]</a:t>
            </a:r>
          </a:p>
        </p:txBody>
      </p:sp>
      <p:cxnSp>
        <p:nvCxnSpPr>
          <p:cNvPr id="13" name="Straight Connector 12">
            <a:extLst>
              <a:ext uri="{FF2B5EF4-FFF2-40B4-BE49-F238E27FC236}">
                <a16:creationId xmlns:a16="http://schemas.microsoft.com/office/drawing/2014/main" id="{E2B33203-91A6-4922-866A-9512AB1994C5}"/>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E600078-6923-4E76-A031-9A136210DC71}"/>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120EED7-676D-4E71-9B26-36360D4AAA94}"/>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7" name="TextBox 16">
            <a:extLst>
              <a:ext uri="{FF2B5EF4-FFF2-40B4-BE49-F238E27FC236}">
                <a16:creationId xmlns:a16="http://schemas.microsoft.com/office/drawing/2014/main" id="{89660DCA-5654-4FF6-9E58-703676E163CF}"/>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spTree>
    <p:extLst>
      <p:ext uri="{BB962C8B-B14F-4D97-AF65-F5344CB8AC3E}">
        <p14:creationId xmlns:p14="http://schemas.microsoft.com/office/powerpoint/2010/main" val="94894680"/>
      </p:ext>
    </p:extLst>
  </p:cSld>
  <p:clrMapOvr>
    <a:overrideClrMapping bg1="lt1" tx1="dk1" bg2="lt2" tx2="dk2" accent1="accent1" accent2="accent2" accent3="accent3" accent4="accent4" accent5="accent5" accent6="accent6" hlink="hlink" folHlink="folHlink"/>
  </p:clrMapOvr>
  <p:hf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Statement 3">
    <p:bg>
      <p:bgPr>
        <a:solidFill>
          <a:schemeClr val="accent1"/>
        </a:solidFill>
        <a:effectLst/>
      </p:bgPr>
    </p:bg>
    <p:spTree>
      <p:nvGrpSpPr>
        <p:cNvPr id="1" name=""/>
        <p:cNvGrpSpPr/>
        <p:nvPr/>
      </p:nvGrpSpPr>
      <p:grpSpPr>
        <a:xfrm>
          <a:off x="0" y="0"/>
          <a:ext cx="0" cy="0"/>
          <a:chOff x="0" y="0"/>
          <a:chExt cx="0" cy="0"/>
        </a:xfrm>
      </p:grpSpPr>
      <p:grpSp>
        <p:nvGrpSpPr>
          <p:cNvPr id="72" name="Group 71">
            <a:extLst>
              <a:ext uri="{FF2B5EF4-FFF2-40B4-BE49-F238E27FC236}">
                <a16:creationId xmlns:a16="http://schemas.microsoft.com/office/drawing/2014/main" id="{90CCAE01-59DC-4E88-921F-BE5E9D9EB4FB}"/>
              </a:ext>
            </a:extLst>
          </p:cNvPr>
          <p:cNvGrpSpPr/>
          <p:nvPr/>
        </p:nvGrpSpPr>
        <p:grpSpPr>
          <a:xfrm>
            <a:off x="9144747" y="647701"/>
            <a:ext cx="104748" cy="5046663"/>
            <a:chOff x="12192996" y="647700"/>
            <a:chExt cx="139664" cy="5046663"/>
          </a:xfrm>
        </p:grpSpPr>
        <p:cxnSp>
          <p:nvCxnSpPr>
            <p:cNvPr id="73" name="Straight Connector 72">
              <a:extLst>
                <a:ext uri="{FF2B5EF4-FFF2-40B4-BE49-F238E27FC236}">
                  <a16:creationId xmlns:a16="http://schemas.microsoft.com/office/drawing/2014/main" id="{5BD76DF5-41AA-496E-AD7A-32322B736E9E}"/>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EE3360EA-5FA6-4D08-9718-F1BF67A6AD82}"/>
                </a:ext>
              </a:extLst>
            </p:cNvPr>
            <p:cNvGrpSpPr/>
            <p:nvPr/>
          </p:nvGrpSpPr>
          <p:grpSpPr>
            <a:xfrm>
              <a:off x="12202508" y="647700"/>
              <a:ext cx="130152" cy="5046663"/>
              <a:chOff x="12202508" y="647700"/>
              <a:chExt cx="130152" cy="5046663"/>
            </a:xfrm>
          </p:grpSpPr>
          <p:cxnSp>
            <p:nvCxnSpPr>
              <p:cNvPr id="75" name="Straight Connector 74">
                <a:extLst>
                  <a:ext uri="{FF2B5EF4-FFF2-40B4-BE49-F238E27FC236}">
                    <a16:creationId xmlns:a16="http://schemas.microsoft.com/office/drawing/2014/main" id="{8F89F633-8F0A-4463-94A9-D54366C94E83}"/>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6B05127F-839A-4F66-86C2-D800184D100E}"/>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F77EA60-4120-4924-A485-FA03B46FCCC3}"/>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47EFF73C-4D7F-43FB-84FE-B1473BBA8C2E}"/>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56D527E-7050-4614-BA55-88F48FDC4AF4}"/>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0" name="Group 79">
            <a:extLst>
              <a:ext uri="{FF2B5EF4-FFF2-40B4-BE49-F238E27FC236}">
                <a16:creationId xmlns:a16="http://schemas.microsoft.com/office/drawing/2014/main" id="{CFC66347-E73B-493C-B928-B6BE1E675437}"/>
              </a:ext>
            </a:extLst>
          </p:cNvPr>
          <p:cNvGrpSpPr/>
          <p:nvPr/>
        </p:nvGrpSpPr>
        <p:grpSpPr>
          <a:xfrm>
            <a:off x="-97614" y="647701"/>
            <a:ext cx="97614" cy="5046663"/>
            <a:chOff x="-130152" y="647700"/>
            <a:chExt cx="130152" cy="5046663"/>
          </a:xfrm>
        </p:grpSpPr>
        <p:cxnSp>
          <p:nvCxnSpPr>
            <p:cNvPr id="81" name="Straight Connector 80">
              <a:extLst>
                <a:ext uri="{FF2B5EF4-FFF2-40B4-BE49-F238E27FC236}">
                  <a16:creationId xmlns:a16="http://schemas.microsoft.com/office/drawing/2014/main" id="{D3D9D576-7829-4468-8DE6-C38299223D66}"/>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B549D99A-5D11-43C1-90E6-9FE97FC1ED8D}"/>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CCB601F2-7B85-435F-BB06-36317A2C9EA8}"/>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B2B95BE-1474-4867-852C-47DCA74C6366}"/>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321C0D12-E9BD-451A-B9EC-6554EDF2FE96}"/>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F7B9D41-9CEF-4F78-A5DB-F9F9C8636C75}"/>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EA5AF599-DAF4-488A-B747-AF4312CBE34C}"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 name="Title 1">
            <a:extLst>
              <a:ext uri="{FF2B5EF4-FFF2-40B4-BE49-F238E27FC236}">
                <a16:creationId xmlns:a16="http://schemas.microsoft.com/office/drawing/2014/main" id="{B3AAFD20-A15B-4A93-9447-65969ACB32EB}"/>
              </a:ext>
            </a:extLst>
          </p:cNvPr>
          <p:cNvSpPr>
            <a:spLocks noGrp="1"/>
          </p:cNvSpPr>
          <p:nvPr>
            <p:ph type="title" hasCustomPrompt="1"/>
          </p:nvPr>
        </p:nvSpPr>
        <p:spPr>
          <a:xfrm>
            <a:off x="425279" y="651300"/>
            <a:ext cx="8298591" cy="402336"/>
          </a:xfrm>
        </p:spPr>
        <p:txBody>
          <a:bodyPr/>
          <a:lstStyle/>
          <a:p>
            <a:r>
              <a:rPr lang="en-US"/>
              <a:t>[Headline]</a:t>
            </a:r>
          </a:p>
        </p:txBody>
      </p:sp>
      <p:sp>
        <p:nvSpPr>
          <p:cNvPr id="14" name="Text Placeholder 6">
            <a:extLst>
              <a:ext uri="{FF2B5EF4-FFF2-40B4-BE49-F238E27FC236}">
                <a16:creationId xmlns:a16="http://schemas.microsoft.com/office/drawing/2014/main" id="{09A8B49A-889B-4A3E-9EF2-CBEB09152E4D}"/>
              </a:ext>
            </a:extLst>
          </p:cNvPr>
          <p:cNvSpPr>
            <a:spLocks noGrp="1"/>
          </p:cNvSpPr>
          <p:nvPr>
            <p:ph type="body" sz="quarter" idx="13" hasCustomPrompt="1"/>
          </p:nvPr>
        </p:nvSpPr>
        <p:spPr>
          <a:xfrm>
            <a:off x="425280" y="1306286"/>
            <a:ext cx="5335524" cy="3804462"/>
          </a:xfrm>
        </p:spPr>
        <p:txBody>
          <a:bodyPr>
            <a:normAutofit/>
          </a:bodyPr>
          <a:lstStyle>
            <a:lvl1pPr marL="0" indent="0">
              <a:buNone/>
              <a:defRPr sz="27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statement/content]</a:t>
            </a:r>
          </a:p>
        </p:txBody>
      </p:sp>
      <p:cxnSp>
        <p:nvCxnSpPr>
          <p:cNvPr id="15" name="Straight Connector 14">
            <a:extLst>
              <a:ext uri="{FF2B5EF4-FFF2-40B4-BE49-F238E27FC236}">
                <a16:creationId xmlns:a16="http://schemas.microsoft.com/office/drawing/2014/main" id="{68FE3A5A-F8EE-4F91-82BA-79DDB2E057D1}"/>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483E81-87D1-4D03-B83D-B596FE544F21}"/>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9D6D768-6506-4EF7-A74E-1E5BDEB67863}"/>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3" name="TextBox 22">
            <a:extLst>
              <a:ext uri="{FF2B5EF4-FFF2-40B4-BE49-F238E27FC236}">
                <a16:creationId xmlns:a16="http://schemas.microsoft.com/office/drawing/2014/main" id="{44A5A426-D0E5-4F75-933B-61F9FD642CE0}"/>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EDA9AB74-C540-4FBB-92AD-C6F948ED2F82}"/>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B4A642CD-E837-4841-B3AC-730FA6F9A260}"/>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0F7ABF8A-5E41-484F-87C8-6AA11BD4FCD2}"/>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DB50D30E-021E-4F9A-9577-883CBDE389E0}"/>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8" name="Rectangle 67">
            <a:extLst>
              <a:ext uri="{FF2B5EF4-FFF2-40B4-BE49-F238E27FC236}">
                <a16:creationId xmlns:a16="http://schemas.microsoft.com/office/drawing/2014/main" id="{36754433-1F0E-404A-AD88-DCB10D237663}"/>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9" name="Group 68">
            <a:extLst>
              <a:ext uri="{FF2B5EF4-FFF2-40B4-BE49-F238E27FC236}">
                <a16:creationId xmlns:a16="http://schemas.microsoft.com/office/drawing/2014/main" id="{C9244C70-215F-4F8E-AE58-256A7580B477}"/>
              </a:ext>
            </a:extLst>
          </p:cNvPr>
          <p:cNvGrpSpPr/>
          <p:nvPr/>
        </p:nvGrpSpPr>
        <p:grpSpPr>
          <a:xfrm>
            <a:off x="9192986" y="1051487"/>
            <a:ext cx="954405" cy="3085386"/>
            <a:chOff x="12257314" y="1051487"/>
            <a:chExt cx="1272540" cy="3085386"/>
          </a:xfrm>
        </p:grpSpPr>
        <p:sp>
          <p:nvSpPr>
            <p:cNvPr id="70" name="Rectangle 69">
              <a:extLst>
                <a:ext uri="{FF2B5EF4-FFF2-40B4-BE49-F238E27FC236}">
                  <a16:creationId xmlns:a16="http://schemas.microsoft.com/office/drawing/2014/main" id="{1E2BA885-F367-4431-890E-C17203431A25}"/>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1" name="TextBox 70">
              <a:extLst>
                <a:ext uri="{FF2B5EF4-FFF2-40B4-BE49-F238E27FC236}">
                  <a16:creationId xmlns:a16="http://schemas.microsoft.com/office/drawing/2014/main" id="{DBDE51A7-D85C-4504-84CE-D89B06F042D1}"/>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87" name="Freeform: Shape 86">
              <a:extLst>
                <a:ext uri="{FF2B5EF4-FFF2-40B4-BE49-F238E27FC236}">
                  <a16:creationId xmlns:a16="http://schemas.microsoft.com/office/drawing/2014/main" id="{B09D9DAB-39E4-4C71-947E-9F5E9D271A57}"/>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8" name="TextBox 87">
              <a:extLst>
                <a:ext uri="{FF2B5EF4-FFF2-40B4-BE49-F238E27FC236}">
                  <a16:creationId xmlns:a16="http://schemas.microsoft.com/office/drawing/2014/main" id="{C078F8B6-1D4E-4B65-88E4-4642BA1B1AA4}"/>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89" name="Freeform: Shape 88">
              <a:extLst>
                <a:ext uri="{FF2B5EF4-FFF2-40B4-BE49-F238E27FC236}">
                  <a16:creationId xmlns:a16="http://schemas.microsoft.com/office/drawing/2014/main" id="{29322ACD-563F-47B0-BFF5-F9438ECFA396}"/>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0" name="Freeform: Shape 89">
              <a:extLst>
                <a:ext uri="{FF2B5EF4-FFF2-40B4-BE49-F238E27FC236}">
                  <a16:creationId xmlns:a16="http://schemas.microsoft.com/office/drawing/2014/main" id="{F0EA45D4-B7FB-4A58-9739-77A77C5FAB6C}"/>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1" name="TextBox 90">
              <a:extLst>
                <a:ext uri="{FF2B5EF4-FFF2-40B4-BE49-F238E27FC236}">
                  <a16:creationId xmlns:a16="http://schemas.microsoft.com/office/drawing/2014/main" id="{920C5DDE-7DBC-4AFF-8943-F99A3815F94C}"/>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2" name="Picture 91">
              <a:extLst>
                <a:ext uri="{FF2B5EF4-FFF2-40B4-BE49-F238E27FC236}">
                  <a16:creationId xmlns:a16="http://schemas.microsoft.com/office/drawing/2014/main" id="{FDDB24A8-E3B4-4344-B5FB-63223B28D0F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3" name="Rectangle 92">
              <a:extLst>
                <a:ext uri="{FF2B5EF4-FFF2-40B4-BE49-F238E27FC236}">
                  <a16:creationId xmlns:a16="http://schemas.microsoft.com/office/drawing/2014/main" id="{B305AC3C-E5D5-4243-BF8B-8FDC3D866462}"/>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4" name="Rectangle 93">
              <a:extLst>
                <a:ext uri="{FF2B5EF4-FFF2-40B4-BE49-F238E27FC236}">
                  <a16:creationId xmlns:a16="http://schemas.microsoft.com/office/drawing/2014/main" id="{41CD2842-B43C-4E64-B84B-5F5A147F9B6F}"/>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5" name="Rectangle 94">
              <a:extLst>
                <a:ext uri="{FF2B5EF4-FFF2-40B4-BE49-F238E27FC236}">
                  <a16:creationId xmlns:a16="http://schemas.microsoft.com/office/drawing/2014/main" id="{FE5F16B3-2535-40CD-B74C-C0E53BFC3D5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6" name="Rectangle 95">
              <a:extLst>
                <a:ext uri="{FF2B5EF4-FFF2-40B4-BE49-F238E27FC236}">
                  <a16:creationId xmlns:a16="http://schemas.microsoft.com/office/drawing/2014/main" id="{DBF89313-228E-473B-BEA0-8665ABCF5EC7}"/>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97" name="Group 96">
              <a:extLst>
                <a:ext uri="{FF2B5EF4-FFF2-40B4-BE49-F238E27FC236}">
                  <a16:creationId xmlns:a16="http://schemas.microsoft.com/office/drawing/2014/main" id="{174A8482-0540-461F-9571-2062BDF3E330}"/>
                </a:ext>
              </a:extLst>
            </p:cNvPr>
            <p:cNvGrpSpPr/>
            <p:nvPr/>
          </p:nvGrpSpPr>
          <p:grpSpPr>
            <a:xfrm>
              <a:off x="12364752" y="2345932"/>
              <a:ext cx="1055431" cy="88186"/>
              <a:chOff x="914335" y="6913770"/>
              <a:chExt cx="1109884" cy="100584"/>
            </a:xfrm>
            <a:noFill/>
          </p:grpSpPr>
          <p:sp>
            <p:nvSpPr>
              <p:cNvPr id="108" name="Rectangle 107">
                <a:extLst>
                  <a:ext uri="{FF2B5EF4-FFF2-40B4-BE49-F238E27FC236}">
                    <a16:creationId xmlns:a16="http://schemas.microsoft.com/office/drawing/2014/main" id="{4937793B-6924-4642-9990-3CB721E5E98B}"/>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9" name="Rectangle 108">
                <a:extLst>
                  <a:ext uri="{FF2B5EF4-FFF2-40B4-BE49-F238E27FC236}">
                    <a16:creationId xmlns:a16="http://schemas.microsoft.com/office/drawing/2014/main" id="{828A350E-6A8B-422A-BA42-78DB87FD1733}"/>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0" name="Rectangle 109">
                <a:extLst>
                  <a:ext uri="{FF2B5EF4-FFF2-40B4-BE49-F238E27FC236}">
                    <a16:creationId xmlns:a16="http://schemas.microsoft.com/office/drawing/2014/main" id="{D6A99137-27FB-4892-89AF-959056D6AF0B}"/>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1" name="Rectangle 110">
                <a:extLst>
                  <a:ext uri="{FF2B5EF4-FFF2-40B4-BE49-F238E27FC236}">
                    <a16:creationId xmlns:a16="http://schemas.microsoft.com/office/drawing/2014/main" id="{BCB3F922-4F4B-4D8C-B4A2-0FAD2314B276}"/>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2" name="Rectangle 111">
                <a:extLst>
                  <a:ext uri="{FF2B5EF4-FFF2-40B4-BE49-F238E27FC236}">
                    <a16:creationId xmlns:a16="http://schemas.microsoft.com/office/drawing/2014/main" id="{7ED8D7A1-2F06-4258-8DB2-18216B6E3270}"/>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3" name="Rectangle 112">
                <a:extLst>
                  <a:ext uri="{FF2B5EF4-FFF2-40B4-BE49-F238E27FC236}">
                    <a16:creationId xmlns:a16="http://schemas.microsoft.com/office/drawing/2014/main" id="{0B9D59CA-6F1E-4568-BCF0-8EFD342FCD26}"/>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4" name="Rectangle 113">
                <a:extLst>
                  <a:ext uri="{FF2B5EF4-FFF2-40B4-BE49-F238E27FC236}">
                    <a16:creationId xmlns:a16="http://schemas.microsoft.com/office/drawing/2014/main" id="{9A715CD3-04D9-4C40-922E-D2377012EB80}"/>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5" name="Rectangle 114">
                <a:extLst>
                  <a:ext uri="{FF2B5EF4-FFF2-40B4-BE49-F238E27FC236}">
                    <a16:creationId xmlns:a16="http://schemas.microsoft.com/office/drawing/2014/main" id="{8D42AD0F-4048-4ACC-9791-BF3D257942D8}"/>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6" name="Rectangle 115">
                <a:extLst>
                  <a:ext uri="{FF2B5EF4-FFF2-40B4-BE49-F238E27FC236}">
                    <a16:creationId xmlns:a16="http://schemas.microsoft.com/office/drawing/2014/main" id="{4558E6B7-6E50-400B-90FC-F0DD3F01893A}"/>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7" name="Rectangle 116">
                <a:extLst>
                  <a:ext uri="{FF2B5EF4-FFF2-40B4-BE49-F238E27FC236}">
                    <a16:creationId xmlns:a16="http://schemas.microsoft.com/office/drawing/2014/main" id="{041357B8-CCC9-4A65-856D-D4C71997B779}"/>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98" name="Graphic 97" descr="Close with solid fill">
              <a:extLst>
                <a:ext uri="{FF2B5EF4-FFF2-40B4-BE49-F238E27FC236}">
                  <a16:creationId xmlns:a16="http://schemas.microsoft.com/office/drawing/2014/main" id="{94689AE3-3181-4FFC-A6AF-0383FC6E28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99" name="Graphic 98" descr="Close with solid fill">
              <a:extLst>
                <a:ext uri="{FF2B5EF4-FFF2-40B4-BE49-F238E27FC236}">
                  <a16:creationId xmlns:a16="http://schemas.microsoft.com/office/drawing/2014/main" id="{2A812D76-EC0E-4190-AB82-EFCCC43C902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0" name="Graphic 99" descr="Close with solid fill">
              <a:extLst>
                <a:ext uri="{FF2B5EF4-FFF2-40B4-BE49-F238E27FC236}">
                  <a16:creationId xmlns:a16="http://schemas.microsoft.com/office/drawing/2014/main" id="{809F1796-2844-4A26-B32D-7E16ACC5C37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1" name="Graphic 100" descr="Close with solid fill">
              <a:extLst>
                <a:ext uri="{FF2B5EF4-FFF2-40B4-BE49-F238E27FC236}">
                  <a16:creationId xmlns:a16="http://schemas.microsoft.com/office/drawing/2014/main" id="{3EA69EA2-4F0E-4771-A963-2E9E4FE11D9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2" name="Graphic 101" descr="Close with solid fill">
              <a:extLst>
                <a:ext uri="{FF2B5EF4-FFF2-40B4-BE49-F238E27FC236}">
                  <a16:creationId xmlns:a16="http://schemas.microsoft.com/office/drawing/2014/main" id="{0BFFEDDD-38F6-4B12-AEF0-41EAACCE178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3" name="Graphic 102" descr="Close with solid fill">
              <a:extLst>
                <a:ext uri="{FF2B5EF4-FFF2-40B4-BE49-F238E27FC236}">
                  <a16:creationId xmlns:a16="http://schemas.microsoft.com/office/drawing/2014/main" id="{E5F2301C-8A20-4F32-857F-F3F395F7891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4" name="Graphic 103" descr="Close with solid fill">
              <a:extLst>
                <a:ext uri="{FF2B5EF4-FFF2-40B4-BE49-F238E27FC236}">
                  <a16:creationId xmlns:a16="http://schemas.microsoft.com/office/drawing/2014/main" id="{24A10FC8-967F-47BD-B6F1-A156518C4A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5" name="Graphic 104" descr="Close with solid fill">
              <a:extLst>
                <a:ext uri="{FF2B5EF4-FFF2-40B4-BE49-F238E27FC236}">
                  <a16:creationId xmlns:a16="http://schemas.microsoft.com/office/drawing/2014/main" id="{DAA5347F-DC4E-425C-A5CA-322AA37B9F1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6" name="Graphic 105" descr="Close with solid fill">
              <a:extLst>
                <a:ext uri="{FF2B5EF4-FFF2-40B4-BE49-F238E27FC236}">
                  <a16:creationId xmlns:a16="http://schemas.microsoft.com/office/drawing/2014/main" id="{AAB34BA6-D8E1-45E0-B2ED-337163FF4A1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7" name="Graphic 106" descr="Close with solid fill">
              <a:extLst>
                <a:ext uri="{FF2B5EF4-FFF2-40B4-BE49-F238E27FC236}">
                  <a16:creationId xmlns:a16="http://schemas.microsoft.com/office/drawing/2014/main" id="{B670BC10-F70D-429C-A715-42AD2FBADF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118" name="SPG Commodity Insights White Small">
            <a:extLst>
              <a:ext uri="{FF2B5EF4-FFF2-40B4-BE49-F238E27FC236}">
                <a16:creationId xmlns:a16="http://schemas.microsoft.com/office/drawing/2014/main" id="{9A3F9BDF-9B2C-455B-919D-F638032C52D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1772217356"/>
      </p:ext>
    </p:extLst>
  </p:cSld>
  <p:clrMapOvr>
    <a:overrideClrMapping bg1="dk1" tx1="lt1" bg2="dk2" tx2="lt2" accent1="accent1" accent2="accent2" accent3="accent3" accent4="accent4" accent5="accent5" accent6="accent6" hlink="hlink" folHlink="folHlink"/>
  </p:clrMapOvr>
  <p:hf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Statement 4">
    <p:bg>
      <p:bgPr>
        <a:solidFill>
          <a:schemeClr val="accent4"/>
        </a:solidFill>
        <a:effectLst/>
      </p:bgPr>
    </p:bg>
    <p:spTree>
      <p:nvGrpSpPr>
        <p:cNvPr id="1" name=""/>
        <p:cNvGrpSpPr/>
        <p:nvPr/>
      </p:nvGrpSpPr>
      <p:grpSpPr>
        <a:xfrm>
          <a:off x="0" y="0"/>
          <a:ext cx="0" cy="0"/>
          <a:chOff x="0" y="0"/>
          <a:chExt cx="0" cy="0"/>
        </a:xfrm>
      </p:grpSpPr>
      <p:grpSp>
        <p:nvGrpSpPr>
          <p:cNvPr id="72" name="Group 71">
            <a:extLst>
              <a:ext uri="{FF2B5EF4-FFF2-40B4-BE49-F238E27FC236}">
                <a16:creationId xmlns:a16="http://schemas.microsoft.com/office/drawing/2014/main" id="{976289ED-5297-4B40-8A7D-2AF1FD9D8982}"/>
              </a:ext>
            </a:extLst>
          </p:cNvPr>
          <p:cNvGrpSpPr/>
          <p:nvPr/>
        </p:nvGrpSpPr>
        <p:grpSpPr>
          <a:xfrm>
            <a:off x="9144747" y="647701"/>
            <a:ext cx="104748" cy="5046663"/>
            <a:chOff x="12192996" y="647700"/>
            <a:chExt cx="139664" cy="5046663"/>
          </a:xfrm>
        </p:grpSpPr>
        <p:cxnSp>
          <p:nvCxnSpPr>
            <p:cNvPr id="73" name="Straight Connector 72">
              <a:extLst>
                <a:ext uri="{FF2B5EF4-FFF2-40B4-BE49-F238E27FC236}">
                  <a16:creationId xmlns:a16="http://schemas.microsoft.com/office/drawing/2014/main" id="{14933C35-8FB7-4792-A546-9B624E517583}"/>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BDA9D6CB-6B55-4666-A248-8F48F4E4B9D7}"/>
                </a:ext>
              </a:extLst>
            </p:cNvPr>
            <p:cNvGrpSpPr/>
            <p:nvPr/>
          </p:nvGrpSpPr>
          <p:grpSpPr>
            <a:xfrm>
              <a:off x="12202508" y="647700"/>
              <a:ext cx="130152" cy="5046663"/>
              <a:chOff x="12202508" y="647700"/>
              <a:chExt cx="130152" cy="5046663"/>
            </a:xfrm>
          </p:grpSpPr>
          <p:cxnSp>
            <p:nvCxnSpPr>
              <p:cNvPr id="75" name="Straight Connector 74">
                <a:extLst>
                  <a:ext uri="{FF2B5EF4-FFF2-40B4-BE49-F238E27FC236}">
                    <a16:creationId xmlns:a16="http://schemas.microsoft.com/office/drawing/2014/main" id="{9D806C6E-553C-41D0-9D8B-3FAB01CCDB33}"/>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EF4A1F6-37A8-4B3A-B701-1DB303B530AB}"/>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4BAF6428-B544-4B1A-9B4E-B3228C12D724}"/>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CBE92EA-2E06-48AE-BE3D-899F8C358059}"/>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379289E-9F5B-474E-9823-1846DBA30BDE}"/>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0" name="Group 79">
            <a:extLst>
              <a:ext uri="{FF2B5EF4-FFF2-40B4-BE49-F238E27FC236}">
                <a16:creationId xmlns:a16="http://schemas.microsoft.com/office/drawing/2014/main" id="{21D058AB-B84D-45A7-BC1C-5F86C0DC1B4D}"/>
              </a:ext>
            </a:extLst>
          </p:cNvPr>
          <p:cNvGrpSpPr/>
          <p:nvPr/>
        </p:nvGrpSpPr>
        <p:grpSpPr>
          <a:xfrm>
            <a:off x="-97614" y="647701"/>
            <a:ext cx="97614" cy="5046663"/>
            <a:chOff x="-130152" y="647700"/>
            <a:chExt cx="130152" cy="5046663"/>
          </a:xfrm>
        </p:grpSpPr>
        <p:cxnSp>
          <p:nvCxnSpPr>
            <p:cNvPr id="81" name="Straight Connector 80">
              <a:extLst>
                <a:ext uri="{FF2B5EF4-FFF2-40B4-BE49-F238E27FC236}">
                  <a16:creationId xmlns:a16="http://schemas.microsoft.com/office/drawing/2014/main" id="{CA609629-0E68-4142-8D3A-A8CBCE218A55}"/>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83089B6F-C903-4B4B-B22E-B56A23C6B333}"/>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1B7200BF-34D6-4C70-82BB-DE21C9BFABE0}"/>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04FE2A4-8751-44F2-90C8-8E70E4611F1E}"/>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DFD487B-56F4-48EC-98BB-2DF393B374DF}"/>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D8DFF91-8285-49D4-B144-DC3528A06E42}"/>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526986B1-8E07-4822-A2D4-3DA23FF7E269}"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 name="Title 1">
            <a:extLst>
              <a:ext uri="{FF2B5EF4-FFF2-40B4-BE49-F238E27FC236}">
                <a16:creationId xmlns:a16="http://schemas.microsoft.com/office/drawing/2014/main" id="{6651F310-4473-492A-8646-71B135833BB8}"/>
              </a:ext>
            </a:extLst>
          </p:cNvPr>
          <p:cNvSpPr>
            <a:spLocks noGrp="1"/>
          </p:cNvSpPr>
          <p:nvPr>
            <p:ph type="title" hasCustomPrompt="1"/>
          </p:nvPr>
        </p:nvSpPr>
        <p:spPr>
          <a:xfrm>
            <a:off x="425279" y="651300"/>
            <a:ext cx="8298591" cy="402336"/>
          </a:xfrm>
        </p:spPr>
        <p:txBody>
          <a:bodyPr/>
          <a:lstStyle/>
          <a:p>
            <a:r>
              <a:rPr lang="en-US"/>
              <a:t>[Headline]</a:t>
            </a:r>
          </a:p>
        </p:txBody>
      </p:sp>
      <p:sp>
        <p:nvSpPr>
          <p:cNvPr id="14" name="Text Placeholder 6">
            <a:extLst>
              <a:ext uri="{FF2B5EF4-FFF2-40B4-BE49-F238E27FC236}">
                <a16:creationId xmlns:a16="http://schemas.microsoft.com/office/drawing/2014/main" id="{41399F9B-1E1A-49D1-A8A2-8A8C029F9DA0}"/>
              </a:ext>
            </a:extLst>
          </p:cNvPr>
          <p:cNvSpPr>
            <a:spLocks noGrp="1"/>
          </p:cNvSpPr>
          <p:nvPr>
            <p:ph type="body" sz="quarter" idx="13" hasCustomPrompt="1"/>
          </p:nvPr>
        </p:nvSpPr>
        <p:spPr>
          <a:xfrm>
            <a:off x="425280" y="1306286"/>
            <a:ext cx="5335524" cy="3804462"/>
          </a:xfrm>
        </p:spPr>
        <p:txBody>
          <a:bodyPr>
            <a:normAutofit/>
          </a:bodyPr>
          <a:lstStyle>
            <a:lvl1pPr marL="0" indent="0">
              <a:buNone/>
              <a:defRPr sz="27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statement/content]</a:t>
            </a:r>
          </a:p>
        </p:txBody>
      </p:sp>
      <p:cxnSp>
        <p:nvCxnSpPr>
          <p:cNvPr id="15" name="Straight Connector 14">
            <a:extLst>
              <a:ext uri="{FF2B5EF4-FFF2-40B4-BE49-F238E27FC236}">
                <a16:creationId xmlns:a16="http://schemas.microsoft.com/office/drawing/2014/main" id="{3CCF4DD8-9D93-479A-BEE6-CDEDE668D795}"/>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31F34B2-BC24-46A8-93BC-F4F95FE89ED5}"/>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98A315E0-6708-4324-B051-6101E838E9BE}"/>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3" name="TextBox 22">
            <a:extLst>
              <a:ext uri="{FF2B5EF4-FFF2-40B4-BE49-F238E27FC236}">
                <a16:creationId xmlns:a16="http://schemas.microsoft.com/office/drawing/2014/main" id="{69FC3DA2-C873-4C85-8A4C-55C762CB52B7}"/>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272ECFE0-AA29-44E0-B78C-31603FA5C245}"/>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9F0F70B8-F60C-4007-B731-B9A5D7B0EABA}"/>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8F018BCF-2E0C-4722-BC3B-6D150AF2B010}"/>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A5A77783-0DC1-41E5-A5E2-857F79AB4779}"/>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7" name="Rectangle 86">
            <a:extLst>
              <a:ext uri="{FF2B5EF4-FFF2-40B4-BE49-F238E27FC236}">
                <a16:creationId xmlns:a16="http://schemas.microsoft.com/office/drawing/2014/main" id="{A35FFAB8-E1D2-498F-A755-FAFD34D989B8}"/>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88" name="Group 87">
            <a:extLst>
              <a:ext uri="{FF2B5EF4-FFF2-40B4-BE49-F238E27FC236}">
                <a16:creationId xmlns:a16="http://schemas.microsoft.com/office/drawing/2014/main" id="{FD7E9518-F330-4C5E-8460-EB44A39095F2}"/>
              </a:ext>
            </a:extLst>
          </p:cNvPr>
          <p:cNvGrpSpPr/>
          <p:nvPr/>
        </p:nvGrpSpPr>
        <p:grpSpPr>
          <a:xfrm>
            <a:off x="9192986" y="1051487"/>
            <a:ext cx="954405" cy="3085386"/>
            <a:chOff x="12257314" y="1051487"/>
            <a:chExt cx="1272540" cy="3085386"/>
          </a:xfrm>
        </p:grpSpPr>
        <p:sp>
          <p:nvSpPr>
            <p:cNvPr id="89" name="Rectangle 88">
              <a:extLst>
                <a:ext uri="{FF2B5EF4-FFF2-40B4-BE49-F238E27FC236}">
                  <a16:creationId xmlns:a16="http://schemas.microsoft.com/office/drawing/2014/main" id="{AC6831B8-F288-499B-8848-7D97804A841F}"/>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0" name="TextBox 89">
              <a:extLst>
                <a:ext uri="{FF2B5EF4-FFF2-40B4-BE49-F238E27FC236}">
                  <a16:creationId xmlns:a16="http://schemas.microsoft.com/office/drawing/2014/main" id="{B8698CE5-6336-45F4-B645-706CFDF54E98}"/>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1" name="Freeform: Shape 90">
              <a:extLst>
                <a:ext uri="{FF2B5EF4-FFF2-40B4-BE49-F238E27FC236}">
                  <a16:creationId xmlns:a16="http://schemas.microsoft.com/office/drawing/2014/main" id="{765757BE-A972-4929-BD53-61956A64E9EE}"/>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2" name="TextBox 91">
              <a:extLst>
                <a:ext uri="{FF2B5EF4-FFF2-40B4-BE49-F238E27FC236}">
                  <a16:creationId xmlns:a16="http://schemas.microsoft.com/office/drawing/2014/main" id="{A6992559-8EC0-4C53-B88E-8BA45734CC73}"/>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3" name="Freeform: Shape 92">
              <a:extLst>
                <a:ext uri="{FF2B5EF4-FFF2-40B4-BE49-F238E27FC236}">
                  <a16:creationId xmlns:a16="http://schemas.microsoft.com/office/drawing/2014/main" id="{3F33F490-8CAD-42F3-BBBE-E86F9A521FF0}"/>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Freeform: Shape 93">
              <a:extLst>
                <a:ext uri="{FF2B5EF4-FFF2-40B4-BE49-F238E27FC236}">
                  <a16:creationId xmlns:a16="http://schemas.microsoft.com/office/drawing/2014/main" id="{C99AB6F7-2946-4E7D-8A42-DB059E06DBB2}"/>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5" name="TextBox 94">
              <a:extLst>
                <a:ext uri="{FF2B5EF4-FFF2-40B4-BE49-F238E27FC236}">
                  <a16:creationId xmlns:a16="http://schemas.microsoft.com/office/drawing/2014/main" id="{937482F5-77B2-443A-89C5-EAF55DD85442}"/>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6" name="Picture 95">
              <a:extLst>
                <a:ext uri="{FF2B5EF4-FFF2-40B4-BE49-F238E27FC236}">
                  <a16:creationId xmlns:a16="http://schemas.microsoft.com/office/drawing/2014/main" id="{61143E3F-86AE-4E13-B8EA-F219B4E1767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7" name="Rectangle 96">
              <a:extLst>
                <a:ext uri="{FF2B5EF4-FFF2-40B4-BE49-F238E27FC236}">
                  <a16:creationId xmlns:a16="http://schemas.microsoft.com/office/drawing/2014/main" id="{EA768CD6-011E-4C4F-9434-E4B16D88BFED}"/>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8" name="Rectangle 97">
              <a:extLst>
                <a:ext uri="{FF2B5EF4-FFF2-40B4-BE49-F238E27FC236}">
                  <a16:creationId xmlns:a16="http://schemas.microsoft.com/office/drawing/2014/main" id="{B122D149-DD80-408D-95C6-AE87FB0F3586}"/>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9" name="Rectangle 98">
              <a:extLst>
                <a:ext uri="{FF2B5EF4-FFF2-40B4-BE49-F238E27FC236}">
                  <a16:creationId xmlns:a16="http://schemas.microsoft.com/office/drawing/2014/main" id="{E75EC1F7-FA2F-4A12-9445-47E68FBCD196}"/>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0" name="Rectangle 99">
              <a:extLst>
                <a:ext uri="{FF2B5EF4-FFF2-40B4-BE49-F238E27FC236}">
                  <a16:creationId xmlns:a16="http://schemas.microsoft.com/office/drawing/2014/main" id="{3EE81256-556B-4774-9F67-79A3835C3CF2}"/>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1" name="Group 100">
              <a:extLst>
                <a:ext uri="{FF2B5EF4-FFF2-40B4-BE49-F238E27FC236}">
                  <a16:creationId xmlns:a16="http://schemas.microsoft.com/office/drawing/2014/main" id="{89E8B432-6AE5-4631-AA4B-866BAC589107}"/>
                </a:ext>
              </a:extLst>
            </p:cNvPr>
            <p:cNvGrpSpPr/>
            <p:nvPr/>
          </p:nvGrpSpPr>
          <p:grpSpPr>
            <a:xfrm>
              <a:off x="12364752" y="2345932"/>
              <a:ext cx="1055431" cy="88186"/>
              <a:chOff x="914335" y="6913770"/>
              <a:chExt cx="1109884" cy="100584"/>
            </a:xfrm>
            <a:noFill/>
          </p:grpSpPr>
          <p:sp>
            <p:nvSpPr>
              <p:cNvPr id="112" name="Rectangle 111">
                <a:extLst>
                  <a:ext uri="{FF2B5EF4-FFF2-40B4-BE49-F238E27FC236}">
                    <a16:creationId xmlns:a16="http://schemas.microsoft.com/office/drawing/2014/main" id="{D9395D4A-E53A-452D-919A-92B10159539A}"/>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3" name="Rectangle 112">
                <a:extLst>
                  <a:ext uri="{FF2B5EF4-FFF2-40B4-BE49-F238E27FC236}">
                    <a16:creationId xmlns:a16="http://schemas.microsoft.com/office/drawing/2014/main" id="{58D0FD11-853A-43B3-AAA1-29F1C8641D5D}"/>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4" name="Rectangle 113">
                <a:extLst>
                  <a:ext uri="{FF2B5EF4-FFF2-40B4-BE49-F238E27FC236}">
                    <a16:creationId xmlns:a16="http://schemas.microsoft.com/office/drawing/2014/main" id="{9846DDDE-EE7E-448B-B821-61968322CDD3}"/>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5" name="Rectangle 114">
                <a:extLst>
                  <a:ext uri="{FF2B5EF4-FFF2-40B4-BE49-F238E27FC236}">
                    <a16:creationId xmlns:a16="http://schemas.microsoft.com/office/drawing/2014/main" id="{C692FF33-425E-422C-B5AE-520F2F52CF43}"/>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6" name="Rectangle 115">
                <a:extLst>
                  <a:ext uri="{FF2B5EF4-FFF2-40B4-BE49-F238E27FC236}">
                    <a16:creationId xmlns:a16="http://schemas.microsoft.com/office/drawing/2014/main" id="{5E9D8C32-5DAD-482C-B778-1A98276C582A}"/>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7" name="Rectangle 116">
                <a:extLst>
                  <a:ext uri="{FF2B5EF4-FFF2-40B4-BE49-F238E27FC236}">
                    <a16:creationId xmlns:a16="http://schemas.microsoft.com/office/drawing/2014/main" id="{D2DF2E17-9F90-40DB-BA30-972014620CF6}"/>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8" name="Rectangle 117">
                <a:extLst>
                  <a:ext uri="{FF2B5EF4-FFF2-40B4-BE49-F238E27FC236}">
                    <a16:creationId xmlns:a16="http://schemas.microsoft.com/office/drawing/2014/main" id="{8623FAC2-3BF3-481C-91D7-891AAD922DA9}"/>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9" name="Rectangle 118">
                <a:extLst>
                  <a:ext uri="{FF2B5EF4-FFF2-40B4-BE49-F238E27FC236}">
                    <a16:creationId xmlns:a16="http://schemas.microsoft.com/office/drawing/2014/main" id="{18E72956-5827-4177-8A1F-06C8F7525287}"/>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0" name="Rectangle 119">
                <a:extLst>
                  <a:ext uri="{FF2B5EF4-FFF2-40B4-BE49-F238E27FC236}">
                    <a16:creationId xmlns:a16="http://schemas.microsoft.com/office/drawing/2014/main" id="{2B8B1EBC-1BB5-4F02-B89A-571DDE687D2E}"/>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1" name="Rectangle 120">
                <a:extLst>
                  <a:ext uri="{FF2B5EF4-FFF2-40B4-BE49-F238E27FC236}">
                    <a16:creationId xmlns:a16="http://schemas.microsoft.com/office/drawing/2014/main" id="{41C15DF4-BB39-4DDA-B291-1D25AEF4A96E}"/>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2" name="Graphic 101" descr="Close with solid fill">
              <a:extLst>
                <a:ext uri="{FF2B5EF4-FFF2-40B4-BE49-F238E27FC236}">
                  <a16:creationId xmlns:a16="http://schemas.microsoft.com/office/drawing/2014/main" id="{9532E042-934A-47CC-A6A8-CE8ABD8B9EE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03" name="Graphic 102" descr="Close with solid fill">
              <a:extLst>
                <a:ext uri="{FF2B5EF4-FFF2-40B4-BE49-F238E27FC236}">
                  <a16:creationId xmlns:a16="http://schemas.microsoft.com/office/drawing/2014/main" id="{906E3CA1-927C-4C36-AF0B-B50CA9D8689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4" name="Graphic 103" descr="Close with solid fill">
              <a:extLst>
                <a:ext uri="{FF2B5EF4-FFF2-40B4-BE49-F238E27FC236}">
                  <a16:creationId xmlns:a16="http://schemas.microsoft.com/office/drawing/2014/main" id="{25D31776-1DEF-4706-8B33-40F4658A314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5" name="Graphic 104" descr="Close with solid fill">
              <a:extLst>
                <a:ext uri="{FF2B5EF4-FFF2-40B4-BE49-F238E27FC236}">
                  <a16:creationId xmlns:a16="http://schemas.microsoft.com/office/drawing/2014/main" id="{2D0578BC-2454-443D-ADD5-DD80CA4C33F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6" name="Graphic 105" descr="Close with solid fill">
              <a:extLst>
                <a:ext uri="{FF2B5EF4-FFF2-40B4-BE49-F238E27FC236}">
                  <a16:creationId xmlns:a16="http://schemas.microsoft.com/office/drawing/2014/main" id="{5F4FD564-71C1-4B9E-86C2-F5169172E59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7" name="Graphic 106" descr="Close with solid fill">
              <a:extLst>
                <a:ext uri="{FF2B5EF4-FFF2-40B4-BE49-F238E27FC236}">
                  <a16:creationId xmlns:a16="http://schemas.microsoft.com/office/drawing/2014/main" id="{63977EC0-E843-45B4-B898-743BC3CA934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8" name="Graphic 107" descr="Close with solid fill">
              <a:extLst>
                <a:ext uri="{FF2B5EF4-FFF2-40B4-BE49-F238E27FC236}">
                  <a16:creationId xmlns:a16="http://schemas.microsoft.com/office/drawing/2014/main" id="{3A8E0FB0-90D9-4DFC-90E6-85EFA5817EC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9" name="Graphic 108" descr="Close with solid fill">
              <a:extLst>
                <a:ext uri="{FF2B5EF4-FFF2-40B4-BE49-F238E27FC236}">
                  <a16:creationId xmlns:a16="http://schemas.microsoft.com/office/drawing/2014/main" id="{F7DF3498-3B50-4B23-B23A-2C47C49BAD6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10" name="Graphic 109" descr="Close with solid fill">
              <a:extLst>
                <a:ext uri="{FF2B5EF4-FFF2-40B4-BE49-F238E27FC236}">
                  <a16:creationId xmlns:a16="http://schemas.microsoft.com/office/drawing/2014/main" id="{FB73A2E0-B42E-4C83-A8EB-C23B326FD52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1" name="Graphic 110" descr="Close with solid fill">
              <a:extLst>
                <a:ext uri="{FF2B5EF4-FFF2-40B4-BE49-F238E27FC236}">
                  <a16:creationId xmlns:a16="http://schemas.microsoft.com/office/drawing/2014/main" id="{71AC6924-89E3-4DA7-BC00-7F1E5D85207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69" name="SPG Commodity Insights White Small">
            <a:extLst>
              <a:ext uri="{FF2B5EF4-FFF2-40B4-BE49-F238E27FC236}">
                <a16:creationId xmlns:a16="http://schemas.microsoft.com/office/drawing/2014/main" id="{033B8F3E-65F6-44F1-88AD-63E9673ECCA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654127368"/>
      </p:ext>
    </p:extLst>
  </p:cSld>
  <p:clrMapOvr>
    <a:overrideClrMapping bg1="dk1" tx1="lt1" bg2="dk2" tx2="lt2" accent1="accent1" accent2="accent2" accent3="accent3" accent4="accent4" accent5="accent5" accent6="accent6" hlink="hlink" folHlink="folHlink"/>
  </p:clrMapOvr>
  <p:hf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Statement 5">
    <p:bg>
      <p:bgPr>
        <a:solidFill>
          <a:schemeClr val="accent5"/>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18EF48A9-D409-4CD2-B12F-CD0E3467DB33}"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 name="Title 1">
            <a:extLst>
              <a:ext uri="{FF2B5EF4-FFF2-40B4-BE49-F238E27FC236}">
                <a16:creationId xmlns:a16="http://schemas.microsoft.com/office/drawing/2014/main" id="{08BF8C1C-6553-43E5-9AD8-C06D5DDCE690}"/>
              </a:ext>
            </a:extLst>
          </p:cNvPr>
          <p:cNvSpPr>
            <a:spLocks noGrp="1"/>
          </p:cNvSpPr>
          <p:nvPr>
            <p:ph type="title" hasCustomPrompt="1"/>
          </p:nvPr>
        </p:nvSpPr>
        <p:spPr>
          <a:xfrm>
            <a:off x="425279" y="651300"/>
            <a:ext cx="8298591" cy="402336"/>
          </a:xfrm>
        </p:spPr>
        <p:txBody>
          <a:bodyPr/>
          <a:lstStyle/>
          <a:p>
            <a:r>
              <a:rPr lang="en-US"/>
              <a:t>[Headline]</a:t>
            </a:r>
          </a:p>
        </p:txBody>
      </p:sp>
      <p:sp>
        <p:nvSpPr>
          <p:cNvPr id="14" name="Text Placeholder 6">
            <a:extLst>
              <a:ext uri="{FF2B5EF4-FFF2-40B4-BE49-F238E27FC236}">
                <a16:creationId xmlns:a16="http://schemas.microsoft.com/office/drawing/2014/main" id="{81460202-F953-41C0-950B-F5D53280F7F2}"/>
              </a:ext>
            </a:extLst>
          </p:cNvPr>
          <p:cNvSpPr>
            <a:spLocks noGrp="1"/>
          </p:cNvSpPr>
          <p:nvPr>
            <p:ph type="body" sz="quarter" idx="13" hasCustomPrompt="1"/>
          </p:nvPr>
        </p:nvSpPr>
        <p:spPr>
          <a:xfrm>
            <a:off x="425280" y="1306286"/>
            <a:ext cx="5335524" cy="3804462"/>
          </a:xfrm>
        </p:spPr>
        <p:txBody>
          <a:bodyPr>
            <a:normAutofit/>
          </a:bodyPr>
          <a:lstStyle>
            <a:lvl1pPr marL="0" indent="0">
              <a:buNone/>
              <a:defRPr sz="27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statement/content]</a:t>
            </a:r>
          </a:p>
        </p:txBody>
      </p:sp>
      <p:grpSp>
        <p:nvGrpSpPr>
          <p:cNvPr id="15" name="Group 14">
            <a:extLst>
              <a:ext uri="{FF2B5EF4-FFF2-40B4-BE49-F238E27FC236}">
                <a16:creationId xmlns:a16="http://schemas.microsoft.com/office/drawing/2014/main" id="{6C6F5A30-072E-41F9-B5B4-35C55EF64A72}"/>
              </a:ext>
            </a:extLst>
          </p:cNvPr>
          <p:cNvGrpSpPr/>
          <p:nvPr/>
        </p:nvGrpSpPr>
        <p:grpSpPr>
          <a:xfrm>
            <a:off x="-97614" y="647701"/>
            <a:ext cx="97614" cy="5046663"/>
            <a:chOff x="-130152" y="647700"/>
            <a:chExt cx="130152" cy="5046663"/>
          </a:xfrm>
        </p:grpSpPr>
        <p:cxnSp>
          <p:nvCxnSpPr>
            <p:cNvPr id="16" name="Straight Connector 15">
              <a:extLst>
                <a:ext uri="{FF2B5EF4-FFF2-40B4-BE49-F238E27FC236}">
                  <a16:creationId xmlns:a16="http://schemas.microsoft.com/office/drawing/2014/main" id="{1F6B153C-357E-4E48-83C6-7D0EF7BB2186}"/>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0218739-5378-4A9E-AEC9-084FFA23A1F0}"/>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5002770-FC2F-4924-852E-DA6EE2C99C84}"/>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DEEC14B-8A71-4818-8A05-545CEFD68CEB}"/>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EEA7E54-9B9A-408A-AB31-E34E722A4147}"/>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3423015-BF1B-456F-A9EF-BE79B22823FA}"/>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2" name="Straight Connector 21">
            <a:extLst>
              <a:ext uri="{FF2B5EF4-FFF2-40B4-BE49-F238E27FC236}">
                <a16:creationId xmlns:a16="http://schemas.microsoft.com/office/drawing/2014/main" id="{06BD24F0-D264-4E9C-889E-8B4273E0BD8A}"/>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DF3B670-A160-4DA9-A8BA-6A4B5C2A9187}"/>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59" name="Group 58">
            <a:extLst>
              <a:ext uri="{FF2B5EF4-FFF2-40B4-BE49-F238E27FC236}">
                <a16:creationId xmlns:a16="http://schemas.microsoft.com/office/drawing/2014/main" id="{A4EA6C0F-7D77-4EEC-82B3-1412F2CE6BD5}"/>
              </a:ext>
            </a:extLst>
          </p:cNvPr>
          <p:cNvGrpSpPr/>
          <p:nvPr/>
        </p:nvGrpSpPr>
        <p:grpSpPr>
          <a:xfrm>
            <a:off x="-994" y="6871034"/>
            <a:ext cx="9144000" cy="143299"/>
            <a:chOff x="-1325" y="6871033"/>
            <a:chExt cx="12192000" cy="143299"/>
          </a:xfrm>
        </p:grpSpPr>
        <p:sp>
          <p:nvSpPr>
            <p:cNvPr id="60" name="Rectangle 59">
              <a:extLst>
                <a:ext uri="{FF2B5EF4-FFF2-40B4-BE49-F238E27FC236}">
                  <a16:creationId xmlns:a16="http://schemas.microsoft.com/office/drawing/2014/main" id="{1FF9CB83-7E2F-43F7-8BC7-FD66B434B017}"/>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1" name="Rectangle 60">
              <a:extLst>
                <a:ext uri="{FF2B5EF4-FFF2-40B4-BE49-F238E27FC236}">
                  <a16:creationId xmlns:a16="http://schemas.microsoft.com/office/drawing/2014/main" id="{19405582-004E-4419-A097-10D11706A26F}"/>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2" name="TextBox 61">
            <a:extLst>
              <a:ext uri="{FF2B5EF4-FFF2-40B4-BE49-F238E27FC236}">
                <a16:creationId xmlns:a16="http://schemas.microsoft.com/office/drawing/2014/main" id="{9CBBD714-A8EA-4961-8C2C-E63E43B1C0C8}"/>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56" name="Rectangle 55">
            <a:extLst>
              <a:ext uri="{FF2B5EF4-FFF2-40B4-BE49-F238E27FC236}">
                <a16:creationId xmlns:a16="http://schemas.microsoft.com/office/drawing/2014/main" id="{87DCE17B-8B18-42F2-A4B4-B6B83A50F45B}"/>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7" name="Group 56">
            <a:extLst>
              <a:ext uri="{FF2B5EF4-FFF2-40B4-BE49-F238E27FC236}">
                <a16:creationId xmlns:a16="http://schemas.microsoft.com/office/drawing/2014/main" id="{3E3E4456-D8CB-4655-A604-A5531030D7BA}"/>
              </a:ext>
            </a:extLst>
          </p:cNvPr>
          <p:cNvGrpSpPr/>
          <p:nvPr/>
        </p:nvGrpSpPr>
        <p:grpSpPr>
          <a:xfrm>
            <a:off x="9192986" y="1051487"/>
            <a:ext cx="954405" cy="3085386"/>
            <a:chOff x="12257314" y="1051487"/>
            <a:chExt cx="1272540" cy="3085386"/>
          </a:xfrm>
        </p:grpSpPr>
        <p:sp>
          <p:nvSpPr>
            <p:cNvPr id="58" name="Rectangle 57">
              <a:extLst>
                <a:ext uri="{FF2B5EF4-FFF2-40B4-BE49-F238E27FC236}">
                  <a16:creationId xmlns:a16="http://schemas.microsoft.com/office/drawing/2014/main" id="{FE95FED7-6851-4CFC-95C7-6FA3592C7BF7}"/>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8" name="TextBox 97">
              <a:extLst>
                <a:ext uri="{FF2B5EF4-FFF2-40B4-BE49-F238E27FC236}">
                  <a16:creationId xmlns:a16="http://schemas.microsoft.com/office/drawing/2014/main" id="{9DEA6500-498D-4AEE-87CC-7EE4CBBBD205}"/>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9" name="Freeform: Shape 98">
              <a:extLst>
                <a:ext uri="{FF2B5EF4-FFF2-40B4-BE49-F238E27FC236}">
                  <a16:creationId xmlns:a16="http://schemas.microsoft.com/office/drawing/2014/main" id="{A0FBFD20-3C9B-4E70-B583-78C85DF43652}"/>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0" name="TextBox 99">
              <a:extLst>
                <a:ext uri="{FF2B5EF4-FFF2-40B4-BE49-F238E27FC236}">
                  <a16:creationId xmlns:a16="http://schemas.microsoft.com/office/drawing/2014/main" id="{41DA9AAA-5FED-4332-878A-B9C84E5C253A}"/>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01" name="Freeform: Shape 100">
              <a:extLst>
                <a:ext uri="{FF2B5EF4-FFF2-40B4-BE49-F238E27FC236}">
                  <a16:creationId xmlns:a16="http://schemas.microsoft.com/office/drawing/2014/main" id="{19B6BE9A-1012-4881-AF55-6CCED55F5DBE}"/>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2" name="Freeform: Shape 101">
              <a:extLst>
                <a:ext uri="{FF2B5EF4-FFF2-40B4-BE49-F238E27FC236}">
                  <a16:creationId xmlns:a16="http://schemas.microsoft.com/office/drawing/2014/main" id="{D9F2B17B-4718-4053-B2B1-689E32B3A377}"/>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3" name="TextBox 102">
              <a:extLst>
                <a:ext uri="{FF2B5EF4-FFF2-40B4-BE49-F238E27FC236}">
                  <a16:creationId xmlns:a16="http://schemas.microsoft.com/office/drawing/2014/main" id="{63D7AD67-9155-4E18-ADBD-5FB3F1C54AF6}"/>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04" name="Picture 103">
              <a:extLst>
                <a:ext uri="{FF2B5EF4-FFF2-40B4-BE49-F238E27FC236}">
                  <a16:creationId xmlns:a16="http://schemas.microsoft.com/office/drawing/2014/main" id="{246626FB-5306-476C-B12D-F60434C9873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05" name="Rectangle 104">
              <a:extLst>
                <a:ext uri="{FF2B5EF4-FFF2-40B4-BE49-F238E27FC236}">
                  <a16:creationId xmlns:a16="http://schemas.microsoft.com/office/drawing/2014/main" id="{4D055EDD-4867-4FEF-BCF3-78D7B05E267B}"/>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6" name="Rectangle 105">
              <a:extLst>
                <a:ext uri="{FF2B5EF4-FFF2-40B4-BE49-F238E27FC236}">
                  <a16:creationId xmlns:a16="http://schemas.microsoft.com/office/drawing/2014/main" id="{8D309420-D2CC-4F2A-A1FB-3D8803A0E352}"/>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7" name="Rectangle 106">
              <a:extLst>
                <a:ext uri="{FF2B5EF4-FFF2-40B4-BE49-F238E27FC236}">
                  <a16:creationId xmlns:a16="http://schemas.microsoft.com/office/drawing/2014/main" id="{347C4773-C89A-4F61-B45E-15665B12CE06}"/>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8" name="Rectangle 107">
              <a:extLst>
                <a:ext uri="{FF2B5EF4-FFF2-40B4-BE49-F238E27FC236}">
                  <a16:creationId xmlns:a16="http://schemas.microsoft.com/office/drawing/2014/main" id="{09C3FB76-23C5-4146-BCDD-AF453D9CA187}"/>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9" name="Group 108">
              <a:extLst>
                <a:ext uri="{FF2B5EF4-FFF2-40B4-BE49-F238E27FC236}">
                  <a16:creationId xmlns:a16="http://schemas.microsoft.com/office/drawing/2014/main" id="{47BF5F82-CCD9-4778-BB03-8063DB283A88}"/>
                </a:ext>
              </a:extLst>
            </p:cNvPr>
            <p:cNvGrpSpPr/>
            <p:nvPr/>
          </p:nvGrpSpPr>
          <p:grpSpPr>
            <a:xfrm>
              <a:off x="12364752" y="2345932"/>
              <a:ext cx="1055431" cy="88186"/>
              <a:chOff x="914335" y="6913770"/>
              <a:chExt cx="1109884" cy="100584"/>
            </a:xfrm>
            <a:noFill/>
          </p:grpSpPr>
          <p:sp>
            <p:nvSpPr>
              <p:cNvPr id="120" name="Rectangle 119">
                <a:extLst>
                  <a:ext uri="{FF2B5EF4-FFF2-40B4-BE49-F238E27FC236}">
                    <a16:creationId xmlns:a16="http://schemas.microsoft.com/office/drawing/2014/main" id="{C0F17B18-2434-4BE4-91A8-78F28A0D0766}"/>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21" name="Rectangle 120">
                <a:extLst>
                  <a:ext uri="{FF2B5EF4-FFF2-40B4-BE49-F238E27FC236}">
                    <a16:creationId xmlns:a16="http://schemas.microsoft.com/office/drawing/2014/main" id="{6C8CB6E6-9282-46FB-B663-1D5605977F8C}"/>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22" name="Rectangle 121">
                <a:extLst>
                  <a:ext uri="{FF2B5EF4-FFF2-40B4-BE49-F238E27FC236}">
                    <a16:creationId xmlns:a16="http://schemas.microsoft.com/office/drawing/2014/main" id="{69C6F6CF-732E-478E-9F1B-AEABE6AE87BB}"/>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23" name="Rectangle 122">
                <a:extLst>
                  <a:ext uri="{FF2B5EF4-FFF2-40B4-BE49-F238E27FC236}">
                    <a16:creationId xmlns:a16="http://schemas.microsoft.com/office/drawing/2014/main" id="{D4096C5A-F816-4948-9C1B-0EFC6AAB9D7E}"/>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24" name="Rectangle 123">
                <a:extLst>
                  <a:ext uri="{FF2B5EF4-FFF2-40B4-BE49-F238E27FC236}">
                    <a16:creationId xmlns:a16="http://schemas.microsoft.com/office/drawing/2014/main" id="{473A6253-8FE1-4584-B969-F915CCBDB642}"/>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25" name="Rectangle 124">
                <a:extLst>
                  <a:ext uri="{FF2B5EF4-FFF2-40B4-BE49-F238E27FC236}">
                    <a16:creationId xmlns:a16="http://schemas.microsoft.com/office/drawing/2014/main" id="{A43250C0-4FB6-437A-9677-64C470BFF2DF}"/>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6" name="Rectangle 125">
                <a:extLst>
                  <a:ext uri="{FF2B5EF4-FFF2-40B4-BE49-F238E27FC236}">
                    <a16:creationId xmlns:a16="http://schemas.microsoft.com/office/drawing/2014/main" id="{A7EAA12B-BDE5-441B-9CD4-799CE8DA45FF}"/>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7" name="Rectangle 126">
                <a:extLst>
                  <a:ext uri="{FF2B5EF4-FFF2-40B4-BE49-F238E27FC236}">
                    <a16:creationId xmlns:a16="http://schemas.microsoft.com/office/drawing/2014/main" id="{FEDA3910-F0F2-4261-851F-ABAF24EFFCDE}"/>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8" name="Rectangle 127">
                <a:extLst>
                  <a:ext uri="{FF2B5EF4-FFF2-40B4-BE49-F238E27FC236}">
                    <a16:creationId xmlns:a16="http://schemas.microsoft.com/office/drawing/2014/main" id="{36F6D8CF-F8B0-43D5-9A3A-2A156E1245A4}"/>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9" name="Rectangle 128">
                <a:extLst>
                  <a:ext uri="{FF2B5EF4-FFF2-40B4-BE49-F238E27FC236}">
                    <a16:creationId xmlns:a16="http://schemas.microsoft.com/office/drawing/2014/main" id="{07050D47-FB60-405E-93AD-AAA68AFAA105}"/>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10" name="Graphic 109" descr="Close with solid fill">
              <a:extLst>
                <a:ext uri="{FF2B5EF4-FFF2-40B4-BE49-F238E27FC236}">
                  <a16:creationId xmlns:a16="http://schemas.microsoft.com/office/drawing/2014/main" id="{CE97C73C-2D7B-4F30-96C5-CBE76257607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11" name="Graphic 110" descr="Close with solid fill">
              <a:extLst>
                <a:ext uri="{FF2B5EF4-FFF2-40B4-BE49-F238E27FC236}">
                  <a16:creationId xmlns:a16="http://schemas.microsoft.com/office/drawing/2014/main" id="{7D696A83-DCBA-450A-8CC3-C871CFD8019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12" name="Graphic 111" descr="Close with solid fill">
              <a:extLst>
                <a:ext uri="{FF2B5EF4-FFF2-40B4-BE49-F238E27FC236}">
                  <a16:creationId xmlns:a16="http://schemas.microsoft.com/office/drawing/2014/main" id="{C37A2E90-238C-45E7-8499-B57E6001652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13" name="Graphic 112" descr="Close with solid fill">
              <a:extLst>
                <a:ext uri="{FF2B5EF4-FFF2-40B4-BE49-F238E27FC236}">
                  <a16:creationId xmlns:a16="http://schemas.microsoft.com/office/drawing/2014/main" id="{AA3D9BCE-EB01-4E61-842A-73CA7B4526C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14" name="Graphic 113" descr="Close with solid fill">
              <a:extLst>
                <a:ext uri="{FF2B5EF4-FFF2-40B4-BE49-F238E27FC236}">
                  <a16:creationId xmlns:a16="http://schemas.microsoft.com/office/drawing/2014/main" id="{ADD9AEAD-CCDE-4CBE-8582-80B2F453C0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15" name="Graphic 114" descr="Close with solid fill">
              <a:extLst>
                <a:ext uri="{FF2B5EF4-FFF2-40B4-BE49-F238E27FC236}">
                  <a16:creationId xmlns:a16="http://schemas.microsoft.com/office/drawing/2014/main" id="{B0B0F4F7-1B50-493F-BF47-5200364BB54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16" name="Graphic 115" descr="Close with solid fill">
              <a:extLst>
                <a:ext uri="{FF2B5EF4-FFF2-40B4-BE49-F238E27FC236}">
                  <a16:creationId xmlns:a16="http://schemas.microsoft.com/office/drawing/2014/main" id="{3FD31DD9-3D43-4521-954F-D9658CE3E2A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17" name="Graphic 116" descr="Close with solid fill">
              <a:extLst>
                <a:ext uri="{FF2B5EF4-FFF2-40B4-BE49-F238E27FC236}">
                  <a16:creationId xmlns:a16="http://schemas.microsoft.com/office/drawing/2014/main" id="{D9A9270B-BD08-4395-8090-1750DB4EC8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18" name="Graphic 117" descr="Close with solid fill">
              <a:extLst>
                <a:ext uri="{FF2B5EF4-FFF2-40B4-BE49-F238E27FC236}">
                  <a16:creationId xmlns:a16="http://schemas.microsoft.com/office/drawing/2014/main" id="{F6A51834-059B-4182-8D41-FEF97CBD484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9" name="Graphic 118" descr="Close with solid fill">
              <a:extLst>
                <a:ext uri="{FF2B5EF4-FFF2-40B4-BE49-F238E27FC236}">
                  <a16:creationId xmlns:a16="http://schemas.microsoft.com/office/drawing/2014/main" id="{3C357E23-4978-4CE3-A51D-3FE12929271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65" name="SPG Commodity Insights Black Small">
            <a:extLst>
              <a:ext uri="{FF2B5EF4-FFF2-40B4-BE49-F238E27FC236}">
                <a16:creationId xmlns:a16="http://schemas.microsoft.com/office/drawing/2014/main" id="{A2FE7B4F-FE96-4707-ACA7-5CCA3E04FDD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224236611"/>
      </p:ext>
    </p:extLst>
  </p:cSld>
  <p:clrMapOvr>
    <a:overrideClrMapping bg1="lt1" tx1="dk1" bg2="lt2" tx2="dk2" accent1="accent1" accent2="accent2" accent3="accent3" accent4="accent4" accent5="accent5" accent6="accent6" hlink="hlink" folHlink="folHlink"/>
  </p:clrMapOvr>
  <p:hf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Statement +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6EF78FE-55F0-47B3-AE87-B3FBB8E2789A}"/>
              </a:ext>
            </a:extLst>
          </p:cNvPr>
          <p:cNvSpPr/>
          <p:nvPr/>
        </p:nvSpPr>
        <p:spPr>
          <a:xfrm>
            <a:off x="0" y="0"/>
            <a:ext cx="9144000" cy="1490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latin typeface="+mn-lt"/>
            </a:endParaRP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bg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425053" y="1963320"/>
            <a:ext cx="8301038" cy="1251211"/>
          </a:xfrm>
        </p:spPr>
        <p:txBody>
          <a:bodyPr/>
          <a:lstStyle>
            <a:lvl1pPr>
              <a:defRPr sz="1200"/>
            </a:lvl1pPr>
            <a:lvl2pPr>
              <a:defRPr sz="1200"/>
            </a:lvl2pPr>
            <a:lvl3pPr>
              <a:defRPr sz="12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8" name="Text Placeholder 7">
            <a:extLst>
              <a:ext uri="{FF2B5EF4-FFF2-40B4-BE49-F238E27FC236}">
                <a16:creationId xmlns:a16="http://schemas.microsoft.com/office/drawing/2014/main" id="{527A69F6-AB10-48DB-9027-6D849C8B4490}"/>
              </a:ext>
            </a:extLst>
          </p:cNvPr>
          <p:cNvSpPr>
            <a:spLocks noGrp="1"/>
          </p:cNvSpPr>
          <p:nvPr>
            <p:ph type="body" sz="quarter" idx="18" hasCustomPrompt="1"/>
          </p:nvPr>
        </p:nvSpPr>
        <p:spPr>
          <a:xfrm>
            <a:off x="417910" y="3429001"/>
            <a:ext cx="8308181" cy="2776538"/>
          </a:xfrm>
        </p:spPr>
        <p:txBody>
          <a:bodyPr/>
          <a:lstStyle>
            <a:lvl1pPr>
              <a:defRPr sz="1050"/>
            </a:lvl1pPr>
            <a:lvl2pPr>
              <a:defRPr sz="1050"/>
            </a:lvl2pPr>
            <a:lvl3pPr>
              <a:defRPr sz="1050"/>
            </a:lvl3pPr>
            <a:lvl4pPr>
              <a:defRPr sz="1050"/>
            </a:lvl4pPr>
            <a:lvl5pPr>
              <a:defRPr sz="105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FBB03C0C-4895-4A64-974C-F3AABFC2C552}"/>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2" name="Date Placeholder 1">
            <a:extLst>
              <a:ext uri="{FF2B5EF4-FFF2-40B4-BE49-F238E27FC236}">
                <a16:creationId xmlns:a16="http://schemas.microsoft.com/office/drawing/2014/main" id="{261F79D1-2E46-453A-990A-D5AF7C6873AA}"/>
              </a:ext>
            </a:extLst>
          </p:cNvPr>
          <p:cNvSpPr>
            <a:spLocks noGrp="1"/>
          </p:cNvSpPr>
          <p:nvPr>
            <p:ph type="dt" sz="half" idx="19"/>
          </p:nvPr>
        </p:nvSpPr>
        <p:spPr/>
        <p:txBody>
          <a:bodyPr/>
          <a:lstStyle/>
          <a:p>
            <a:fld id="{FF2FEC50-BE2C-445F-9DEA-893D097E16C5}" type="datetime4">
              <a:rPr lang="en-US" smtClean="0"/>
              <a:t>August 13, 2025</a:t>
            </a:fld>
            <a:endParaRPr lang="en-US"/>
          </a:p>
        </p:txBody>
      </p:sp>
      <p:sp>
        <p:nvSpPr>
          <p:cNvPr id="10" name="Footer Placeholder 9">
            <a:extLst>
              <a:ext uri="{FF2B5EF4-FFF2-40B4-BE49-F238E27FC236}">
                <a16:creationId xmlns:a16="http://schemas.microsoft.com/office/drawing/2014/main" id="{55D50608-2065-4D18-9843-577F5BCC1EEB}"/>
              </a:ext>
            </a:extLst>
          </p:cNvPr>
          <p:cNvSpPr>
            <a:spLocks noGrp="1"/>
          </p:cNvSpPr>
          <p:nvPr>
            <p:ph type="ftr" sz="quarter" idx="20"/>
          </p:nvPr>
        </p:nvSpPr>
        <p:spPr/>
        <p:txBody>
          <a:bodyPr/>
          <a:lstStyle/>
          <a:p>
            <a:r>
              <a:rPr lang="en-US"/>
              <a:t>S&amp;P Global Commodity Insights – Internal Use Only</a:t>
            </a:r>
          </a:p>
        </p:txBody>
      </p:sp>
      <p:sp>
        <p:nvSpPr>
          <p:cNvPr id="11" name="Slide Number Placeholder 10">
            <a:extLst>
              <a:ext uri="{FF2B5EF4-FFF2-40B4-BE49-F238E27FC236}">
                <a16:creationId xmlns:a16="http://schemas.microsoft.com/office/drawing/2014/main" id="{3433C9ED-4FCE-45EC-BD32-7FF840D66228}"/>
              </a:ext>
            </a:extLst>
          </p:cNvPr>
          <p:cNvSpPr>
            <a:spLocks noGrp="1"/>
          </p:cNvSpPr>
          <p:nvPr>
            <p:ph type="sldNum" sz="quarter" idx="21"/>
          </p:nvPr>
        </p:nvSpPr>
        <p:spPr/>
        <p:txBody>
          <a:bodyPr/>
          <a:lstStyle/>
          <a:p>
            <a:fld id="{5CFA18E4-D58E-4B28-B105-28D9665A8EBC}" type="slidenum">
              <a:rPr lang="en-US" smtClean="0"/>
              <a:pPr/>
              <a:t>‹#›</a:t>
            </a:fld>
            <a:endParaRPr lang="en-US"/>
          </a:p>
        </p:txBody>
      </p:sp>
    </p:spTree>
    <p:extLst>
      <p:ext uri="{BB962C8B-B14F-4D97-AF65-F5344CB8AC3E}">
        <p14:creationId xmlns:p14="http://schemas.microsoft.com/office/powerpoint/2010/main" val="1424391813"/>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Statement - 2 Colum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674722AA-061D-4706-9AC0-C0831CB1BD27}"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6" name="Title 5">
            <a:extLst>
              <a:ext uri="{FF2B5EF4-FFF2-40B4-BE49-F238E27FC236}">
                <a16:creationId xmlns:a16="http://schemas.microsoft.com/office/drawing/2014/main" id="{C2A14B5A-1F3C-4377-8BE2-B3230F361D35}"/>
              </a:ext>
            </a:extLst>
          </p:cNvPr>
          <p:cNvSpPr>
            <a:spLocks noGrp="1"/>
          </p:cNvSpPr>
          <p:nvPr>
            <p:ph type="title" hasCustomPrompt="1"/>
          </p:nvPr>
        </p:nvSpPr>
        <p:spPr>
          <a:xfrm>
            <a:off x="425279" y="652074"/>
            <a:ext cx="8298591" cy="402336"/>
          </a:xfrm>
        </p:spPr>
        <p:txBody>
          <a:bodyPr/>
          <a:lstStyle/>
          <a:p>
            <a:r>
              <a:rPr lang="en-US"/>
              <a:t>[Headline]</a:t>
            </a:r>
          </a:p>
        </p:txBody>
      </p:sp>
      <p:sp>
        <p:nvSpPr>
          <p:cNvPr id="19" name="Subtitle">
            <a:extLst>
              <a:ext uri="{FF2B5EF4-FFF2-40B4-BE49-F238E27FC236}">
                <a16:creationId xmlns:a16="http://schemas.microsoft.com/office/drawing/2014/main" id="{09BFB21D-CA4F-49E4-B689-3D48185263EF}"/>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1" name="Text Placeholder 20">
            <a:extLst>
              <a:ext uri="{FF2B5EF4-FFF2-40B4-BE49-F238E27FC236}">
                <a16:creationId xmlns:a16="http://schemas.microsoft.com/office/drawing/2014/main" id="{EE29C1C4-7BA5-4EFE-9D43-A52A5745A791}"/>
              </a:ext>
            </a:extLst>
          </p:cNvPr>
          <p:cNvSpPr>
            <a:spLocks noGrp="1"/>
          </p:cNvSpPr>
          <p:nvPr>
            <p:ph type="body" sz="quarter" idx="24" hasCustomPrompt="1"/>
          </p:nvPr>
        </p:nvSpPr>
        <p:spPr>
          <a:xfrm>
            <a:off x="425279" y="1955229"/>
            <a:ext cx="3756197" cy="4251960"/>
          </a:xfrm>
        </p:spPr>
        <p:txBody>
          <a:bodyPr/>
          <a:lstStyle>
            <a:lvl1pPr>
              <a:defRPr sz="1200"/>
            </a:lvl1pPr>
            <a:lvl2pPr>
              <a:defRPr sz="1200"/>
            </a:lvl2pPr>
            <a:lvl3pPr>
              <a:defRPr sz="1200"/>
            </a:lvl3pPr>
            <a:lvl4pPr>
              <a:defRPr sz="1200"/>
            </a:lvl4pPr>
            <a:lvl5pPr>
              <a:defRPr sz="12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3" name="Text Placeholder 22">
            <a:extLst>
              <a:ext uri="{FF2B5EF4-FFF2-40B4-BE49-F238E27FC236}">
                <a16:creationId xmlns:a16="http://schemas.microsoft.com/office/drawing/2014/main" id="{AF2D1654-53B4-42CE-A01F-0302CA4FF56E}"/>
              </a:ext>
            </a:extLst>
          </p:cNvPr>
          <p:cNvSpPr>
            <a:spLocks noGrp="1"/>
          </p:cNvSpPr>
          <p:nvPr>
            <p:ph type="body" sz="quarter" idx="25" hasCustomPrompt="1"/>
          </p:nvPr>
        </p:nvSpPr>
        <p:spPr>
          <a:xfrm>
            <a:off x="4955381" y="1955800"/>
            <a:ext cx="3771105" cy="425196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111CA301-5EF6-4FA4-A727-DA73EF6617D6}"/>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3196657858"/>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bg2"/>
        </a:solidFill>
        <a:effectLst/>
      </p:bgPr>
    </p:bg>
    <p:spTree>
      <p:nvGrpSpPr>
        <p:cNvPr id="1" name=""/>
        <p:cNvGrpSpPr/>
        <p:nvPr/>
      </p:nvGrpSpPr>
      <p:grpSpPr>
        <a:xfrm>
          <a:off x="0" y="0"/>
          <a:ext cx="0" cy="0"/>
          <a:chOff x="0" y="0"/>
          <a:chExt cx="0" cy="0"/>
        </a:xfrm>
      </p:grpSpPr>
      <p:grpSp>
        <p:nvGrpSpPr>
          <p:cNvPr id="63" name="Group 62">
            <a:extLst>
              <a:ext uri="{FF2B5EF4-FFF2-40B4-BE49-F238E27FC236}">
                <a16:creationId xmlns:a16="http://schemas.microsoft.com/office/drawing/2014/main" id="{F97D9B01-4EE9-405A-B323-759A409509CB}"/>
              </a:ext>
            </a:extLst>
          </p:cNvPr>
          <p:cNvGrpSpPr/>
          <p:nvPr/>
        </p:nvGrpSpPr>
        <p:grpSpPr>
          <a:xfrm>
            <a:off x="9144747" y="647701"/>
            <a:ext cx="104748" cy="5046663"/>
            <a:chOff x="12192996" y="647700"/>
            <a:chExt cx="139664" cy="5046663"/>
          </a:xfrm>
        </p:grpSpPr>
        <p:cxnSp>
          <p:nvCxnSpPr>
            <p:cNvPr id="64" name="Straight Connector 63">
              <a:extLst>
                <a:ext uri="{FF2B5EF4-FFF2-40B4-BE49-F238E27FC236}">
                  <a16:creationId xmlns:a16="http://schemas.microsoft.com/office/drawing/2014/main" id="{EC1AE271-DC97-4E2D-B2B9-A55E44892AF3}"/>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5" name="Group 64">
              <a:extLst>
                <a:ext uri="{FF2B5EF4-FFF2-40B4-BE49-F238E27FC236}">
                  <a16:creationId xmlns:a16="http://schemas.microsoft.com/office/drawing/2014/main" id="{BF7CA70E-203A-424A-A537-768612EB6C9C}"/>
                </a:ext>
              </a:extLst>
            </p:cNvPr>
            <p:cNvGrpSpPr/>
            <p:nvPr/>
          </p:nvGrpSpPr>
          <p:grpSpPr>
            <a:xfrm>
              <a:off x="12202508" y="647700"/>
              <a:ext cx="130152" cy="5046663"/>
              <a:chOff x="12202508" y="647700"/>
              <a:chExt cx="130152" cy="5046663"/>
            </a:xfrm>
          </p:grpSpPr>
          <p:cxnSp>
            <p:nvCxnSpPr>
              <p:cNvPr id="66" name="Straight Connector 65">
                <a:extLst>
                  <a:ext uri="{FF2B5EF4-FFF2-40B4-BE49-F238E27FC236}">
                    <a16:creationId xmlns:a16="http://schemas.microsoft.com/office/drawing/2014/main" id="{A3291374-7E15-4421-89F4-93F8C88525CE}"/>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62E436E-7ED7-407F-90B7-31ADB11D808B}"/>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6CE46D9-B434-4DF0-881D-58936609A639}"/>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E513A32-FAEF-462E-B81F-F302AFFFC8C0}"/>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AC824F-341C-43EF-8F24-55416905023F}"/>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71" name="Group 70">
            <a:extLst>
              <a:ext uri="{FF2B5EF4-FFF2-40B4-BE49-F238E27FC236}">
                <a16:creationId xmlns:a16="http://schemas.microsoft.com/office/drawing/2014/main" id="{29B89FD7-AAEF-47E4-8DAE-202240104942}"/>
              </a:ext>
            </a:extLst>
          </p:cNvPr>
          <p:cNvGrpSpPr/>
          <p:nvPr/>
        </p:nvGrpSpPr>
        <p:grpSpPr>
          <a:xfrm>
            <a:off x="-97614" y="647701"/>
            <a:ext cx="97614" cy="5046663"/>
            <a:chOff x="-130152" y="647700"/>
            <a:chExt cx="130152" cy="5046663"/>
          </a:xfrm>
        </p:grpSpPr>
        <p:cxnSp>
          <p:nvCxnSpPr>
            <p:cNvPr id="72" name="Straight Connector 71">
              <a:extLst>
                <a:ext uri="{FF2B5EF4-FFF2-40B4-BE49-F238E27FC236}">
                  <a16:creationId xmlns:a16="http://schemas.microsoft.com/office/drawing/2014/main" id="{4CC25BF9-3067-4F36-85AB-AD96BCBE0264}"/>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8E7C50E-8B2D-4536-94B4-79495861EA14}"/>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C94739D-F99F-418D-9F17-A5B0832D6C87}"/>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D933F45A-D2B4-4DB3-82FC-71CEE31C5734}"/>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C45257D-E709-4903-94B8-5DF85626B3B3}"/>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FD32685-A4F5-476E-8A09-D8E8DECD7371}"/>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 name="Rectangle 5">
            <a:extLst>
              <a:ext uri="{FF2B5EF4-FFF2-40B4-BE49-F238E27FC236}">
                <a16:creationId xmlns:a16="http://schemas.microsoft.com/office/drawing/2014/main" id="{A84C3E0C-55B5-4DE0-B5B2-69464524EA73}"/>
              </a:ext>
            </a:extLst>
          </p:cNvPr>
          <p:cNvSpPr/>
          <p:nvPr/>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rtlCol="0" anchor="ctr"/>
          <a:lstStyle/>
          <a:p>
            <a:pPr algn="ctr"/>
            <a:r>
              <a:rPr lang="en-US" sz="10500" b="1">
                <a:solidFill>
                  <a:schemeClr val="tx1"/>
                </a:solidFill>
              </a:rPr>
              <a:t>DIVIDERS</a:t>
            </a:r>
          </a:p>
        </p:txBody>
      </p:sp>
      <p:cxnSp>
        <p:nvCxnSpPr>
          <p:cNvPr id="7" name="Straight Connector 6">
            <a:extLst>
              <a:ext uri="{FF2B5EF4-FFF2-40B4-BE49-F238E27FC236}">
                <a16:creationId xmlns:a16="http://schemas.microsoft.com/office/drawing/2014/main" id="{6829BB4F-08CC-4CE1-B14F-D0A63C33AEB6}"/>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F350315-1225-4029-8AF9-68C5E7EC4EDC}"/>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F74DE2C-437B-4FB9-9733-AABB882E807D}"/>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0" name="TextBox 9">
            <a:extLst>
              <a:ext uri="{FF2B5EF4-FFF2-40B4-BE49-F238E27FC236}">
                <a16:creationId xmlns:a16="http://schemas.microsoft.com/office/drawing/2014/main" id="{FFFB1744-461A-4270-9195-26FC0B16915F}"/>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59" name="Group 58">
            <a:extLst>
              <a:ext uri="{FF2B5EF4-FFF2-40B4-BE49-F238E27FC236}">
                <a16:creationId xmlns:a16="http://schemas.microsoft.com/office/drawing/2014/main" id="{F3A680A6-2913-4F0E-86F4-FABF0B107C20}"/>
              </a:ext>
            </a:extLst>
          </p:cNvPr>
          <p:cNvGrpSpPr/>
          <p:nvPr/>
        </p:nvGrpSpPr>
        <p:grpSpPr>
          <a:xfrm>
            <a:off x="-994" y="6871034"/>
            <a:ext cx="9144000" cy="143299"/>
            <a:chOff x="-1325" y="6871033"/>
            <a:chExt cx="12192000" cy="143299"/>
          </a:xfrm>
        </p:grpSpPr>
        <p:sp>
          <p:nvSpPr>
            <p:cNvPr id="60" name="Rectangle 59">
              <a:extLst>
                <a:ext uri="{FF2B5EF4-FFF2-40B4-BE49-F238E27FC236}">
                  <a16:creationId xmlns:a16="http://schemas.microsoft.com/office/drawing/2014/main" id="{CC5C8B82-D9B4-499C-940B-1342C8A4C8B8}"/>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1" name="Rectangle 60">
              <a:extLst>
                <a:ext uri="{FF2B5EF4-FFF2-40B4-BE49-F238E27FC236}">
                  <a16:creationId xmlns:a16="http://schemas.microsoft.com/office/drawing/2014/main" id="{F0FD566A-0DE2-40A2-8821-B0BA941494CF}"/>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2" name="Rectangle 61">
            <a:extLst>
              <a:ext uri="{FF2B5EF4-FFF2-40B4-BE49-F238E27FC236}">
                <a16:creationId xmlns:a16="http://schemas.microsoft.com/office/drawing/2014/main" id="{61068D94-5676-4EC0-A7AA-92EFA39045E9}"/>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78" name="Rectangle 77">
            <a:extLst>
              <a:ext uri="{FF2B5EF4-FFF2-40B4-BE49-F238E27FC236}">
                <a16:creationId xmlns:a16="http://schemas.microsoft.com/office/drawing/2014/main" id="{0FC098C1-9BBE-4416-890F-774A1F526034}"/>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79" name="Group 78">
            <a:extLst>
              <a:ext uri="{FF2B5EF4-FFF2-40B4-BE49-F238E27FC236}">
                <a16:creationId xmlns:a16="http://schemas.microsoft.com/office/drawing/2014/main" id="{6A31A299-1939-4506-B55B-D58387614190}"/>
              </a:ext>
            </a:extLst>
          </p:cNvPr>
          <p:cNvGrpSpPr/>
          <p:nvPr/>
        </p:nvGrpSpPr>
        <p:grpSpPr>
          <a:xfrm>
            <a:off x="9192986" y="1051487"/>
            <a:ext cx="954405" cy="3085386"/>
            <a:chOff x="12257314" y="1051487"/>
            <a:chExt cx="1272540" cy="3085386"/>
          </a:xfrm>
        </p:grpSpPr>
        <p:sp>
          <p:nvSpPr>
            <p:cNvPr id="80" name="Rectangle 79">
              <a:extLst>
                <a:ext uri="{FF2B5EF4-FFF2-40B4-BE49-F238E27FC236}">
                  <a16:creationId xmlns:a16="http://schemas.microsoft.com/office/drawing/2014/main" id="{0DFBBDB7-A393-4C6B-BF8E-AF9AF6A9D70E}"/>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81" name="TextBox 80">
              <a:extLst>
                <a:ext uri="{FF2B5EF4-FFF2-40B4-BE49-F238E27FC236}">
                  <a16:creationId xmlns:a16="http://schemas.microsoft.com/office/drawing/2014/main" id="{FD647390-56BF-4481-B90C-4C67B108F7B2}"/>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82" name="Freeform: Shape 81">
              <a:extLst>
                <a:ext uri="{FF2B5EF4-FFF2-40B4-BE49-F238E27FC236}">
                  <a16:creationId xmlns:a16="http://schemas.microsoft.com/office/drawing/2014/main" id="{8D6B2335-245F-4E0E-960D-322C96510815}"/>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3" name="TextBox 82">
              <a:extLst>
                <a:ext uri="{FF2B5EF4-FFF2-40B4-BE49-F238E27FC236}">
                  <a16:creationId xmlns:a16="http://schemas.microsoft.com/office/drawing/2014/main" id="{E4D0378B-3B96-4455-81E3-2D11A36549FF}"/>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84" name="Freeform: Shape 83">
              <a:extLst>
                <a:ext uri="{FF2B5EF4-FFF2-40B4-BE49-F238E27FC236}">
                  <a16:creationId xmlns:a16="http://schemas.microsoft.com/office/drawing/2014/main" id="{7B71B409-C54D-4130-9871-B3C51053EDFF}"/>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5" name="Freeform: Shape 84">
              <a:extLst>
                <a:ext uri="{FF2B5EF4-FFF2-40B4-BE49-F238E27FC236}">
                  <a16:creationId xmlns:a16="http://schemas.microsoft.com/office/drawing/2014/main" id="{12F8D349-53F8-4BB4-8085-34FCD3789B79}"/>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6" name="TextBox 85">
              <a:extLst>
                <a:ext uri="{FF2B5EF4-FFF2-40B4-BE49-F238E27FC236}">
                  <a16:creationId xmlns:a16="http://schemas.microsoft.com/office/drawing/2014/main" id="{E84FE060-372F-4B17-8A5D-893340390458}"/>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87" name="Picture 86">
              <a:extLst>
                <a:ext uri="{FF2B5EF4-FFF2-40B4-BE49-F238E27FC236}">
                  <a16:creationId xmlns:a16="http://schemas.microsoft.com/office/drawing/2014/main" id="{9DBEF9C3-8353-4ACE-9912-D2CA8D5C707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88" name="Rectangle 87">
              <a:extLst>
                <a:ext uri="{FF2B5EF4-FFF2-40B4-BE49-F238E27FC236}">
                  <a16:creationId xmlns:a16="http://schemas.microsoft.com/office/drawing/2014/main" id="{AC8C7AFC-242E-4F17-9268-D8EDEA8320C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89" name="Rectangle 88">
              <a:extLst>
                <a:ext uri="{FF2B5EF4-FFF2-40B4-BE49-F238E27FC236}">
                  <a16:creationId xmlns:a16="http://schemas.microsoft.com/office/drawing/2014/main" id="{CEA3A095-757A-4B7C-9135-910245E27557}"/>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0" name="Rectangle 89">
              <a:extLst>
                <a:ext uri="{FF2B5EF4-FFF2-40B4-BE49-F238E27FC236}">
                  <a16:creationId xmlns:a16="http://schemas.microsoft.com/office/drawing/2014/main" id="{A3A5498E-DED9-41F6-8460-79ABD50AD85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1" name="Rectangle 90">
              <a:extLst>
                <a:ext uri="{FF2B5EF4-FFF2-40B4-BE49-F238E27FC236}">
                  <a16:creationId xmlns:a16="http://schemas.microsoft.com/office/drawing/2014/main" id="{AE33AE17-705B-4893-8ED6-B7664EE0166B}"/>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92" name="Group 91">
              <a:extLst>
                <a:ext uri="{FF2B5EF4-FFF2-40B4-BE49-F238E27FC236}">
                  <a16:creationId xmlns:a16="http://schemas.microsoft.com/office/drawing/2014/main" id="{67035856-6E01-436D-8B6C-99E2531DA9C9}"/>
                </a:ext>
              </a:extLst>
            </p:cNvPr>
            <p:cNvGrpSpPr/>
            <p:nvPr/>
          </p:nvGrpSpPr>
          <p:grpSpPr>
            <a:xfrm>
              <a:off x="12364752" y="2345932"/>
              <a:ext cx="1055431" cy="88186"/>
              <a:chOff x="914335" y="6913770"/>
              <a:chExt cx="1109884" cy="100584"/>
            </a:xfrm>
            <a:noFill/>
          </p:grpSpPr>
          <p:sp>
            <p:nvSpPr>
              <p:cNvPr id="103" name="Rectangle 102">
                <a:extLst>
                  <a:ext uri="{FF2B5EF4-FFF2-40B4-BE49-F238E27FC236}">
                    <a16:creationId xmlns:a16="http://schemas.microsoft.com/office/drawing/2014/main" id="{2F6D9850-8819-4EAA-ABFF-26C0D67B866A}"/>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4" name="Rectangle 103">
                <a:extLst>
                  <a:ext uri="{FF2B5EF4-FFF2-40B4-BE49-F238E27FC236}">
                    <a16:creationId xmlns:a16="http://schemas.microsoft.com/office/drawing/2014/main" id="{218B05BE-4FDD-4A09-B53B-A229116CE229}"/>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05" name="Rectangle 104">
                <a:extLst>
                  <a:ext uri="{FF2B5EF4-FFF2-40B4-BE49-F238E27FC236}">
                    <a16:creationId xmlns:a16="http://schemas.microsoft.com/office/drawing/2014/main" id="{5CC7C662-E98D-4511-8EC4-F901F8A61500}"/>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06" name="Rectangle 105">
                <a:extLst>
                  <a:ext uri="{FF2B5EF4-FFF2-40B4-BE49-F238E27FC236}">
                    <a16:creationId xmlns:a16="http://schemas.microsoft.com/office/drawing/2014/main" id="{2D393584-0DD9-4C47-AB8F-2C3EA5E0D976}"/>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07" name="Rectangle 106">
                <a:extLst>
                  <a:ext uri="{FF2B5EF4-FFF2-40B4-BE49-F238E27FC236}">
                    <a16:creationId xmlns:a16="http://schemas.microsoft.com/office/drawing/2014/main" id="{EDEA0CF3-A9F2-46F5-8BC0-B1D22E1A3096}"/>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08" name="Rectangle 107">
                <a:extLst>
                  <a:ext uri="{FF2B5EF4-FFF2-40B4-BE49-F238E27FC236}">
                    <a16:creationId xmlns:a16="http://schemas.microsoft.com/office/drawing/2014/main" id="{CDC6B097-0109-4DC8-8657-90757B5605EF}"/>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09" name="Rectangle 108">
                <a:extLst>
                  <a:ext uri="{FF2B5EF4-FFF2-40B4-BE49-F238E27FC236}">
                    <a16:creationId xmlns:a16="http://schemas.microsoft.com/office/drawing/2014/main" id="{CD23788A-48CA-4141-B8B5-BCEE3666AC6D}"/>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0" name="Rectangle 109">
                <a:extLst>
                  <a:ext uri="{FF2B5EF4-FFF2-40B4-BE49-F238E27FC236}">
                    <a16:creationId xmlns:a16="http://schemas.microsoft.com/office/drawing/2014/main" id="{66DAE851-F4BD-49A7-8627-37CD56566887}"/>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1" name="Rectangle 110">
                <a:extLst>
                  <a:ext uri="{FF2B5EF4-FFF2-40B4-BE49-F238E27FC236}">
                    <a16:creationId xmlns:a16="http://schemas.microsoft.com/office/drawing/2014/main" id="{98694BEA-9E72-48D5-9441-773E40EAD2F4}"/>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2" name="Rectangle 111">
                <a:extLst>
                  <a:ext uri="{FF2B5EF4-FFF2-40B4-BE49-F238E27FC236}">
                    <a16:creationId xmlns:a16="http://schemas.microsoft.com/office/drawing/2014/main" id="{614E8D66-E3F2-40A2-A4CA-7E6CDFE07DF3}"/>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93" name="Graphic 92" descr="Close with solid fill">
              <a:extLst>
                <a:ext uri="{FF2B5EF4-FFF2-40B4-BE49-F238E27FC236}">
                  <a16:creationId xmlns:a16="http://schemas.microsoft.com/office/drawing/2014/main" id="{6E510E2E-9861-4D7E-A0B2-0AB356EFC79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94" name="Graphic 93" descr="Close with solid fill">
              <a:extLst>
                <a:ext uri="{FF2B5EF4-FFF2-40B4-BE49-F238E27FC236}">
                  <a16:creationId xmlns:a16="http://schemas.microsoft.com/office/drawing/2014/main" id="{AF98A8B1-4BDC-4946-A43E-EA439DB59EA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95" name="Graphic 94" descr="Close with solid fill">
              <a:extLst>
                <a:ext uri="{FF2B5EF4-FFF2-40B4-BE49-F238E27FC236}">
                  <a16:creationId xmlns:a16="http://schemas.microsoft.com/office/drawing/2014/main" id="{52D7DA1F-DF4E-40AF-8C07-B2E8E7D497E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96" name="Graphic 95" descr="Close with solid fill">
              <a:extLst>
                <a:ext uri="{FF2B5EF4-FFF2-40B4-BE49-F238E27FC236}">
                  <a16:creationId xmlns:a16="http://schemas.microsoft.com/office/drawing/2014/main" id="{1EFD7489-A7AD-422E-B127-A61947ECF3B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97" name="Graphic 96" descr="Close with solid fill">
              <a:extLst>
                <a:ext uri="{FF2B5EF4-FFF2-40B4-BE49-F238E27FC236}">
                  <a16:creationId xmlns:a16="http://schemas.microsoft.com/office/drawing/2014/main" id="{3B22A305-B784-4ABA-B65B-F9C94CAACB9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98" name="Graphic 97" descr="Close with solid fill">
              <a:extLst>
                <a:ext uri="{FF2B5EF4-FFF2-40B4-BE49-F238E27FC236}">
                  <a16:creationId xmlns:a16="http://schemas.microsoft.com/office/drawing/2014/main" id="{9335F6F1-7B1E-41A9-88CE-6BD0C9F09F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99" name="Graphic 98" descr="Close with solid fill">
              <a:extLst>
                <a:ext uri="{FF2B5EF4-FFF2-40B4-BE49-F238E27FC236}">
                  <a16:creationId xmlns:a16="http://schemas.microsoft.com/office/drawing/2014/main" id="{A3C3D38F-D3B3-401B-A5F7-C42D15F04E9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0" name="Graphic 99" descr="Close with solid fill">
              <a:extLst>
                <a:ext uri="{FF2B5EF4-FFF2-40B4-BE49-F238E27FC236}">
                  <a16:creationId xmlns:a16="http://schemas.microsoft.com/office/drawing/2014/main" id="{8C7DA7ED-F652-446D-9842-9170A8DFA46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1" name="Graphic 100" descr="Close with solid fill">
              <a:extLst>
                <a:ext uri="{FF2B5EF4-FFF2-40B4-BE49-F238E27FC236}">
                  <a16:creationId xmlns:a16="http://schemas.microsoft.com/office/drawing/2014/main" id="{0ADC3A27-3884-43BE-8019-E4980D7BB66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2" name="Graphic 101" descr="Close with solid fill">
              <a:extLst>
                <a:ext uri="{FF2B5EF4-FFF2-40B4-BE49-F238E27FC236}">
                  <a16:creationId xmlns:a16="http://schemas.microsoft.com/office/drawing/2014/main" id="{0DC90BA0-C836-4787-8CD0-8C8FBCF58D1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1161752521"/>
      </p:ext>
    </p:extLst>
  </p:cSld>
  <p:clrMapOvr>
    <a:masterClrMapping/>
  </p:clrMapOvr>
  <p:hf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grpSp>
        <p:nvGrpSpPr>
          <p:cNvPr id="71" name="Group 70">
            <a:extLst>
              <a:ext uri="{FF2B5EF4-FFF2-40B4-BE49-F238E27FC236}">
                <a16:creationId xmlns:a16="http://schemas.microsoft.com/office/drawing/2014/main" id="{92ED7CB0-ADE9-4F18-8BD4-BE730D39A5A1}"/>
              </a:ext>
            </a:extLst>
          </p:cNvPr>
          <p:cNvGrpSpPr/>
          <p:nvPr/>
        </p:nvGrpSpPr>
        <p:grpSpPr>
          <a:xfrm>
            <a:off x="9144747" y="647701"/>
            <a:ext cx="104748" cy="5046663"/>
            <a:chOff x="12192996" y="647700"/>
            <a:chExt cx="139664" cy="5046663"/>
          </a:xfrm>
        </p:grpSpPr>
        <p:cxnSp>
          <p:nvCxnSpPr>
            <p:cNvPr id="72" name="Straight Connector 71">
              <a:extLst>
                <a:ext uri="{FF2B5EF4-FFF2-40B4-BE49-F238E27FC236}">
                  <a16:creationId xmlns:a16="http://schemas.microsoft.com/office/drawing/2014/main" id="{66977672-F003-43F7-A135-50F1D7F6B1C4}"/>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0DE95D60-41C5-4155-BFD9-529B18113D39}"/>
                </a:ext>
              </a:extLst>
            </p:cNvPr>
            <p:cNvGrpSpPr/>
            <p:nvPr/>
          </p:nvGrpSpPr>
          <p:grpSpPr>
            <a:xfrm>
              <a:off x="12202508" y="647700"/>
              <a:ext cx="130152" cy="5046663"/>
              <a:chOff x="12202508" y="647700"/>
              <a:chExt cx="130152" cy="5046663"/>
            </a:xfrm>
          </p:grpSpPr>
          <p:cxnSp>
            <p:nvCxnSpPr>
              <p:cNvPr id="74" name="Straight Connector 73">
                <a:extLst>
                  <a:ext uri="{FF2B5EF4-FFF2-40B4-BE49-F238E27FC236}">
                    <a16:creationId xmlns:a16="http://schemas.microsoft.com/office/drawing/2014/main" id="{629B8D45-7D9F-47C9-A66A-654B9EF01CBE}"/>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8A512E9E-9476-405E-AF8F-44A897970F2A}"/>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2CBF8AC7-1BD9-4818-A360-526D80E111D9}"/>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FC773FD3-A6AE-4D51-86B9-C7736AE5F52B}"/>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1836CFBF-9564-49FD-AB1E-CA8608BD345D}"/>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79" name="Group 78">
            <a:extLst>
              <a:ext uri="{FF2B5EF4-FFF2-40B4-BE49-F238E27FC236}">
                <a16:creationId xmlns:a16="http://schemas.microsoft.com/office/drawing/2014/main" id="{18D46921-07F6-4337-B376-C1DFA5F8D987}"/>
              </a:ext>
            </a:extLst>
          </p:cNvPr>
          <p:cNvGrpSpPr/>
          <p:nvPr/>
        </p:nvGrpSpPr>
        <p:grpSpPr>
          <a:xfrm>
            <a:off x="-97614" y="647701"/>
            <a:ext cx="97614" cy="5046663"/>
            <a:chOff x="-130152" y="647700"/>
            <a:chExt cx="130152" cy="5046663"/>
          </a:xfrm>
        </p:grpSpPr>
        <p:cxnSp>
          <p:nvCxnSpPr>
            <p:cNvPr id="80" name="Straight Connector 79">
              <a:extLst>
                <a:ext uri="{FF2B5EF4-FFF2-40B4-BE49-F238E27FC236}">
                  <a16:creationId xmlns:a16="http://schemas.microsoft.com/office/drawing/2014/main" id="{6DBD62E8-221F-41C1-918D-9A5C9F41FD50}"/>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A770BA35-F414-467C-83B3-D3ED8D946A7D}"/>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B55D68D2-B979-42D2-BBF8-6C53B67F1D02}"/>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A103A52-F38C-42A3-825B-C82FA7885E62}"/>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A6076BD-2EA6-4061-B073-BC2DB2BE1096}"/>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4B0F75E-152D-451E-AD93-FB4A027CC97D}"/>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hasCustomPrompt="1"/>
          </p:nvPr>
        </p:nvSpPr>
        <p:spPr>
          <a:xfrm>
            <a:off x="419099" y="1955800"/>
            <a:ext cx="3044952" cy="4245407"/>
          </a:xfrm>
          <a:prstGeom prst="rect">
            <a:avLst/>
          </a:prstGeom>
        </p:spPr>
        <p:txBody>
          <a:bodyPr anchor="t">
            <a:normAutofit/>
          </a:bodyPr>
          <a:lstStyle>
            <a:lvl1pPr>
              <a:defRPr sz="3000"/>
            </a:lvl1pPr>
          </a:lstStyle>
          <a:p>
            <a:r>
              <a:rPr lang="en-US"/>
              <a:t>[Add divider slide title]</a:t>
            </a:r>
          </a:p>
        </p:txBody>
      </p:sp>
      <p:sp>
        <p:nvSpPr>
          <p:cNvPr id="3" name="Text Placeholder 2"/>
          <p:cNvSpPr>
            <a:spLocks noGrp="1"/>
          </p:cNvSpPr>
          <p:nvPr>
            <p:ph type="body" idx="1" hasCustomPrompt="1"/>
          </p:nvPr>
        </p:nvSpPr>
        <p:spPr>
          <a:xfrm>
            <a:off x="4955382" y="1955800"/>
            <a:ext cx="3768548" cy="4245408"/>
          </a:xfrm>
        </p:spPr>
        <p:txBody>
          <a:bodyPr>
            <a:normAutofit/>
          </a:bodyPr>
          <a:lstStyle>
            <a:lvl1pPr marL="0" indent="0">
              <a:buNone/>
              <a:defRPr sz="12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[Add optional content]</a:t>
            </a:r>
          </a:p>
        </p:txBody>
      </p:sp>
      <p:sp>
        <p:nvSpPr>
          <p:cNvPr id="4" name="Date Placeholder 3"/>
          <p:cNvSpPr>
            <a:spLocks noGrp="1"/>
          </p:cNvSpPr>
          <p:nvPr>
            <p:ph type="dt" sz="half" idx="10"/>
          </p:nvPr>
        </p:nvSpPr>
        <p:spPr/>
        <p:txBody>
          <a:bodyPr/>
          <a:lstStyle/>
          <a:p>
            <a:fld id="{3B1C7E28-4A29-423F-A233-459935A3233D}" type="datetime4">
              <a:rPr lang="en-US" smtClean="0"/>
              <a:t>August 13, 2025</a:t>
            </a:fld>
            <a:endParaRPr lang="en-US"/>
          </a:p>
        </p:txBody>
      </p:sp>
      <p:sp>
        <p:nvSpPr>
          <p:cNvPr id="5" name="Footer Placeholder 4"/>
          <p:cNvSpPr>
            <a:spLocks noGrp="1"/>
          </p:cNvSpPr>
          <p:nvPr>
            <p:ph type="ftr" sz="quarter" idx="11"/>
          </p:nvPr>
        </p:nvSpPr>
        <p:spPr/>
        <p:txBody>
          <a:bodyPr/>
          <a:lstStyle/>
          <a:p>
            <a:r>
              <a:rPr lang="en-US"/>
              <a:t>S&amp;P Global Commodity Insights – Internal Use Only</a:t>
            </a:r>
          </a:p>
        </p:txBody>
      </p:sp>
      <p:sp>
        <p:nvSpPr>
          <p:cNvPr id="6" name="Slide Number Placeholder 5"/>
          <p:cNvSpPr>
            <a:spLocks noGrp="1"/>
          </p:cNvSpPr>
          <p:nvPr>
            <p:ph type="sldNum" sz="quarter" idx="12"/>
          </p:nvPr>
        </p:nvSpPr>
        <p:spPr/>
        <p:txBody>
          <a:bodyPr/>
          <a:lstStyle/>
          <a:p>
            <a:fld id="{5CFA18E4-D58E-4B28-B105-28D9665A8EBC}" type="slidenum">
              <a:rPr lang="en-US" smtClean="0"/>
              <a:t>‹#›</a:t>
            </a:fld>
            <a:endParaRPr lang="en-US"/>
          </a:p>
        </p:txBody>
      </p:sp>
      <p:cxnSp>
        <p:nvCxnSpPr>
          <p:cNvPr id="14" name="Straight Connector 13">
            <a:extLst>
              <a:ext uri="{FF2B5EF4-FFF2-40B4-BE49-F238E27FC236}">
                <a16:creationId xmlns:a16="http://schemas.microsoft.com/office/drawing/2014/main" id="{F8FE2CD4-ED5B-4B13-BB69-5C2C6676FCD9}"/>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0635CFE-5927-4810-A9CC-792D3D481848}"/>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4B88345-4B9E-4728-BC7E-79AC0BB9A200}"/>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2" name="TextBox 21">
            <a:extLst>
              <a:ext uri="{FF2B5EF4-FFF2-40B4-BE49-F238E27FC236}">
                <a16:creationId xmlns:a16="http://schemas.microsoft.com/office/drawing/2014/main" id="{4C681F36-AB35-43CF-A45E-D2B6CE927BE3}"/>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D43297D9-7020-459D-8E48-CDD8229E0A1F}"/>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6A18E115-4FDB-45B7-A373-9FC90BE86ACC}"/>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82D0917E-073F-42C3-BD01-9307A71DBABA}"/>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F2F2CFE9-8545-4D15-A23C-E3DF9EE7E35F}"/>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6" name="Rectangle 85">
            <a:extLst>
              <a:ext uri="{FF2B5EF4-FFF2-40B4-BE49-F238E27FC236}">
                <a16:creationId xmlns:a16="http://schemas.microsoft.com/office/drawing/2014/main" id="{1EF9221C-FEDA-45CC-A47B-01D745AE31CB}"/>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87" name="Group 86">
            <a:extLst>
              <a:ext uri="{FF2B5EF4-FFF2-40B4-BE49-F238E27FC236}">
                <a16:creationId xmlns:a16="http://schemas.microsoft.com/office/drawing/2014/main" id="{F536DAFD-EC1C-4F7A-AC0C-45E681CC0321}"/>
              </a:ext>
            </a:extLst>
          </p:cNvPr>
          <p:cNvGrpSpPr/>
          <p:nvPr/>
        </p:nvGrpSpPr>
        <p:grpSpPr>
          <a:xfrm>
            <a:off x="9192986" y="1051487"/>
            <a:ext cx="954405" cy="3085386"/>
            <a:chOff x="12257314" y="1051487"/>
            <a:chExt cx="1272540" cy="3085386"/>
          </a:xfrm>
        </p:grpSpPr>
        <p:sp>
          <p:nvSpPr>
            <p:cNvPr id="88" name="Rectangle 87">
              <a:extLst>
                <a:ext uri="{FF2B5EF4-FFF2-40B4-BE49-F238E27FC236}">
                  <a16:creationId xmlns:a16="http://schemas.microsoft.com/office/drawing/2014/main" id="{5549B9F1-EFB8-4875-BF8E-48D0B9FCCC6F}"/>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89" name="TextBox 88">
              <a:extLst>
                <a:ext uri="{FF2B5EF4-FFF2-40B4-BE49-F238E27FC236}">
                  <a16:creationId xmlns:a16="http://schemas.microsoft.com/office/drawing/2014/main" id="{963624FD-7DDC-48B2-8D02-8BEF52553EA9}"/>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0" name="Freeform: Shape 89">
              <a:extLst>
                <a:ext uri="{FF2B5EF4-FFF2-40B4-BE49-F238E27FC236}">
                  <a16:creationId xmlns:a16="http://schemas.microsoft.com/office/drawing/2014/main" id="{18B9C253-5AAA-48EC-94EC-3A9BAD6723B1}"/>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1" name="TextBox 90">
              <a:extLst>
                <a:ext uri="{FF2B5EF4-FFF2-40B4-BE49-F238E27FC236}">
                  <a16:creationId xmlns:a16="http://schemas.microsoft.com/office/drawing/2014/main" id="{BAC7250D-B0A3-483A-96E6-0764D69E4F7D}"/>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2" name="Freeform: Shape 91">
              <a:extLst>
                <a:ext uri="{FF2B5EF4-FFF2-40B4-BE49-F238E27FC236}">
                  <a16:creationId xmlns:a16="http://schemas.microsoft.com/office/drawing/2014/main" id="{EE405DD1-55DF-4848-96B7-E0B2584EAD2A}"/>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3" name="Freeform: Shape 92">
              <a:extLst>
                <a:ext uri="{FF2B5EF4-FFF2-40B4-BE49-F238E27FC236}">
                  <a16:creationId xmlns:a16="http://schemas.microsoft.com/office/drawing/2014/main" id="{18C93582-DE21-47EB-997F-5148CCD2D5FC}"/>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TextBox 93">
              <a:extLst>
                <a:ext uri="{FF2B5EF4-FFF2-40B4-BE49-F238E27FC236}">
                  <a16:creationId xmlns:a16="http://schemas.microsoft.com/office/drawing/2014/main" id="{15DF2510-32BC-44D5-B88A-F9BF6FD88F80}"/>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5" name="Picture 94">
              <a:extLst>
                <a:ext uri="{FF2B5EF4-FFF2-40B4-BE49-F238E27FC236}">
                  <a16:creationId xmlns:a16="http://schemas.microsoft.com/office/drawing/2014/main" id="{CF136169-A73B-4418-90EA-F4D56980EE7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6" name="Rectangle 95">
              <a:extLst>
                <a:ext uri="{FF2B5EF4-FFF2-40B4-BE49-F238E27FC236}">
                  <a16:creationId xmlns:a16="http://schemas.microsoft.com/office/drawing/2014/main" id="{00A63680-F954-4545-BEEA-A5950E63278C}"/>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7" name="Rectangle 96">
              <a:extLst>
                <a:ext uri="{FF2B5EF4-FFF2-40B4-BE49-F238E27FC236}">
                  <a16:creationId xmlns:a16="http://schemas.microsoft.com/office/drawing/2014/main" id="{062E79ED-E819-4FEF-9DE7-CBB78CC54D1C}"/>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8" name="Rectangle 97">
              <a:extLst>
                <a:ext uri="{FF2B5EF4-FFF2-40B4-BE49-F238E27FC236}">
                  <a16:creationId xmlns:a16="http://schemas.microsoft.com/office/drawing/2014/main" id="{AB9B9091-E701-454B-ADB2-60CB4A639F88}"/>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9" name="Rectangle 98">
              <a:extLst>
                <a:ext uri="{FF2B5EF4-FFF2-40B4-BE49-F238E27FC236}">
                  <a16:creationId xmlns:a16="http://schemas.microsoft.com/office/drawing/2014/main" id="{706FA976-5A6C-4ABA-91AB-797B439C9A17}"/>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0" name="Group 99">
              <a:extLst>
                <a:ext uri="{FF2B5EF4-FFF2-40B4-BE49-F238E27FC236}">
                  <a16:creationId xmlns:a16="http://schemas.microsoft.com/office/drawing/2014/main" id="{A260E66C-2AE5-4091-A0A3-904FE6A3A9EC}"/>
                </a:ext>
              </a:extLst>
            </p:cNvPr>
            <p:cNvGrpSpPr/>
            <p:nvPr/>
          </p:nvGrpSpPr>
          <p:grpSpPr>
            <a:xfrm>
              <a:off x="12364752" y="2345932"/>
              <a:ext cx="1055431" cy="88186"/>
              <a:chOff x="914335" y="6913770"/>
              <a:chExt cx="1109884" cy="100584"/>
            </a:xfrm>
            <a:noFill/>
          </p:grpSpPr>
          <p:sp>
            <p:nvSpPr>
              <p:cNvPr id="111" name="Rectangle 110">
                <a:extLst>
                  <a:ext uri="{FF2B5EF4-FFF2-40B4-BE49-F238E27FC236}">
                    <a16:creationId xmlns:a16="http://schemas.microsoft.com/office/drawing/2014/main" id="{B68716A8-C2C3-4190-8CFA-92B1B1452823}"/>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2" name="Rectangle 111">
                <a:extLst>
                  <a:ext uri="{FF2B5EF4-FFF2-40B4-BE49-F238E27FC236}">
                    <a16:creationId xmlns:a16="http://schemas.microsoft.com/office/drawing/2014/main" id="{38FD885B-08F3-4ABA-A047-29039E10AC39}"/>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3" name="Rectangle 112">
                <a:extLst>
                  <a:ext uri="{FF2B5EF4-FFF2-40B4-BE49-F238E27FC236}">
                    <a16:creationId xmlns:a16="http://schemas.microsoft.com/office/drawing/2014/main" id="{9E63D017-5BCC-4A04-9507-B9EDC67E22F8}"/>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4" name="Rectangle 113">
                <a:extLst>
                  <a:ext uri="{FF2B5EF4-FFF2-40B4-BE49-F238E27FC236}">
                    <a16:creationId xmlns:a16="http://schemas.microsoft.com/office/drawing/2014/main" id="{D28DE929-F84B-47BC-A7DD-6A477C8074B4}"/>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5" name="Rectangle 114">
                <a:extLst>
                  <a:ext uri="{FF2B5EF4-FFF2-40B4-BE49-F238E27FC236}">
                    <a16:creationId xmlns:a16="http://schemas.microsoft.com/office/drawing/2014/main" id="{A4435342-558D-44B3-83D1-17C910F64575}"/>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6" name="Rectangle 115">
                <a:extLst>
                  <a:ext uri="{FF2B5EF4-FFF2-40B4-BE49-F238E27FC236}">
                    <a16:creationId xmlns:a16="http://schemas.microsoft.com/office/drawing/2014/main" id="{37FD7CA8-03CA-4E11-8B03-C18C45F3628C}"/>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7" name="Rectangle 116">
                <a:extLst>
                  <a:ext uri="{FF2B5EF4-FFF2-40B4-BE49-F238E27FC236}">
                    <a16:creationId xmlns:a16="http://schemas.microsoft.com/office/drawing/2014/main" id="{C280BDB2-AEF4-484D-98CF-3F0AD5A615B8}"/>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8" name="Rectangle 117">
                <a:extLst>
                  <a:ext uri="{FF2B5EF4-FFF2-40B4-BE49-F238E27FC236}">
                    <a16:creationId xmlns:a16="http://schemas.microsoft.com/office/drawing/2014/main" id="{4D1E4514-736E-4B61-A072-D87AB9DB92C3}"/>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9" name="Rectangle 118">
                <a:extLst>
                  <a:ext uri="{FF2B5EF4-FFF2-40B4-BE49-F238E27FC236}">
                    <a16:creationId xmlns:a16="http://schemas.microsoft.com/office/drawing/2014/main" id="{2174B71C-69CD-428C-9925-4D065D026A01}"/>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0" name="Rectangle 119">
                <a:extLst>
                  <a:ext uri="{FF2B5EF4-FFF2-40B4-BE49-F238E27FC236}">
                    <a16:creationId xmlns:a16="http://schemas.microsoft.com/office/drawing/2014/main" id="{432D8D04-01AD-4ABB-B8DC-90F7C78B76AB}"/>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1" name="Graphic 100" descr="Close with solid fill">
              <a:extLst>
                <a:ext uri="{FF2B5EF4-FFF2-40B4-BE49-F238E27FC236}">
                  <a16:creationId xmlns:a16="http://schemas.microsoft.com/office/drawing/2014/main" id="{266C302C-3041-42FB-AB57-082316EADA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02" name="Graphic 101" descr="Close with solid fill">
              <a:extLst>
                <a:ext uri="{FF2B5EF4-FFF2-40B4-BE49-F238E27FC236}">
                  <a16:creationId xmlns:a16="http://schemas.microsoft.com/office/drawing/2014/main" id="{7F15BA99-ECAE-4F50-8539-7C9E485084E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3" name="Graphic 102" descr="Close with solid fill">
              <a:extLst>
                <a:ext uri="{FF2B5EF4-FFF2-40B4-BE49-F238E27FC236}">
                  <a16:creationId xmlns:a16="http://schemas.microsoft.com/office/drawing/2014/main" id="{4356FE64-056C-4BF7-9E8E-219BEB1D637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4" name="Graphic 103" descr="Close with solid fill">
              <a:extLst>
                <a:ext uri="{FF2B5EF4-FFF2-40B4-BE49-F238E27FC236}">
                  <a16:creationId xmlns:a16="http://schemas.microsoft.com/office/drawing/2014/main" id="{378E698D-0F49-4DA7-B342-477BF1465E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5" name="Graphic 104" descr="Close with solid fill">
              <a:extLst>
                <a:ext uri="{FF2B5EF4-FFF2-40B4-BE49-F238E27FC236}">
                  <a16:creationId xmlns:a16="http://schemas.microsoft.com/office/drawing/2014/main" id="{5B15F0BD-D740-49C7-85BF-1F33E671BCC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6" name="Graphic 105" descr="Close with solid fill">
              <a:extLst>
                <a:ext uri="{FF2B5EF4-FFF2-40B4-BE49-F238E27FC236}">
                  <a16:creationId xmlns:a16="http://schemas.microsoft.com/office/drawing/2014/main" id="{827CAB72-59E3-4981-822E-5E7A94CA75F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7" name="Graphic 106" descr="Close with solid fill">
              <a:extLst>
                <a:ext uri="{FF2B5EF4-FFF2-40B4-BE49-F238E27FC236}">
                  <a16:creationId xmlns:a16="http://schemas.microsoft.com/office/drawing/2014/main" id="{19E149BC-AD1A-44EB-864C-52817A7FFE8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8" name="Graphic 107" descr="Close with solid fill">
              <a:extLst>
                <a:ext uri="{FF2B5EF4-FFF2-40B4-BE49-F238E27FC236}">
                  <a16:creationId xmlns:a16="http://schemas.microsoft.com/office/drawing/2014/main" id="{277DED78-A6C4-45CD-B04D-319D9565231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9" name="Graphic 108" descr="Close with solid fill">
              <a:extLst>
                <a:ext uri="{FF2B5EF4-FFF2-40B4-BE49-F238E27FC236}">
                  <a16:creationId xmlns:a16="http://schemas.microsoft.com/office/drawing/2014/main" id="{5B5F34EA-4CDB-4F8E-BA7C-1D5024E0BA2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0" name="Graphic 109" descr="Close with solid fill">
              <a:extLst>
                <a:ext uri="{FF2B5EF4-FFF2-40B4-BE49-F238E27FC236}">
                  <a16:creationId xmlns:a16="http://schemas.microsoft.com/office/drawing/2014/main" id="{45DB239B-1FDD-4EBE-BBF4-0C7824F25A1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69" name="SPG Commodity Insights Red White Small">
            <a:extLst>
              <a:ext uri="{FF2B5EF4-FFF2-40B4-BE49-F238E27FC236}">
                <a16:creationId xmlns:a16="http://schemas.microsoft.com/office/drawing/2014/main" id="{E659A11C-AB71-47B7-BADF-1E67A8C4394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113050984"/>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Divider Photo 1">
    <p:bg>
      <p:bgPr>
        <a:solidFill>
          <a:schemeClr val="bg1"/>
        </a:solidFill>
        <a:effectLst/>
      </p:bgPr>
    </p:bg>
    <p:spTree>
      <p:nvGrpSpPr>
        <p:cNvPr id="1" name=""/>
        <p:cNvGrpSpPr/>
        <p:nvPr/>
      </p:nvGrpSpPr>
      <p:grpSpPr>
        <a:xfrm>
          <a:off x="0" y="0"/>
          <a:ext cx="0" cy="0"/>
          <a:chOff x="0" y="0"/>
          <a:chExt cx="0" cy="0"/>
        </a:xfrm>
      </p:grpSpPr>
      <p:grpSp>
        <p:nvGrpSpPr>
          <p:cNvPr id="73" name="Group 72">
            <a:extLst>
              <a:ext uri="{FF2B5EF4-FFF2-40B4-BE49-F238E27FC236}">
                <a16:creationId xmlns:a16="http://schemas.microsoft.com/office/drawing/2014/main" id="{A2432D56-F8A2-4DA5-A336-41EBF7AC1530}"/>
              </a:ext>
            </a:extLst>
          </p:cNvPr>
          <p:cNvGrpSpPr/>
          <p:nvPr/>
        </p:nvGrpSpPr>
        <p:grpSpPr>
          <a:xfrm>
            <a:off x="9144747" y="647701"/>
            <a:ext cx="104748" cy="5046663"/>
            <a:chOff x="12192996" y="647700"/>
            <a:chExt cx="139664" cy="5046663"/>
          </a:xfrm>
        </p:grpSpPr>
        <p:cxnSp>
          <p:nvCxnSpPr>
            <p:cNvPr id="74" name="Straight Connector 73">
              <a:extLst>
                <a:ext uri="{FF2B5EF4-FFF2-40B4-BE49-F238E27FC236}">
                  <a16:creationId xmlns:a16="http://schemas.microsoft.com/office/drawing/2014/main" id="{02A79C16-BE87-4999-B9CF-F8179B01B582}"/>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31DBC6E5-7901-4016-8F59-70C00F32B8A3}"/>
                </a:ext>
              </a:extLst>
            </p:cNvPr>
            <p:cNvGrpSpPr/>
            <p:nvPr/>
          </p:nvGrpSpPr>
          <p:grpSpPr>
            <a:xfrm>
              <a:off x="12202508" y="647700"/>
              <a:ext cx="130152" cy="5046663"/>
              <a:chOff x="12202508" y="647700"/>
              <a:chExt cx="130152" cy="5046663"/>
            </a:xfrm>
          </p:grpSpPr>
          <p:cxnSp>
            <p:nvCxnSpPr>
              <p:cNvPr id="76" name="Straight Connector 75">
                <a:extLst>
                  <a:ext uri="{FF2B5EF4-FFF2-40B4-BE49-F238E27FC236}">
                    <a16:creationId xmlns:a16="http://schemas.microsoft.com/office/drawing/2014/main" id="{31E46A5E-3904-4311-8A3F-135D94C26AB1}"/>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80FB336-18C7-4071-8DBD-14950A893A73}"/>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D29EDD6D-20EB-4458-B044-18B1D2B746AC}"/>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01E68460-94F6-4D86-9480-20532A22F131}"/>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2A03D035-DE73-476E-858A-8B103ABA3532}"/>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1" name="Group 80">
            <a:extLst>
              <a:ext uri="{FF2B5EF4-FFF2-40B4-BE49-F238E27FC236}">
                <a16:creationId xmlns:a16="http://schemas.microsoft.com/office/drawing/2014/main" id="{2F21D42A-4E6D-451E-B7F6-E93ADE6F9FF0}"/>
              </a:ext>
            </a:extLst>
          </p:cNvPr>
          <p:cNvGrpSpPr/>
          <p:nvPr/>
        </p:nvGrpSpPr>
        <p:grpSpPr>
          <a:xfrm>
            <a:off x="-97614" y="647701"/>
            <a:ext cx="97614" cy="5046663"/>
            <a:chOff x="-130152" y="647700"/>
            <a:chExt cx="130152" cy="5046663"/>
          </a:xfrm>
        </p:grpSpPr>
        <p:cxnSp>
          <p:nvCxnSpPr>
            <p:cNvPr id="82" name="Straight Connector 81">
              <a:extLst>
                <a:ext uri="{FF2B5EF4-FFF2-40B4-BE49-F238E27FC236}">
                  <a16:creationId xmlns:a16="http://schemas.microsoft.com/office/drawing/2014/main" id="{AD7E55A9-AA4D-42F0-AB9C-0DD5CDD0E720}"/>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2F0C7EC-1A52-4514-B8F1-CDCD291EEE50}"/>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7A14825F-BC4C-4F21-8566-3DDA4806FAF8}"/>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EC002CB4-473A-4E91-9A44-D7D0F186AB94}"/>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02845F6-7175-4F7F-8B42-102829BE8D60}"/>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FD0BF221-A139-450C-9276-59A53911383C}"/>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700019B2-EC0E-4755-BBDB-565BF3410B81}"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9" name="Title 1">
            <a:extLst>
              <a:ext uri="{FF2B5EF4-FFF2-40B4-BE49-F238E27FC236}">
                <a16:creationId xmlns:a16="http://schemas.microsoft.com/office/drawing/2014/main" id="{33D0D42F-6D70-4CBF-9C23-59E66728E7FD}"/>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divider slide title]</a:t>
            </a:r>
          </a:p>
        </p:txBody>
      </p:sp>
      <p:sp>
        <p:nvSpPr>
          <p:cNvPr id="21" name="Picture Placeholder 6">
            <a:extLst>
              <a:ext uri="{FF2B5EF4-FFF2-40B4-BE49-F238E27FC236}">
                <a16:creationId xmlns:a16="http://schemas.microsoft.com/office/drawing/2014/main" id="{946FFBFE-E614-4E08-AC48-326C482E6971}"/>
              </a:ext>
            </a:extLst>
          </p:cNvPr>
          <p:cNvSpPr>
            <a:spLocks noGrp="1"/>
          </p:cNvSpPr>
          <p:nvPr>
            <p:ph type="pic" sz="quarter" idx="15" hasCustomPrompt="1"/>
          </p:nvPr>
        </p:nvSpPr>
        <p:spPr>
          <a:xfrm>
            <a:off x="4573588" y="647700"/>
            <a:ext cx="4570412" cy="5557838"/>
          </a:xfrm>
          <a:blipFill>
            <a:blip r:embed="rId2"/>
            <a:stretch>
              <a:fillRect/>
            </a:stretch>
          </a:blipFill>
        </p:spPr>
        <p:txBody>
          <a:bodyPr anchor="ctr"/>
          <a:lstStyle>
            <a:lvl1pPr marL="0" indent="0" algn="ctr">
              <a:buNone/>
              <a:defRPr/>
            </a:lvl1pPr>
          </a:lstStyle>
          <a:p>
            <a:r>
              <a:rPr lang="en-US"/>
              <a:t>[Insert photo]</a:t>
            </a:r>
          </a:p>
        </p:txBody>
      </p:sp>
      <p:cxnSp>
        <p:nvCxnSpPr>
          <p:cNvPr id="18" name="Straight Connector 17">
            <a:extLst>
              <a:ext uri="{FF2B5EF4-FFF2-40B4-BE49-F238E27FC236}">
                <a16:creationId xmlns:a16="http://schemas.microsoft.com/office/drawing/2014/main" id="{7710A16D-C4ED-4367-9DCF-54DF45963902}"/>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6EFDAB2-4D7E-4399-8027-8BDF93B41B82}"/>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1BBD7D7-8C09-49F8-B32F-B3ADF75D1BAA}"/>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4" name="TextBox 23">
            <a:extLst>
              <a:ext uri="{FF2B5EF4-FFF2-40B4-BE49-F238E27FC236}">
                <a16:creationId xmlns:a16="http://schemas.microsoft.com/office/drawing/2014/main" id="{259B4B73-25F1-4A55-92B5-9B67E53EEC2B}"/>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CCB73371-4FF4-4870-921A-065D0810371E}"/>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035AE41D-9DD4-4B9B-9F3F-EFE5A4879E16}"/>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7690224B-8351-4102-9010-5C9D625096FC}"/>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2EC42F4A-E30C-4642-B587-43863FDC87EF}"/>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8" name="Rectangle 87">
            <a:extLst>
              <a:ext uri="{FF2B5EF4-FFF2-40B4-BE49-F238E27FC236}">
                <a16:creationId xmlns:a16="http://schemas.microsoft.com/office/drawing/2014/main" id="{5E1EF29E-3D70-4274-B188-9C2029FBA173}"/>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89" name="Group 88">
            <a:extLst>
              <a:ext uri="{FF2B5EF4-FFF2-40B4-BE49-F238E27FC236}">
                <a16:creationId xmlns:a16="http://schemas.microsoft.com/office/drawing/2014/main" id="{8ACE3DB3-0335-4FA8-ADB0-CA4C8B8C1D02}"/>
              </a:ext>
            </a:extLst>
          </p:cNvPr>
          <p:cNvGrpSpPr/>
          <p:nvPr/>
        </p:nvGrpSpPr>
        <p:grpSpPr>
          <a:xfrm>
            <a:off x="9192986" y="1051487"/>
            <a:ext cx="954405" cy="3085386"/>
            <a:chOff x="12257314" y="1051487"/>
            <a:chExt cx="1272540" cy="3085386"/>
          </a:xfrm>
        </p:grpSpPr>
        <p:sp>
          <p:nvSpPr>
            <p:cNvPr id="90" name="Rectangle 89">
              <a:extLst>
                <a:ext uri="{FF2B5EF4-FFF2-40B4-BE49-F238E27FC236}">
                  <a16:creationId xmlns:a16="http://schemas.microsoft.com/office/drawing/2014/main" id="{CCE6463C-F632-4103-A2F6-AA03A574DBBE}"/>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1" name="TextBox 90">
              <a:extLst>
                <a:ext uri="{FF2B5EF4-FFF2-40B4-BE49-F238E27FC236}">
                  <a16:creationId xmlns:a16="http://schemas.microsoft.com/office/drawing/2014/main" id="{249994D2-CD59-4CCE-AB0F-BF90E602EF10}"/>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2" name="Freeform: Shape 91">
              <a:extLst>
                <a:ext uri="{FF2B5EF4-FFF2-40B4-BE49-F238E27FC236}">
                  <a16:creationId xmlns:a16="http://schemas.microsoft.com/office/drawing/2014/main" id="{9D6D3566-8DE1-455C-A549-E061BC14E62F}"/>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3" name="TextBox 92">
              <a:extLst>
                <a:ext uri="{FF2B5EF4-FFF2-40B4-BE49-F238E27FC236}">
                  <a16:creationId xmlns:a16="http://schemas.microsoft.com/office/drawing/2014/main" id="{E70F5246-B8FA-4558-9549-97FE952BFB44}"/>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4" name="Freeform: Shape 93">
              <a:extLst>
                <a:ext uri="{FF2B5EF4-FFF2-40B4-BE49-F238E27FC236}">
                  <a16:creationId xmlns:a16="http://schemas.microsoft.com/office/drawing/2014/main" id="{52F2DD68-E7BB-4BAB-8042-007CF1F77D4C}"/>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5" name="Freeform: Shape 94">
              <a:extLst>
                <a:ext uri="{FF2B5EF4-FFF2-40B4-BE49-F238E27FC236}">
                  <a16:creationId xmlns:a16="http://schemas.microsoft.com/office/drawing/2014/main" id="{16FB9D54-4038-4F36-A0BB-39E65856AED7}"/>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TextBox 95">
              <a:extLst>
                <a:ext uri="{FF2B5EF4-FFF2-40B4-BE49-F238E27FC236}">
                  <a16:creationId xmlns:a16="http://schemas.microsoft.com/office/drawing/2014/main" id="{DF34693A-D0E4-42D5-97C9-6407EC8250C8}"/>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7" name="Picture 96">
              <a:extLst>
                <a:ext uri="{FF2B5EF4-FFF2-40B4-BE49-F238E27FC236}">
                  <a16:creationId xmlns:a16="http://schemas.microsoft.com/office/drawing/2014/main" id="{0F570732-9C7F-4287-A199-1325260DAAF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8" name="Rectangle 97">
              <a:extLst>
                <a:ext uri="{FF2B5EF4-FFF2-40B4-BE49-F238E27FC236}">
                  <a16:creationId xmlns:a16="http://schemas.microsoft.com/office/drawing/2014/main" id="{D3B2F370-3A86-4483-A77B-B52B8BD78CAC}"/>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9" name="Rectangle 98">
              <a:extLst>
                <a:ext uri="{FF2B5EF4-FFF2-40B4-BE49-F238E27FC236}">
                  <a16:creationId xmlns:a16="http://schemas.microsoft.com/office/drawing/2014/main" id="{105BBAE1-7640-4152-89D8-BC2233B3E25A}"/>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0" name="Rectangle 99">
              <a:extLst>
                <a:ext uri="{FF2B5EF4-FFF2-40B4-BE49-F238E27FC236}">
                  <a16:creationId xmlns:a16="http://schemas.microsoft.com/office/drawing/2014/main" id="{92D4B346-71A5-46A3-8A17-7A5CC1671596}"/>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1" name="Rectangle 100">
              <a:extLst>
                <a:ext uri="{FF2B5EF4-FFF2-40B4-BE49-F238E27FC236}">
                  <a16:creationId xmlns:a16="http://schemas.microsoft.com/office/drawing/2014/main" id="{70AE2B7C-AFB0-4BD5-AFD7-6EF2BB64034E}"/>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2" name="Group 101">
              <a:extLst>
                <a:ext uri="{FF2B5EF4-FFF2-40B4-BE49-F238E27FC236}">
                  <a16:creationId xmlns:a16="http://schemas.microsoft.com/office/drawing/2014/main" id="{CEF0E8EC-DD9C-4B0D-8D54-203125E9D1C0}"/>
                </a:ext>
              </a:extLst>
            </p:cNvPr>
            <p:cNvGrpSpPr/>
            <p:nvPr/>
          </p:nvGrpSpPr>
          <p:grpSpPr>
            <a:xfrm>
              <a:off x="12364752" y="2345932"/>
              <a:ext cx="1055431" cy="88186"/>
              <a:chOff x="914335" y="6913770"/>
              <a:chExt cx="1109884" cy="100584"/>
            </a:xfrm>
            <a:noFill/>
          </p:grpSpPr>
          <p:sp>
            <p:nvSpPr>
              <p:cNvPr id="113" name="Rectangle 112">
                <a:extLst>
                  <a:ext uri="{FF2B5EF4-FFF2-40B4-BE49-F238E27FC236}">
                    <a16:creationId xmlns:a16="http://schemas.microsoft.com/office/drawing/2014/main" id="{545575B1-076C-41B1-BD6B-7F45853E7949}"/>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4" name="Rectangle 113">
                <a:extLst>
                  <a:ext uri="{FF2B5EF4-FFF2-40B4-BE49-F238E27FC236}">
                    <a16:creationId xmlns:a16="http://schemas.microsoft.com/office/drawing/2014/main" id="{F07620DF-AF2E-4910-BF2D-78906737830C}"/>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5" name="Rectangle 114">
                <a:extLst>
                  <a:ext uri="{FF2B5EF4-FFF2-40B4-BE49-F238E27FC236}">
                    <a16:creationId xmlns:a16="http://schemas.microsoft.com/office/drawing/2014/main" id="{4322022F-3331-47F5-90A4-B241DD63D581}"/>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6" name="Rectangle 115">
                <a:extLst>
                  <a:ext uri="{FF2B5EF4-FFF2-40B4-BE49-F238E27FC236}">
                    <a16:creationId xmlns:a16="http://schemas.microsoft.com/office/drawing/2014/main" id="{FFCF4FAB-E823-473E-9D0F-D11A18FD46D1}"/>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7" name="Rectangle 116">
                <a:extLst>
                  <a:ext uri="{FF2B5EF4-FFF2-40B4-BE49-F238E27FC236}">
                    <a16:creationId xmlns:a16="http://schemas.microsoft.com/office/drawing/2014/main" id="{D47FCFAD-2C5B-44D2-8CC2-0746D5633BB8}"/>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8" name="Rectangle 117">
                <a:extLst>
                  <a:ext uri="{FF2B5EF4-FFF2-40B4-BE49-F238E27FC236}">
                    <a16:creationId xmlns:a16="http://schemas.microsoft.com/office/drawing/2014/main" id="{3838E6D6-715D-4235-9CB0-CA95292953EC}"/>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9" name="Rectangle 118">
                <a:extLst>
                  <a:ext uri="{FF2B5EF4-FFF2-40B4-BE49-F238E27FC236}">
                    <a16:creationId xmlns:a16="http://schemas.microsoft.com/office/drawing/2014/main" id="{09289944-6C32-4433-8C2F-6038B67544C8}"/>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0" name="Rectangle 119">
                <a:extLst>
                  <a:ext uri="{FF2B5EF4-FFF2-40B4-BE49-F238E27FC236}">
                    <a16:creationId xmlns:a16="http://schemas.microsoft.com/office/drawing/2014/main" id="{90BC90E8-18C3-4943-B246-DFC241CF499F}"/>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1" name="Rectangle 120">
                <a:extLst>
                  <a:ext uri="{FF2B5EF4-FFF2-40B4-BE49-F238E27FC236}">
                    <a16:creationId xmlns:a16="http://schemas.microsoft.com/office/drawing/2014/main" id="{AFB47AC6-B67B-4656-B641-7CDB14B79DB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2" name="Rectangle 121">
                <a:extLst>
                  <a:ext uri="{FF2B5EF4-FFF2-40B4-BE49-F238E27FC236}">
                    <a16:creationId xmlns:a16="http://schemas.microsoft.com/office/drawing/2014/main" id="{2CF30231-2821-478F-8A46-918503F6FA5D}"/>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3" name="Graphic 102" descr="Close with solid fill">
              <a:extLst>
                <a:ext uri="{FF2B5EF4-FFF2-40B4-BE49-F238E27FC236}">
                  <a16:creationId xmlns:a16="http://schemas.microsoft.com/office/drawing/2014/main" id="{D88932A9-8E71-4409-AE63-6D575DC03AE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04" name="Graphic 103" descr="Close with solid fill">
              <a:extLst>
                <a:ext uri="{FF2B5EF4-FFF2-40B4-BE49-F238E27FC236}">
                  <a16:creationId xmlns:a16="http://schemas.microsoft.com/office/drawing/2014/main" id="{435B71AD-EA68-4047-A067-81558BFE449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05" name="Graphic 104" descr="Close with solid fill">
              <a:extLst>
                <a:ext uri="{FF2B5EF4-FFF2-40B4-BE49-F238E27FC236}">
                  <a16:creationId xmlns:a16="http://schemas.microsoft.com/office/drawing/2014/main" id="{9B558106-925D-4391-9860-BFBAD7D64EE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06" name="Graphic 105" descr="Close with solid fill">
              <a:extLst>
                <a:ext uri="{FF2B5EF4-FFF2-40B4-BE49-F238E27FC236}">
                  <a16:creationId xmlns:a16="http://schemas.microsoft.com/office/drawing/2014/main" id="{7B8ECB49-2AA6-44DB-A144-2A2665C4F4D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07" name="Graphic 106" descr="Close with solid fill">
              <a:extLst>
                <a:ext uri="{FF2B5EF4-FFF2-40B4-BE49-F238E27FC236}">
                  <a16:creationId xmlns:a16="http://schemas.microsoft.com/office/drawing/2014/main" id="{339E224E-0FA7-4EA5-89A5-F70684C81E5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08" name="Graphic 107" descr="Close with solid fill">
              <a:extLst>
                <a:ext uri="{FF2B5EF4-FFF2-40B4-BE49-F238E27FC236}">
                  <a16:creationId xmlns:a16="http://schemas.microsoft.com/office/drawing/2014/main" id="{58DEDE8F-BBA9-4E1C-82AC-3CAC7B6FAA3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09" name="Graphic 108" descr="Close with solid fill">
              <a:extLst>
                <a:ext uri="{FF2B5EF4-FFF2-40B4-BE49-F238E27FC236}">
                  <a16:creationId xmlns:a16="http://schemas.microsoft.com/office/drawing/2014/main" id="{64B2EA9B-7C84-45CC-927D-CF35E373D67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10" name="Graphic 109" descr="Close with solid fill">
              <a:extLst>
                <a:ext uri="{FF2B5EF4-FFF2-40B4-BE49-F238E27FC236}">
                  <a16:creationId xmlns:a16="http://schemas.microsoft.com/office/drawing/2014/main" id="{1BC5EADF-8A31-4785-8E46-AA3F83AF489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11" name="Graphic 110" descr="Close with solid fill">
              <a:extLst>
                <a:ext uri="{FF2B5EF4-FFF2-40B4-BE49-F238E27FC236}">
                  <a16:creationId xmlns:a16="http://schemas.microsoft.com/office/drawing/2014/main" id="{1B86A086-9BAF-4A61-8623-38D316C4BA1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12" name="Graphic 111" descr="Close with solid fill">
              <a:extLst>
                <a:ext uri="{FF2B5EF4-FFF2-40B4-BE49-F238E27FC236}">
                  <a16:creationId xmlns:a16="http://schemas.microsoft.com/office/drawing/2014/main" id="{831CFFD2-44B7-44A8-B4DD-991335BC826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pic>
        <p:nvPicPr>
          <p:cNvPr id="69" name="SPG Commodity Insights Red White Small">
            <a:extLst>
              <a:ext uri="{FF2B5EF4-FFF2-40B4-BE49-F238E27FC236}">
                <a16:creationId xmlns:a16="http://schemas.microsoft.com/office/drawing/2014/main" id="{D16FAA03-C8EB-4E20-A69A-315D5B569D4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892233670"/>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Divider 2">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B2A3A8F5-FB69-4BDE-ACBD-B7732138CE4F}"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divider slide title]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4955381" y="1955801"/>
            <a:ext cx="3769520"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content]</a:t>
            </a:r>
          </a:p>
        </p:txBody>
      </p:sp>
    </p:spTree>
    <p:extLst>
      <p:ext uri="{BB962C8B-B14F-4D97-AF65-F5344CB8AC3E}">
        <p14:creationId xmlns:p14="http://schemas.microsoft.com/office/powerpoint/2010/main" val="1019697871"/>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Divider Photo 2">
    <p:bg>
      <p:bgRef idx="1001">
        <a:schemeClr val="bg1"/>
      </p:bgRef>
    </p:bg>
    <p:spTree>
      <p:nvGrpSpPr>
        <p:cNvPr id="1" name=""/>
        <p:cNvGrpSpPr/>
        <p:nvPr/>
      </p:nvGrpSpPr>
      <p:grpSpPr>
        <a:xfrm>
          <a:off x="0" y="0"/>
          <a:ext cx="0" cy="0"/>
          <a:chOff x="0" y="0"/>
          <a:chExt cx="0" cy="0"/>
        </a:xfrm>
      </p:grpSpPr>
      <p:sp>
        <p:nvSpPr>
          <p:cNvPr id="18" name="Picture Placeholder 6">
            <a:extLst>
              <a:ext uri="{FF2B5EF4-FFF2-40B4-BE49-F238E27FC236}">
                <a16:creationId xmlns:a16="http://schemas.microsoft.com/office/drawing/2014/main" id="{BADCD994-4FE4-4DB8-9BBD-1D4E0B4689B1}"/>
              </a:ext>
            </a:extLst>
          </p:cNvPr>
          <p:cNvSpPr>
            <a:spLocks noGrp="1"/>
          </p:cNvSpPr>
          <p:nvPr>
            <p:ph type="pic" sz="quarter" idx="15" hasCustomPrompt="1"/>
          </p:nvPr>
        </p:nvSpPr>
        <p:spPr>
          <a:xfrm>
            <a:off x="4573588" y="647700"/>
            <a:ext cx="4570412" cy="5557838"/>
          </a:xfrm>
          <a:blipFill>
            <a:blip r:embed="rId2"/>
            <a:stretch>
              <a:fillRect/>
            </a:stretch>
          </a:blipFill>
        </p:spPr>
        <p:txBody>
          <a:bodyPr anchor="ctr"/>
          <a:lstStyle>
            <a:lvl1pPr marL="0" indent="0" algn="ctr">
              <a:buNone/>
              <a:defRPr>
                <a:solidFill>
                  <a:schemeClr val="bg1"/>
                </a:solidFill>
              </a:defRPr>
            </a:lvl1pPr>
          </a:lstStyle>
          <a:p>
            <a:r>
              <a:rPr lang="en-US"/>
              <a:t>[Insert photo]</a:t>
            </a:r>
          </a:p>
        </p:txBody>
      </p:sp>
      <p:sp>
        <p:nvSpPr>
          <p:cNvPr id="2" name="Title 1">
            <a:extLst>
              <a:ext uri="{FF2B5EF4-FFF2-40B4-BE49-F238E27FC236}">
                <a16:creationId xmlns:a16="http://schemas.microsoft.com/office/drawing/2014/main" id="{6166DBEF-BFBC-41BD-92D8-7910BCE31E3B}"/>
              </a:ext>
            </a:extLst>
          </p:cNvPr>
          <p:cNvSpPr>
            <a:spLocks noGrp="1"/>
          </p:cNvSpPr>
          <p:nvPr>
            <p:ph type="title" hasCustomPrompt="1"/>
          </p:nvPr>
        </p:nvSpPr>
        <p:spPr>
          <a:xfrm>
            <a:off x="419099" y="1954213"/>
            <a:ext cx="3044952" cy="4251326"/>
          </a:xfrm>
          <a:prstGeom prst="rect">
            <a:avLst/>
          </a:prstGeom>
        </p:spPr>
        <p:txBody>
          <a:bodyPr>
            <a:normAutofit/>
          </a:bodyPr>
          <a:lstStyle>
            <a:lvl1pPr>
              <a:defRPr sz="3000"/>
            </a:lvl1pPr>
          </a:lstStyle>
          <a:p>
            <a:r>
              <a:rPr lang="en-US"/>
              <a:t>[Add divider slide title]</a:t>
            </a:r>
          </a:p>
        </p:txBody>
      </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BB4BD908-98C6-482B-B5BC-73441D08D071}"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cxnSp>
        <p:nvCxnSpPr>
          <p:cNvPr id="19" name="Straight Connector 18">
            <a:extLst>
              <a:ext uri="{FF2B5EF4-FFF2-40B4-BE49-F238E27FC236}">
                <a16:creationId xmlns:a16="http://schemas.microsoft.com/office/drawing/2014/main" id="{65F9EC67-A3A8-4754-9906-717F97AE3BD6}"/>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4029926"/>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Divider 3">
    <p:bg>
      <p:bgPr>
        <a:solidFill>
          <a:schemeClr val="accent1"/>
        </a:solidFill>
        <a:effectLst/>
      </p:bgPr>
    </p:bg>
    <p:spTree>
      <p:nvGrpSpPr>
        <p:cNvPr id="1" name=""/>
        <p:cNvGrpSpPr/>
        <p:nvPr/>
      </p:nvGrpSpPr>
      <p:grpSpPr>
        <a:xfrm>
          <a:off x="0" y="0"/>
          <a:ext cx="0" cy="0"/>
          <a:chOff x="0" y="0"/>
          <a:chExt cx="0" cy="0"/>
        </a:xfrm>
      </p:grpSpPr>
      <p:grpSp>
        <p:nvGrpSpPr>
          <p:cNvPr id="73" name="Group 72">
            <a:extLst>
              <a:ext uri="{FF2B5EF4-FFF2-40B4-BE49-F238E27FC236}">
                <a16:creationId xmlns:a16="http://schemas.microsoft.com/office/drawing/2014/main" id="{045B5524-216D-4A78-AB4A-263637C3A18E}"/>
              </a:ext>
            </a:extLst>
          </p:cNvPr>
          <p:cNvGrpSpPr/>
          <p:nvPr/>
        </p:nvGrpSpPr>
        <p:grpSpPr>
          <a:xfrm>
            <a:off x="9144747" y="647701"/>
            <a:ext cx="104748" cy="5046663"/>
            <a:chOff x="12192996" y="647700"/>
            <a:chExt cx="139664" cy="5046663"/>
          </a:xfrm>
        </p:grpSpPr>
        <p:cxnSp>
          <p:nvCxnSpPr>
            <p:cNvPr id="74" name="Straight Connector 73">
              <a:extLst>
                <a:ext uri="{FF2B5EF4-FFF2-40B4-BE49-F238E27FC236}">
                  <a16:creationId xmlns:a16="http://schemas.microsoft.com/office/drawing/2014/main" id="{EF4BF149-F200-47AD-BC67-85AF2E2A1B3B}"/>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4ECC84A2-2923-44D5-8969-62B0585DA274}"/>
                </a:ext>
              </a:extLst>
            </p:cNvPr>
            <p:cNvGrpSpPr/>
            <p:nvPr/>
          </p:nvGrpSpPr>
          <p:grpSpPr>
            <a:xfrm>
              <a:off x="12202508" y="647700"/>
              <a:ext cx="130152" cy="5046663"/>
              <a:chOff x="12202508" y="647700"/>
              <a:chExt cx="130152" cy="5046663"/>
            </a:xfrm>
          </p:grpSpPr>
          <p:cxnSp>
            <p:nvCxnSpPr>
              <p:cNvPr id="76" name="Straight Connector 75">
                <a:extLst>
                  <a:ext uri="{FF2B5EF4-FFF2-40B4-BE49-F238E27FC236}">
                    <a16:creationId xmlns:a16="http://schemas.microsoft.com/office/drawing/2014/main" id="{0F04747B-AE26-463E-AAE5-A13D5CCAB5D5}"/>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C6FCEE7-38DD-4610-96B3-849F2E459B90}"/>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B46F845-6532-436C-BFCC-92ED8CA28AE1}"/>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71967DD-4E94-4FD5-BE84-9BB9A6E6F41E}"/>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B15AF121-2A0C-4DC3-ABA3-9558041FD4E9}"/>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1" name="Group 80">
            <a:extLst>
              <a:ext uri="{FF2B5EF4-FFF2-40B4-BE49-F238E27FC236}">
                <a16:creationId xmlns:a16="http://schemas.microsoft.com/office/drawing/2014/main" id="{F3964BC1-184A-4956-8E28-02E6B69A60C9}"/>
              </a:ext>
            </a:extLst>
          </p:cNvPr>
          <p:cNvGrpSpPr/>
          <p:nvPr/>
        </p:nvGrpSpPr>
        <p:grpSpPr>
          <a:xfrm>
            <a:off x="-97614" y="647701"/>
            <a:ext cx="97614" cy="5046663"/>
            <a:chOff x="-130152" y="647700"/>
            <a:chExt cx="130152" cy="5046663"/>
          </a:xfrm>
        </p:grpSpPr>
        <p:cxnSp>
          <p:nvCxnSpPr>
            <p:cNvPr id="82" name="Straight Connector 81">
              <a:extLst>
                <a:ext uri="{FF2B5EF4-FFF2-40B4-BE49-F238E27FC236}">
                  <a16:creationId xmlns:a16="http://schemas.microsoft.com/office/drawing/2014/main" id="{9537BF68-E597-42EB-B049-C709C48ED623}"/>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0F21424-DF2F-40FA-A256-214AF4A2F1D9}"/>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B7296B3-6E7F-4B5F-BEA7-5468FFFB7F4F}"/>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9F0864F-6E9B-4645-BB2F-BAA4CCC195EC}"/>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64BC1142-2DA1-4992-8C40-5FC817AD93CE}"/>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41AA18C-E6A5-4C9F-8FD8-D09D176CD174}"/>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A26BBCD2-D531-4447-8B56-C259436F0A36}"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9" name="Title 1">
            <a:extLst>
              <a:ext uri="{FF2B5EF4-FFF2-40B4-BE49-F238E27FC236}">
                <a16:creationId xmlns:a16="http://schemas.microsoft.com/office/drawing/2014/main" id="{95501395-6232-4D37-BBF0-E0A18B0CF430}"/>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divider slide title]</a:t>
            </a:r>
          </a:p>
        </p:txBody>
      </p:sp>
      <p:sp>
        <p:nvSpPr>
          <p:cNvPr id="20" name="Text Placeholder 6">
            <a:extLst>
              <a:ext uri="{FF2B5EF4-FFF2-40B4-BE49-F238E27FC236}">
                <a16:creationId xmlns:a16="http://schemas.microsoft.com/office/drawing/2014/main" id="{66D505EF-31B6-40FB-9F74-E5C91F0D33DE}"/>
              </a:ext>
            </a:extLst>
          </p:cNvPr>
          <p:cNvSpPr>
            <a:spLocks noGrp="1"/>
          </p:cNvSpPr>
          <p:nvPr>
            <p:ph type="body" sz="quarter" idx="13" hasCustomPrompt="1"/>
          </p:nvPr>
        </p:nvSpPr>
        <p:spPr>
          <a:xfrm>
            <a:off x="4955381" y="1955801"/>
            <a:ext cx="3769520"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content]</a:t>
            </a:r>
          </a:p>
        </p:txBody>
      </p:sp>
      <p:cxnSp>
        <p:nvCxnSpPr>
          <p:cNvPr id="21" name="Straight Connector 20">
            <a:extLst>
              <a:ext uri="{FF2B5EF4-FFF2-40B4-BE49-F238E27FC236}">
                <a16:creationId xmlns:a16="http://schemas.microsoft.com/office/drawing/2014/main" id="{E56828AC-076E-459F-B356-BF9CC2CA83C4}"/>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A4CFD94-8A25-44F2-A9B1-C103181A7F4C}"/>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86A3D48-0AA2-49E7-B234-35F7F18AFCFF}"/>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4" name="TextBox 23">
            <a:extLst>
              <a:ext uri="{FF2B5EF4-FFF2-40B4-BE49-F238E27FC236}">
                <a16:creationId xmlns:a16="http://schemas.microsoft.com/office/drawing/2014/main" id="{80B7583B-C91F-47DA-9CA6-484BACFFDBD0}"/>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7CBE0426-684F-494A-AEDB-755BADFC98C3}"/>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5E53CD89-4186-4F80-AE8B-ABB24D95C3C9}"/>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4A22A1F2-BED1-47C3-A642-FCE4072FDB9E}"/>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DD606F6C-32FA-4265-80F7-6513355A58F6}"/>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8" name="Rectangle 67">
            <a:extLst>
              <a:ext uri="{FF2B5EF4-FFF2-40B4-BE49-F238E27FC236}">
                <a16:creationId xmlns:a16="http://schemas.microsoft.com/office/drawing/2014/main" id="{C8975DE4-5B78-424F-BAC1-7145393C42A1}"/>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9" name="Group 68">
            <a:extLst>
              <a:ext uri="{FF2B5EF4-FFF2-40B4-BE49-F238E27FC236}">
                <a16:creationId xmlns:a16="http://schemas.microsoft.com/office/drawing/2014/main" id="{BE47EEF4-19DD-4F77-901A-690B58D16393}"/>
              </a:ext>
            </a:extLst>
          </p:cNvPr>
          <p:cNvGrpSpPr/>
          <p:nvPr/>
        </p:nvGrpSpPr>
        <p:grpSpPr>
          <a:xfrm>
            <a:off x="9192986" y="1051487"/>
            <a:ext cx="954405" cy="3085386"/>
            <a:chOff x="12257314" y="1051487"/>
            <a:chExt cx="1272540" cy="3085386"/>
          </a:xfrm>
        </p:grpSpPr>
        <p:sp>
          <p:nvSpPr>
            <p:cNvPr id="70" name="Rectangle 69">
              <a:extLst>
                <a:ext uri="{FF2B5EF4-FFF2-40B4-BE49-F238E27FC236}">
                  <a16:creationId xmlns:a16="http://schemas.microsoft.com/office/drawing/2014/main" id="{35FCC5E7-2F86-4825-8AB1-652256ADD117}"/>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1" name="TextBox 70">
              <a:extLst>
                <a:ext uri="{FF2B5EF4-FFF2-40B4-BE49-F238E27FC236}">
                  <a16:creationId xmlns:a16="http://schemas.microsoft.com/office/drawing/2014/main" id="{A4DC5CD3-5C73-423C-8C95-F16470101114}"/>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72" name="Freeform: Shape 71">
              <a:extLst>
                <a:ext uri="{FF2B5EF4-FFF2-40B4-BE49-F238E27FC236}">
                  <a16:creationId xmlns:a16="http://schemas.microsoft.com/office/drawing/2014/main" id="{BCF35F30-B114-45EA-9B02-8A146E3B4DF0}"/>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8" name="TextBox 87">
              <a:extLst>
                <a:ext uri="{FF2B5EF4-FFF2-40B4-BE49-F238E27FC236}">
                  <a16:creationId xmlns:a16="http://schemas.microsoft.com/office/drawing/2014/main" id="{D8605FE1-3AFA-4AB6-A838-9252A667B825}"/>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89" name="Freeform: Shape 88">
              <a:extLst>
                <a:ext uri="{FF2B5EF4-FFF2-40B4-BE49-F238E27FC236}">
                  <a16:creationId xmlns:a16="http://schemas.microsoft.com/office/drawing/2014/main" id="{914D6B8D-1851-4BF7-AD51-09AA1E1CF9CA}"/>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0" name="Freeform: Shape 89">
              <a:extLst>
                <a:ext uri="{FF2B5EF4-FFF2-40B4-BE49-F238E27FC236}">
                  <a16:creationId xmlns:a16="http://schemas.microsoft.com/office/drawing/2014/main" id="{A376E48B-7344-4B6D-9BB2-BADFEFE2A46D}"/>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1" name="TextBox 90">
              <a:extLst>
                <a:ext uri="{FF2B5EF4-FFF2-40B4-BE49-F238E27FC236}">
                  <a16:creationId xmlns:a16="http://schemas.microsoft.com/office/drawing/2014/main" id="{FF5DE635-B631-4FCF-80A6-09983DA30459}"/>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2" name="Picture 91">
              <a:extLst>
                <a:ext uri="{FF2B5EF4-FFF2-40B4-BE49-F238E27FC236}">
                  <a16:creationId xmlns:a16="http://schemas.microsoft.com/office/drawing/2014/main" id="{CF11539B-8403-454F-9B61-5FFC48E7B26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3" name="Rectangle 92">
              <a:extLst>
                <a:ext uri="{FF2B5EF4-FFF2-40B4-BE49-F238E27FC236}">
                  <a16:creationId xmlns:a16="http://schemas.microsoft.com/office/drawing/2014/main" id="{06CFB62C-99D5-47DD-A2AF-9BD38DAE9C82}"/>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4" name="Rectangle 93">
              <a:extLst>
                <a:ext uri="{FF2B5EF4-FFF2-40B4-BE49-F238E27FC236}">
                  <a16:creationId xmlns:a16="http://schemas.microsoft.com/office/drawing/2014/main" id="{D37BAD0D-2515-466C-AEC3-C4F8CC0565D3}"/>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5" name="Rectangle 94">
              <a:extLst>
                <a:ext uri="{FF2B5EF4-FFF2-40B4-BE49-F238E27FC236}">
                  <a16:creationId xmlns:a16="http://schemas.microsoft.com/office/drawing/2014/main" id="{C83B78D9-CF44-48D4-BAE1-5E4CB93A1247}"/>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6" name="Rectangle 95">
              <a:extLst>
                <a:ext uri="{FF2B5EF4-FFF2-40B4-BE49-F238E27FC236}">
                  <a16:creationId xmlns:a16="http://schemas.microsoft.com/office/drawing/2014/main" id="{8F5D3F56-DB1A-4729-8150-05EFBAA1F16A}"/>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97" name="Group 96">
              <a:extLst>
                <a:ext uri="{FF2B5EF4-FFF2-40B4-BE49-F238E27FC236}">
                  <a16:creationId xmlns:a16="http://schemas.microsoft.com/office/drawing/2014/main" id="{304E55D6-F9A6-473E-8F70-AAD4BA73E5D8}"/>
                </a:ext>
              </a:extLst>
            </p:cNvPr>
            <p:cNvGrpSpPr/>
            <p:nvPr/>
          </p:nvGrpSpPr>
          <p:grpSpPr>
            <a:xfrm>
              <a:off x="12364752" y="2345932"/>
              <a:ext cx="1055431" cy="88186"/>
              <a:chOff x="914335" y="6913770"/>
              <a:chExt cx="1109884" cy="100584"/>
            </a:xfrm>
            <a:noFill/>
          </p:grpSpPr>
          <p:sp>
            <p:nvSpPr>
              <p:cNvPr id="108" name="Rectangle 107">
                <a:extLst>
                  <a:ext uri="{FF2B5EF4-FFF2-40B4-BE49-F238E27FC236}">
                    <a16:creationId xmlns:a16="http://schemas.microsoft.com/office/drawing/2014/main" id="{32990748-E251-44CA-AD27-8130930B0750}"/>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9" name="Rectangle 108">
                <a:extLst>
                  <a:ext uri="{FF2B5EF4-FFF2-40B4-BE49-F238E27FC236}">
                    <a16:creationId xmlns:a16="http://schemas.microsoft.com/office/drawing/2014/main" id="{DCFE454B-E6F4-4D5E-B39D-2B0792AFD56F}"/>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0" name="Rectangle 109">
                <a:extLst>
                  <a:ext uri="{FF2B5EF4-FFF2-40B4-BE49-F238E27FC236}">
                    <a16:creationId xmlns:a16="http://schemas.microsoft.com/office/drawing/2014/main" id="{279512DA-7172-4610-870E-B6D98438827B}"/>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1" name="Rectangle 110">
                <a:extLst>
                  <a:ext uri="{FF2B5EF4-FFF2-40B4-BE49-F238E27FC236}">
                    <a16:creationId xmlns:a16="http://schemas.microsoft.com/office/drawing/2014/main" id="{C8192A18-A777-46A8-916E-A954B8FE2E81}"/>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2" name="Rectangle 111">
                <a:extLst>
                  <a:ext uri="{FF2B5EF4-FFF2-40B4-BE49-F238E27FC236}">
                    <a16:creationId xmlns:a16="http://schemas.microsoft.com/office/drawing/2014/main" id="{F92782AC-1D32-49FC-9302-9D1E004B3E0E}"/>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3" name="Rectangle 112">
                <a:extLst>
                  <a:ext uri="{FF2B5EF4-FFF2-40B4-BE49-F238E27FC236}">
                    <a16:creationId xmlns:a16="http://schemas.microsoft.com/office/drawing/2014/main" id="{8F2F3161-EFD4-4BA2-8813-8AD826048501}"/>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4" name="Rectangle 113">
                <a:extLst>
                  <a:ext uri="{FF2B5EF4-FFF2-40B4-BE49-F238E27FC236}">
                    <a16:creationId xmlns:a16="http://schemas.microsoft.com/office/drawing/2014/main" id="{697D3F77-16AF-4627-89D5-99C9F475D702}"/>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5" name="Rectangle 114">
                <a:extLst>
                  <a:ext uri="{FF2B5EF4-FFF2-40B4-BE49-F238E27FC236}">
                    <a16:creationId xmlns:a16="http://schemas.microsoft.com/office/drawing/2014/main" id="{AFEA44BF-FB7B-4FE8-8760-8EF1F178113F}"/>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6" name="Rectangle 115">
                <a:extLst>
                  <a:ext uri="{FF2B5EF4-FFF2-40B4-BE49-F238E27FC236}">
                    <a16:creationId xmlns:a16="http://schemas.microsoft.com/office/drawing/2014/main" id="{596202A2-E2BA-4D6D-994B-837EE1DF841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7" name="Rectangle 116">
                <a:extLst>
                  <a:ext uri="{FF2B5EF4-FFF2-40B4-BE49-F238E27FC236}">
                    <a16:creationId xmlns:a16="http://schemas.microsoft.com/office/drawing/2014/main" id="{F72AF28E-A0C8-4497-BE2B-A3388D382737}"/>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98" name="Graphic 97" descr="Close with solid fill">
              <a:extLst>
                <a:ext uri="{FF2B5EF4-FFF2-40B4-BE49-F238E27FC236}">
                  <a16:creationId xmlns:a16="http://schemas.microsoft.com/office/drawing/2014/main" id="{5921B7E9-B0CE-4199-ABB2-53BF6D94FE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99" name="Graphic 98" descr="Close with solid fill">
              <a:extLst>
                <a:ext uri="{FF2B5EF4-FFF2-40B4-BE49-F238E27FC236}">
                  <a16:creationId xmlns:a16="http://schemas.microsoft.com/office/drawing/2014/main" id="{D82FFD75-1907-4AEA-8A57-193793C053E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0" name="Graphic 99" descr="Close with solid fill">
              <a:extLst>
                <a:ext uri="{FF2B5EF4-FFF2-40B4-BE49-F238E27FC236}">
                  <a16:creationId xmlns:a16="http://schemas.microsoft.com/office/drawing/2014/main" id="{D0AB6DAB-2679-476D-B172-44F95F58298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1" name="Graphic 100" descr="Close with solid fill">
              <a:extLst>
                <a:ext uri="{FF2B5EF4-FFF2-40B4-BE49-F238E27FC236}">
                  <a16:creationId xmlns:a16="http://schemas.microsoft.com/office/drawing/2014/main" id="{E6C07A87-0104-43B3-9BE4-F85F5C0F331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2" name="Graphic 101" descr="Close with solid fill">
              <a:extLst>
                <a:ext uri="{FF2B5EF4-FFF2-40B4-BE49-F238E27FC236}">
                  <a16:creationId xmlns:a16="http://schemas.microsoft.com/office/drawing/2014/main" id="{886C0CBE-059B-4516-B4CF-0EA1B5EEBD4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3" name="Graphic 102" descr="Close with solid fill">
              <a:extLst>
                <a:ext uri="{FF2B5EF4-FFF2-40B4-BE49-F238E27FC236}">
                  <a16:creationId xmlns:a16="http://schemas.microsoft.com/office/drawing/2014/main" id="{561FAE0E-1752-4785-A8AC-D3A55774A40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4" name="Graphic 103" descr="Close with solid fill">
              <a:extLst>
                <a:ext uri="{FF2B5EF4-FFF2-40B4-BE49-F238E27FC236}">
                  <a16:creationId xmlns:a16="http://schemas.microsoft.com/office/drawing/2014/main" id="{150F5EC2-69A3-4B9C-BB5B-E4410CA72EA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5" name="Graphic 104" descr="Close with solid fill">
              <a:extLst>
                <a:ext uri="{FF2B5EF4-FFF2-40B4-BE49-F238E27FC236}">
                  <a16:creationId xmlns:a16="http://schemas.microsoft.com/office/drawing/2014/main" id="{6DE5E834-1DF8-473F-A105-5384BB5BCB1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6" name="Graphic 105" descr="Close with solid fill">
              <a:extLst>
                <a:ext uri="{FF2B5EF4-FFF2-40B4-BE49-F238E27FC236}">
                  <a16:creationId xmlns:a16="http://schemas.microsoft.com/office/drawing/2014/main" id="{6A9F8393-2B26-4D4C-B47D-3B784B0C10D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7" name="Graphic 106" descr="Close with solid fill">
              <a:extLst>
                <a:ext uri="{FF2B5EF4-FFF2-40B4-BE49-F238E27FC236}">
                  <a16:creationId xmlns:a16="http://schemas.microsoft.com/office/drawing/2014/main" id="{8EB6EFE0-D040-49C0-B42E-C89707810FA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119" name="SPG Commodity Insights White Small">
            <a:extLst>
              <a:ext uri="{FF2B5EF4-FFF2-40B4-BE49-F238E27FC236}">
                <a16:creationId xmlns:a16="http://schemas.microsoft.com/office/drawing/2014/main" id="{BDE982FC-D41A-44B0-ADAB-BC299958714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1304543679"/>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Divider Photo 3">
    <p:bg>
      <p:bgPr>
        <a:solidFill>
          <a:schemeClr val="accent1"/>
        </a:solidFill>
        <a:effectLst/>
      </p:bgPr>
    </p:bg>
    <p:spTree>
      <p:nvGrpSpPr>
        <p:cNvPr id="1" name=""/>
        <p:cNvGrpSpPr/>
        <p:nvPr/>
      </p:nvGrpSpPr>
      <p:grpSpPr>
        <a:xfrm>
          <a:off x="0" y="0"/>
          <a:ext cx="0" cy="0"/>
          <a:chOff x="0" y="0"/>
          <a:chExt cx="0" cy="0"/>
        </a:xfrm>
      </p:grpSpPr>
      <p:grpSp>
        <p:nvGrpSpPr>
          <p:cNvPr id="72" name="Group 71">
            <a:extLst>
              <a:ext uri="{FF2B5EF4-FFF2-40B4-BE49-F238E27FC236}">
                <a16:creationId xmlns:a16="http://schemas.microsoft.com/office/drawing/2014/main" id="{727B95F6-5AD7-4FBE-85A4-E0F6C18B373F}"/>
              </a:ext>
            </a:extLst>
          </p:cNvPr>
          <p:cNvGrpSpPr/>
          <p:nvPr/>
        </p:nvGrpSpPr>
        <p:grpSpPr>
          <a:xfrm>
            <a:off x="9144747" y="647701"/>
            <a:ext cx="104748" cy="5046663"/>
            <a:chOff x="12192996" y="647700"/>
            <a:chExt cx="139664" cy="5046663"/>
          </a:xfrm>
        </p:grpSpPr>
        <p:cxnSp>
          <p:nvCxnSpPr>
            <p:cNvPr id="73" name="Straight Connector 72">
              <a:extLst>
                <a:ext uri="{FF2B5EF4-FFF2-40B4-BE49-F238E27FC236}">
                  <a16:creationId xmlns:a16="http://schemas.microsoft.com/office/drawing/2014/main" id="{B46E8F57-4B58-4448-B61F-F608ADE8080E}"/>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061B3755-1832-46DB-B53F-EDA4D7A65AE2}"/>
                </a:ext>
              </a:extLst>
            </p:cNvPr>
            <p:cNvGrpSpPr/>
            <p:nvPr/>
          </p:nvGrpSpPr>
          <p:grpSpPr>
            <a:xfrm>
              <a:off x="12202508" y="647700"/>
              <a:ext cx="130152" cy="5046663"/>
              <a:chOff x="12202508" y="647700"/>
              <a:chExt cx="130152" cy="5046663"/>
            </a:xfrm>
          </p:grpSpPr>
          <p:cxnSp>
            <p:nvCxnSpPr>
              <p:cNvPr id="75" name="Straight Connector 74">
                <a:extLst>
                  <a:ext uri="{FF2B5EF4-FFF2-40B4-BE49-F238E27FC236}">
                    <a16:creationId xmlns:a16="http://schemas.microsoft.com/office/drawing/2014/main" id="{08722D1D-EE77-4A76-9625-12C59E3041BF}"/>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103FCE8-67B9-44FD-ADC2-F74C7D94E88E}"/>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18102FD0-4DBE-49D8-8770-3105624D1015}"/>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A45C1FF-06DA-4D3D-8F13-BE44F9187A56}"/>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75E051F2-A520-47B7-B0D4-684C184603F7}"/>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0" name="Group 79">
            <a:extLst>
              <a:ext uri="{FF2B5EF4-FFF2-40B4-BE49-F238E27FC236}">
                <a16:creationId xmlns:a16="http://schemas.microsoft.com/office/drawing/2014/main" id="{20B62E03-8E73-4D96-81E7-647437CC745F}"/>
              </a:ext>
            </a:extLst>
          </p:cNvPr>
          <p:cNvGrpSpPr/>
          <p:nvPr/>
        </p:nvGrpSpPr>
        <p:grpSpPr>
          <a:xfrm>
            <a:off x="-97614" y="647701"/>
            <a:ext cx="97614" cy="5046663"/>
            <a:chOff x="-130152" y="647700"/>
            <a:chExt cx="130152" cy="5046663"/>
          </a:xfrm>
        </p:grpSpPr>
        <p:cxnSp>
          <p:nvCxnSpPr>
            <p:cNvPr id="81" name="Straight Connector 80">
              <a:extLst>
                <a:ext uri="{FF2B5EF4-FFF2-40B4-BE49-F238E27FC236}">
                  <a16:creationId xmlns:a16="http://schemas.microsoft.com/office/drawing/2014/main" id="{7A7B97F7-2092-494A-B3A7-47EFFD4DF9B3}"/>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927852B8-C8FC-453A-8EDE-DA7D2069CDBE}"/>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476141AC-EA52-4192-ACA5-8CEA5AFD5236}"/>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47B0B103-E789-4585-8685-A2B00E50488A}"/>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170A60A8-6414-41F3-8A1F-58EF9552F357}"/>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DFAB8F13-EF43-4257-9B3B-BBEF864279EF}"/>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166DBEF-BFBC-41BD-92D8-7910BCE31E3B}"/>
              </a:ext>
            </a:extLst>
          </p:cNvPr>
          <p:cNvSpPr>
            <a:spLocks noGrp="1"/>
          </p:cNvSpPr>
          <p:nvPr>
            <p:ph type="title" hasCustomPrompt="1"/>
          </p:nvPr>
        </p:nvSpPr>
        <p:spPr>
          <a:xfrm>
            <a:off x="419099" y="1954212"/>
            <a:ext cx="3044952" cy="4251326"/>
          </a:xfrm>
          <a:prstGeom prst="rect">
            <a:avLst/>
          </a:prstGeom>
        </p:spPr>
        <p:txBody>
          <a:bodyPr>
            <a:normAutofit/>
          </a:bodyPr>
          <a:lstStyle>
            <a:lvl1pPr>
              <a:defRPr sz="3000"/>
            </a:lvl1pPr>
          </a:lstStyle>
          <a:p>
            <a:r>
              <a:rPr lang="en-US"/>
              <a:t>[Add divider slide title]</a:t>
            </a:r>
          </a:p>
        </p:txBody>
      </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39820A65-6D2F-4845-8530-D91DF5FD267B}"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0" name="Picture Placeholder 6">
            <a:extLst>
              <a:ext uri="{FF2B5EF4-FFF2-40B4-BE49-F238E27FC236}">
                <a16:creationId xmlns:a16="http://schemas.microsoft.com/office/drawing/2014/main" id="{A8E09DA5-CE59-4980-A38C-775B245E2BED}"/>
              </a:ext>
            </a:extLst>
          </p:cNvPr>
          <p:cNvSpPr>
            <a:spLocks noGrp="1"/>
          </p:cNvSpPr>
          <p:nvPr>
            <p:ph type="pic" sz="quarter" idx="15" hasCustomPrompt="1"/>
          </p:nvPr>
        </p:nvSpPr>
        <p:spPr>
          <a:xfrm>
            <a:off x="4573588" y="647700"/>
            <a:ext cx="4570412" cy="5557838"/>
          </a:xfrm>
          <a:blipFill>
            <a:blip r:embed="rId2"/>
            <a:stretch>
              <a:fillRect/>
            </a:stretch>
          </a:blipFill>
        </p:spPr>
        <p:txBody>
          <a:bodyPr anchor="ctr"/>
          <a:lstStyle>
            <a:lvl1pPr marL="0" indent="0" algn="ctr">
              <a:buNone/>
              <a:defRPr/>
            </a:lvl1pPr>
          </a:lstStyle>
          <a:p>
            <a:r>
              <a:rPr lang="en-US"/>
              <a:t>[Insert photo]</a:t>
            </a:r>
          </a:p>
        </p:txBody>
      </p:sp>
      <p:cxnSp>
        <p:nvCxnSpPr>
          <p:cNvPr id="19" name="Straight Connector 18">
            <a:extLst>
              <a:ext uri="{FF2B5EF4-FFF2-40B4-BE49-F238E27FC236}">
                <a16:creationId xmlns:a16="http://schemas.microsoft.com/office/drawing/2014/main" id="{093AE14D-C9E8-4DD1-B88F-ABF14436C8B4}"/>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41B36DD-BF0C-4B14-9147-115951C3D63D}"/>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616F768-2608-4A64-9EFD-A0C176267E17}"/>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3" name="TextBox 22">
            <a:extLst>
              <a:ext uri="{FF2B5EF4-FFF2-40B4-BE49-F238E27FC236}">
                <a16:creationId xmlns:a16="http://schemas.microsoft.com/office/drawing/2014/main" id="{B66C6E82-FF70-45DD-B237-8AF614E0B1CA}"/>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1765B458-500F-4213-8616-BDD8F8577250}"/>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14AE4B9F-2059-4083-88A6-8B50937E6E70}"/>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B73AFEC5-428F-4783-8862-AA69D4A2D3F2}"/>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FE773742-E532-46B8-80A7-D6B62485FDD6}"/>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8" name="Rectangle 67">
            <a:extLst>
              <a:ext uri="{FF2B5EF4-FFF2-40B4-BE49-F238E27FC236}">
                <a16:creationId xmlns:a16="http://schemas.microsoft.com/office/drawing/2014/main" id="{198A86CA-8D38-4198-8C77-03E74EC69D03}"/>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9" name="Group 68">
            <a:extLst>
              <a:ext uri="{FF2B5EF4-FFF2-40B4-BE49-F238E27FC236}">
                <a16:creationId xmlns:a16="http://schemas.microsoft.com/office/drawing/2014/main" id="{F8832FC1-58CC-4A3A-A900-18F85ED84A7B}"/>
              </a:ext>
            </a:extLst>
          </p:cNvPr>
          <p:cNvGrpSpPr/>
          <p:nvPr/>
        </p:nvGrpSpPr>
        <p:grpSpPr>
          <a:xfrm>
            <a:off x="9192986" y="1051487"/>
            <a:ext cx="954405" cy="3085386"/>
            <a:chOff x="12257314" y="1051487"/>
            <a:chExt cx="1272540" cy="3085386"/>
          </a:xfrm>
        </p:grpSpPr>
        <p:sp>
          <p:nvSpPr>
            <p:cNvPr id="70" name="Rectangle 69">
              <a:extLst>
                <a:ext uri="{FF2B5EF4-FFF2-40B4-BE49-F238E27FC236}">
                  <a16:creationId xmlns:a16="http://schemas.microsoft.com/office/drawing/2014/main" id="{ACF4B100-5C4B-4C6C-A983-3AAA40F796FF}"/>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1" name="TextBox 70">
              <a:extLst>
                <a:ext uri="{FF2B5EF4-FFF2-40B4-BE49-F238E27FC236}">
                  <a16:creationId xmlns:a16="http://schemas.microsoft.com/office/drawing/2014/main" id="{CCB85622-653F-4D1F-A597-25D06D9CA094}"/>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87" name="Freeform: Shape 86">
              <a:extLst>
                <a:ext uri="{FF2B5EF4-FFF2-40B4-BE49-F238E27FC236}">
                  <a16:creationId xmlns:a16="http://schemas.microsoft.com/office/drawing/2014/main" id="{F62BA379-A14C-4A41-AE02-08986774AA58}"/>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8" name="TextBox 87">
              <a:extLst>
                <a:ext uri="{FF2B5EF4-FFF2-40B4-BE49-F238E27FC236}">
                  <a16:creationId xmlns:a16="http://schemas.microsoft.com/office/drawing/2014/main" id="{BD327E77-1ED3-434A-ABBB-38EFAE63CA04}"/>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89" name="Freeform: Shape 88">
              <a:extLst>
                <a:ext uri="{FF2B5EF4-FFF2-40B4-BE49-F238E27FC236}">
                  <a16:creationId xmlns:a16="http://schemas.microsoft.com/office/drawing/2014/main" id="{588B6FAC-7AA6-4902-A32E-556550B2C3DA}"/>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0" name="Freeform: Shape 89">
              <a:extLst>
                <a:ext uri="{FF2B5EF4-FFF2-40B4-BE49-F238E27FC236}">
                  <a16:creationId xmlns:a16="http://schemas.microsoft.com/office/drawing/2014/main" id="{4EBB32F3-5712-4059-BF5B-58807E6A8B97}"/>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1" name="TextBox 90">
              <a:extLst>
                <a:ext uri="{FF2B5EF4-FFF2-40B4-BE49-F238E27FC236}">
                  <a16:creationId xmlns:a16="http://schemas.microsoft.com/office/drawing/2014/main" id="{BAEF7D0B-6FFD-40CE-A5C7-33281F6E5DEF}"/>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2" name="Picture 91">
              <a:extLst>
                <a:ext uri="{FF2B5EF4-FFF2-40B4-BE49-F238E27FC236}">
                  <a16:creationId xmlns:a16="http://schemas.microsoft.com/office/drawing/2014/main" id="{034E75E8-33BD-4C4B-8AE5-2396588E0F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3" name="Rectangle 92">
              <a:extLst>
                <a:ext uri="{FF2B5EF4-FFF2-40B4-BE49-F238E27FC236}">
                  <a16:creationId xmlns:a16="http://schemas.microsoft.com/office/drawing/2014/main" id="{AD97F835-5D0B-478C-93EC-96A3D43CCD1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4" name="Rectangle 93">
              <a:extLst>
                <a:ext uri="{FF2B5EF4-FFF2-40B4-BE49-F238E27FC236}">
                  <a16:creationId xmlns:a16="http://schemas.microsoft.com/office/drawing/2014/main" id="{5AFBE777-41AB-4577-B40F-B695FC4D6276}"/>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5" name="Rectangle 94">
              <a:extLst>
                <a:ext uri="{FF2B5EF4-FFF2-40B4-BE49-F238E27FC236}">
                  <a16:creationId xmlns:a16="http://schemas.microsoft.com/office/drawing/2014/main" id="{CC3C7287-EB53-4116-92F8-C7CE0A5AA32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6" name="Rectangle 95">
              <a:extLst>
                <a:ext uri="{FF2B5EF4-FFF2-40B4-BE49-F238E27FC236}">
                  <a16:creationId xmlns:a16="http://schemas.microsoft.com/office/drawing/2014/main" id="{29A22347-6CDE-4C47-BEAB-5EF77150D878}"/>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97" name="Group 96">
              <a:extLst>
                <a:ext uri="{FF2B5EF4-FFF2-40B4-BE49-F238E27FC236}">
                  <a16:creationId xmlns:a16="http://schemas.microsoft.com/office/drawing/2014/main" id="{E1FDE48E-1E67-4405-9AD4-327F4A313373}"/>
                </a:ext>
              </a:extLst>
            </p:cNvPr>
            <p:cNvGrpSpPr/>
            <p:nvPr/>
          </p:nvGrpSpPr>
          <p:grpSpPr>
            <a:xfrm>
              <a:off x="12364752" y="2345932"/>
              <a:ext cx="1055431" cy="88186"/>
              <a:chOff x="914335" y="6913770"/>
              <a:chExt cx="1109884" cy="100584"/>
            </a:xfrm>
            <a:noFill/>
          </p:grpSpPr>
          <p:sp>
            <p:nvSpPr>
              <p:cNvPr id="108" name="Rectangle 107">
                <a:extLst>
                  <a:ext uri="{FF2B5EF4-FFF2-40B4-BE49-F238E27FC236}">
                    <a16:creationId xmlns:a16="http://schemas.microsoft.com/office/drawing/2014/main" id="{9774CA3A-60F7-434E-9BF3-6B1C642258C6}"/>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9" name="Rectangle 108">
                <a:extLst>
                  <a:ext uri="{FF2B5EF4-FFF2-40B4-BE49-F238E27FC236}">
                    <a16:creationId xmlns:a16="http://schemas.microsoft.com/office/drawing/2014/main" id="{6E2E5784-509D-4D13-81E6-A8DC0192B9FD}"/>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0" name="Rectangle 109">
                <a:extLst>
                  <a:ext uri="{FF2B5EF4-FFF2-40B4-BE49-F238E27FC236}">
                    <a16:creationId xmlns:a16="http://schemas.microsoft.com/office/drawing/2014/main" id="{3DEAA11C-302D-4313-A37D-17488E2AFFE2}"/>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1" name="Rectangle 110">
                <a:extLst>
                  <a:ext uri="{FF2B5EF4-FFF2-40B4-BE49-F238E27FC236}">
                    <a16:creationId xmlns:a16="http://schemas.microsoft.com/office/drawing/2014/main" id="{1B0D95AF-F8F7-45CD-BAD9-B6A39727D060}"/>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2" name="Rectangle 111">
                <a:extLst>
                  <a:ext uri="{FF2B5EF4-FFF2-40B4-BE49-F238E27FC236}">
                    <a16:creationId xmlns:a16="http://schemas.microsoft.com/office/drawing/2014/main" id="{E6082E6C-3872-4573-97CA-94F8334B69E3}"/>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3" name="Rectangle 112">
                <a:extLst>
                  <a:ext uri="{FF2B5EF4-FFF2-40B4-BE49-F238E27FC236}">
                    <a16:creationId xmlns:a16="http://schemas.microsoft.com/office/drawing/2014/main" id="{1508150F-C666-49B8-BAF6-CAF6CF664868}"/>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4" name="Rectangle 113">
                <a:extLst>
                  <a:ext uri="{FF2B5EF4-FFF2-40B4-BE49-F238E27FC236}">
                    <a16:creationId xmlns:a16="http://schemas.microsoft.com/office/drawing/2014/main" id="{3F9E60B6-8E3D-4858-B69C-9F657EBF2620}"/>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5" name="Rectangle 114">
                <a:extLst>
                  <a:ext uri="{FF2B5EF4-FFF2-40B4-BE49-F238E27FC236}">
                    <a16:creationId xmlns:a16="http://schemas.microsoft.com/office/drawing/2014/main" id="{656B3548-50BE-4FE6-A8B9-0CEBADFAC4A7}"/>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6" name="Rectangle 115">
                <a:extLst>
                  <a:ext uri="{FF2B5EF4-FFF2-40B4-BE49-F238E27FC236}">
                    <a16:creationId xmlns:a16="http://schemas.microsoft.com/office/drawing/2014/main" id="{017553DB-D03C-47C0-9CB0-849A8FA11BA8}"/>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7" name="Rectangle 116">
                <a:extLst>
                  <a:ext uri="{FF2B5EF4-FFF2-40B4-BE49-F238E27FC236}">
                    <a16:creationId xmlns:a16="http://schemas.microsoft.com/office/drawing/2014/main" id="{689A0269-AD2D-4784-B588-D456D27FC82D}"/>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98" name="Graphic 97" descr="Close with solid fill">
              <a:extLst>
                <a:ext uri="{FF2B5EF4-FFF2-40B4-BE49-F238E27FC236}">
                  <a16:creationId xmlns:a16="http://schemas.microsoft.com/office/drawing/2014/main" id="{4E92D2CD-CC11-4399-96EA-9BCF06D22F7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99" name="Graphic 98" descr="Close with solid fill">
              <a:extLst>
                <a:ext uri="{FF2B5EF4-FFF2-40B4-BE49-F238E27FC236}">
                  <a16:creationId xmlns:a16="http://schemas.microsoft.com/office/drawing/2014/main" id="{7633129B-8C79-4C37-8565-F906533DCE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00" name="Graphic 99" descr="Close with solid fill">
              <a:extLst>
                <a:ext uri="{FF2B5EF4-FFF2-40B4-BE49-F238E27FC236}">
                  <a16:creationId xmlns:a16="http://schemas.microsoft.com/office/drawing/2014/main" id="{79A00E28-2E68-4608-A975-2F320253EA0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01" name="Graphic 100" descr="Close with solid fill">
              <a:extLst>
                <a:ext uri="{FF2B5EF4-FFF2-40B4-BE49-F238E27FC236}">
                  <a16:creationId xmlns:a16="http://schemas.microsoft.com/office/drawing/2014/main" id="{54140728-5611-44D1-A83F-9AE3A581964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02" name="Graphic 101" descr="Close with solid fill">
              <a:extLst>
                <a:ext uri="{FF2B5EF4-FFF2-40B4-BE49-F238E27FC236}">
                  <a16:creationId xmlns:a16="http://schemas.microsoft.com/office/drawing/2014/main" id="{FFFB6118-B854-4BFD-BCF9-E7D4279A550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03" name="Graphic 102" descr="Close with solid fill">
              <a:extLst>
                <a:ext uri="{FF2B5EF4-FFF2-40B4-BE49-F238E27FC236}">
                  <a16:creationId xmlns:a16="http://schemas.microsoft.com/office/drawing/2014/main" id="{5D7118BD-6011-4708-BD9E-A5E70C9C2D9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04" name="Graphic 103" descr="Close with solid fill">
              <a:extLst>
                <a:ext uri="{FF2B5EF4-FFF2-40B4-BE49-F238E27FC236}">
                  <a16:creationId xmlns:a16="http://schemas.microsoft.com/office/drawing/2014/main" id="{A131FF41-D74D-4795-A0ED-34103A005C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05" name="Graphic 104" descr="Close with solid fill">
              <a:extLst>
                <a:ext uri="{FF2B5EF4-FFF2-40B4-BE49-F238E27FC236}">
                  <a16:creationId xmlns:a16="http://schemas.microsoft.com/office/drawing/2014/main" id="{196517E8-DB79-425A-900B-4E990063360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06" name="Graphic 105" descr="Close with solid fill">
              <a:extLst>
                <a:ext uri="{FF2B5EF4-FFF2-40B4-BE49-F238E27FC236}">
                  <a16:creationId xmlns:a16="http://schemas.microsoft.com/office/drawing/2014/main" id="{277ED7D7-540D-4DA1-BA33-80B93545F00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07" name="Graphic 106" descr="Close with solid fill">
              <a:extLst>
                <a:ext uri="{FF2B5EF4-FFF2-40B4-BE49-F238E27FC236}">
                  <a16:creationId xmlns:a16="http://schemas.microsoft.com/office/drawing/2014/main" id="{E8335D58-8BC0-4528-BCA1-2F6A2A1C1F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pic>
        <p:nvPicPr>
          <p:cNvPr id="119" name="SPG Commodity Insights White Small">
            <a:extLst>
              <a:ext uri="{FF2B5EF4-FFF2-40B4-BE49-F238E27FC236}">
                <a16:creationId xmlns:a16="http://schemas.microsoft.com/office/drawing/2014/main" id="{1A7B0CD7-AED6-4063-A716-CC15F60253B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1342135594"/>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Divider 4">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6DBEF-BFBC-41BD-92D8-7910BCE31E3B}"/>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divider slide title]</a:t>
            </a:r>
          </a:p>
        </p:txBody>
      </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4E8C312B-D9F4-4C32-8C2B-565EEC840292}"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4955381" y="1955801"/>
            <a:ext cx="3769520"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content]</a:t>
            </a:r>
          </a:p>
        </p:txBody>
      </p:sp>
      <p:grpSp>
        <p:nvGrpSpPr>
          <p:cNvPr id="14" name="Group 13">
            <a:extLst>
              <a:ext uri="{FF2B5EF4-FFF2-40B4-BE49-F238E27FC236}">
                <a16:creationId xmlns:a16="http://schemas.microsoft.com/office/drawing/2014/main" id="{73A8C2FD-0AC7-4CF1-98F9-E5B747D3F0C7}"/>
              </a:ext>
            </a:extLst>
          </p:cNvPr>
          <p:cNvGrpSpPr/>
          <p:nvPr/>
        </p:nvGrpSpPr>
        <p:grpSpPr>
          <a:xfrm>
            <a:off x="-97614" y="647701"/>
            <a:ext cx="97614" cy="5046663"/>
            <a:chOff x="-130152" y="647700"/>
            <a:chExt cx="130152" cy="5046663"/>
          </a:xfrm>
        </p:grpSpPr>
        <p:cxnSp>
          <p:nvCxnSpPr>
            <p:cNvPr id="15" name="Straight Connector 14">
              <a:extLst>
                <a:ext uri="{FF2B5EF4-FFF2-40B4-BE49-F238E27FC236}">
                  <a16:creationId xmlns:a16="http://schemas.microsoft.com/office/drawing/2014/main" id="{CE07898C-2C33-4E26-B975-5F4709322046}"/>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730A77C-FB29-46C6-8BC9-94DAE7141982}"/>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1B94225-3854-4DAA-A71F-122795C5887D}"/>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5448CE5-F679-46C4-82EA-A9EEA5D6BC8B}"/>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39C8B0F-173B-4D8A-91B6-349345D9572A}"/>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4606D8-65A5-49D4-8EE7-4E35E43FC9ED}"/>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1" name="Straight Connector 20">
            <a:extLst>
              <a:ext uri="{FF2B5EF4-FFF2-40B4-BE49-F238E27FC236}">
                <a16:creationId xmlns:a16="http://schemas.microsoft.com/office/drawing/2014/main" id="{C6403890-7EAD-46B2-9415-DBEA5C6C578F}"/>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8A645C0-2C0D-426C-B6FE-401AFA07FF38}"/>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58" name="Group 57">
            <a:extLst>
              <a:ext uri="{FF2B5EF4-FFF2-40B4-BE49-F238E27FC236}">
                <a16:creationId xmlns:a16="http://schemas.microsoft.com/office/drawing/2014/main" id="{29F65435-B63B-4C96-9642-D5CB6D5F7047}"/>
              </a:ext>
            </a:extLst>
          </p:cNvPr>
          <p:cNvGrpSpPr/>
          <p:nvPr/>
        </p:nvGrpSpPr>
        <p:grpSpPr>
          <a:xfrm>
            <a:off x="-994" y="6871034"/>
            <a:ext cx="9144000" cy="143299"/>
            <a:chOff x="-1325" y="6871033"/>
            <a:chExt cx="12192000" cy="143299"/>
          </a:xfrm>
        </p:grpSpPr>
        <p:sp>
          <p:nvSpPr>
            <p:cNvPr id="59" name="Rectangle 58">
              <a:extLst>
                <a:ext uri="{FF2B5EF4-FFF2-40B4-BE49-F238E27FC236}">
                  <a16:creationId xmlns:a16="http://schemas.microsoft.com/office/drawing/2014/main" id="{8DCDEDF2-67DF-40BA-8063-99CAAC300EAA}"/>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0" name="Rectangle 59">
              <a:extLst>
                <a:ext uri="{FF2B5EF4-FFF2-40B4-BE49-F238E27FC236}">
                  <a16:creationId xmlns:a16="http://schemas.microsoft.com/office/drawing/2014/main" id="{9CC52482-CBBB-4A92-B777-EAB62CDE3D63}"/>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55" name="Rectangle 54">
            <a:extLst>
              <a:ext uri="{FF2B5EF4-FFF2-40B4-BE49-F238E27FC236}">
                <a16:creationId xmlns:a16="http://schemas.microsoft.com/office/drawing/2014/main" id="{EC4AA0E0-C975-4EA5-A32B-E43EE1507DE6}"/>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6" name="Group 55">
            <a:extLst>
              <a:ext uri="{FF2B5EF4-FFF2-40B4-BE49-F238E27FC236}">
                <a16:creationId xmlns:a16="http://schemas.microsoft.com/office/drawing/2014/main" id="{6E5EEBFE-D44B-4625-A880-965C5959CEDC}"/>
              </a:ext>
            </a:extLst>
          </p:cNvPr>
          <p:cNvGrpSpPr/>
          <p:nvPr/>
        </p:nvGrpSpPr>
        <p:grpSpPr>
          <a:xfrm>
            <a:off x="9192986" y="1051487"/>
            <a:ext cx="954405" cy="3085386"/>
            <a:chOff x="12257314" y="1051487"/>
            <a:chExt cx="1272540" cy="3085386"/>
          </a:xfrm>
        </p:grpSpPr>
        <p:sp>
          <p:nvSpPr>
            <p:cNvPr id="57" name="Rectangle 56">
              <a:extLst>
                <a:ext uri="{FF2B5EF4-FFF2-40B4-BE49-F238E27FC236}">
                  <a16:creationId xmlns:a16="http://schemas.microsoft.com/office/drawing/2014/main" id="{E9E32CE4-55E0-4687-86AB-3208832FB68C}"/>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6" name="TextBox 95">
              <a:extLst>
                <a:ext uri="{FF2B5EF4-FFF2-40B4-BE49-F238E27FC236}">
                  <a16:creationId xmlns:a16="http://schemas.microsoft.com/office/drawing/2014/main" id="{F9FD6108-1402-46F5-A413-78115DC11F87}"/>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7" name="Freeform: Shape 96">
              <a:extLst>
                <a:ext uri="{FF2B5EF4-FFF2-40B4-BE49-F238E27FC236}">
                  <a16:creationId xmlns:a16="http://schemas.microsoft.com/office/drawing/2014/main" id="{B6BF04B1-DCD5-4E4C-84FA-2E302A440BAB}"/>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8" name="TextBox 97">
              <a:extLst>
                <a:ext uri="{FF2B5EF4-FFF2-40B4-BE49-F238E27FC236}">
                  <a16:creationId xmlns:a16="http://schemas.microsoft.com/office/drawing/2014/main" id="{682207CB-B08A-49AF-AEED-091B634437B2}"/>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9" name="Freeform: Shape 98">
              <a:extLst>
                <a:ext uri="{FF2B5EF4-FFF2-40B4-BE49-F238E27FC236}">
                  <a16:creationId xmlns:a16="http://schemas.microsoft.com/office/drawing/2014/main" id="{0952AEC3-14E8-4BF9-855B-E08E6C571AF4}"/>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0" name="Freeform: Shape 99">
              <a:extLst>
                <a:ext uri="{FF2B5EF4-FFF2-40B4-BE49-F238E27FC236}">
                  <a16:creationId xmlns:a16="http://schemas.microsoft.com/office/drawing/2014/main" id="{578093EB-F63A-4169-A3A3-74098BE22348}"/>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1" name="TextBox 100">
              <a:extLst>
                <a:ext uri="{FF2B5EF4-FFF2-40B4-BE49-F238E27FC236}">
                  <a16:creationId xmlns:a16="http://schemas.microsoft.com/office/drawing/2014/main" id="{69A85276-1BAE-4560-876C-C205CB1B4211}"/>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02" name="Picture 101">
              <a:extLst>
                <a:ext uri="{FF2B5EF4-FFF2-40B4-BE49-F238E27FC236}">
                  <a16:creationId xmlns:a16="http://schemas.microsoft.com/office/drawing/2014/main" id="{590F183A-A22E-4391-A077-81DAD5648E9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03" name="Rectangle 102">
              <a:extLst>
                <a:ext uri="{FF2B5EF4-FFF2-40B4-BE49-F238E27FC236}">
                  <a16:creationId xmlns:a16="http://schemas.microsoft.com/office/drawing/2014/main" id="{EB150A7B-FC6D-4900-9859-9CF7488DC42B}"/>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4" name="Rectangle 103">
              <a:extLst>
                <a:ext uri="{FF2B5EF4-FFF2-40B4-BE49-F238E27FC236}">
                  <a16:creationId xmlns:a16="http://schemas.microsoft.com/office/drawing/2014/main" id="{45C9A063-E8A3-4732-8467-EB71738F9373}"/>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5" name="Rectangle 104">
              <a:extLst>
                <a:ext uri="{FF2B5EF4-FFF2-40B4-BE49-F238E27FC236}">
                  <a16:creationId xmlns:a16="http://schemas.microsoft.com/office/drawing/2014/main" id="{A59C90B0-AE10-4C29-B826-53FCEE9F86FD}"/>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6" name="Rectangle 105">
              <a:extLst>
                <a:ext uri="{FF2B5EF4-FFF2-40B4-BE49-F238E27FC236}">
                  <a16:creationId xmlns:a16="http://schemas.microsoft.com/office/drawing/2014/main" id="{6E7AFDFC-5388-4CFA-9CC3-E7F0A7535108}"/>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7" name="Group 106">
              <a:extLst>
                <a:ext uri="{FF2B5EF4-FFF2-40B4-BE49-F238E27FC236}">
                  <a16:creationId xmlns:a16="http://schemas.microsoft.com/office/drawing/2014/main" id="{416DFBA0-BB11-4B88-AF3B-0048600D987F}"/>
                </a:ext>
              </a:extLst>
            </p:cNvPr>
            <p:cNvGrpSpPr/>
            <p:nvPr/>
          </p:nvGrpSpPr>
          <p:grpSpPr>
            <a:xfrm>
              <a:off x="12364752" y="2345932"/>
              <a:ext cx="1055431" cy="88186"/>
              <a:chOff x="914335" y="6913770"/>
              <a:chExt cx="1109884" cy="100584"/>
            </a:xfrm>
            <a:noFill/>
          </p:grpSpPr>
          <p:sp>
            <p:nvSpPr>
              <p:cNvPr id="118" name="Rectangle 117">
                <a:extLst>
                  <a:ext uri="{FF2B5EF4-FFF2-40B4-BE49-F238E27FC236}">
                    <a16:creationId xmlns:a16="http://schemas.microsoft.com/office/drawing/2014/main" id="{FF1C576B-4460-4202-9CB6-C30515FEDB25}"/>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9" name="Rectangle 118">
                <a:extLst>
                  <a:ext uri="{FF2B5EF4-FFF2-40B4-BE49-F238E27FC236}">
                    <a16:creationId xmlns:a16="http://schemas.microsoft.com/office/drawing/2014/main" id="{95307415-8ABF-4948-B08A-4913B270041E}"/>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20" name="Rectangle 119">
                <a:extLst>
                  <a:ext uri="{FF2B5EF4-FFF2-40B4-BE49-F238E27FC236}">
                    <a16:creationId xmlns:a16="http://schemas.microsoft.com/office/drawing/2014/main" id="{D604B1DF-8F42-47D7-9F9B-255E437FD157}"/>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21" name="Rectangle 120">
                <a:extLst>
                  <a:ext uri="{FF2B5EF4-FFF2-40B4-BE49-F238E27FC236}">
                    <a16:creationId xmlns:a16="http://schemas.microsoft.com/office/drawing/2014/main" id="{7EDAC5D0-CE5C-4584-BF84-382CD6745259}"/>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22" name="Rectangle 121">
                <a:extLst>
                  <a:ext uri="{FF2B5EF4-FFF2-40B4-BE49-F238E27FC236}">
                    <a16:creationId xmlns:a16="http://schemas.microsoft.com/office/drawing/2014/main" id="{1DF2F715-FA83-45BD-BB8A-99C11F42D298}"/>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23" name="Rectangle 122">
                <a:extLst>
                  <a:ext uri="{FF2B5EF4-FFF2-40B4-BE49-F238E27FC236}">
                    <a16:creationId xmlns:a16="http://schemas.microsoft.com/office/drawing/2014/main" id="{1EC41C73-C9EA-43E9-B1E8-4D78E7AA4D3F}"/>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4" name="Rectangle 123">
                <a:extLst>
                  <a:ext uri="{FF2B5EF4-FFF2-40B4-BE49-F238E27FC236}">
                    <a16:creationId xmlns:a16="http://schemas.microsoft.com/office/drawing/2014/main" id="{766BEA78-66F8-4E26-A3DB-6EEF748CB816}"/>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5" name="Rectangle 124">
                <a:extLst>
                  <a:ext uri="{FF2B5EF4-FFF2-40B4-BE49-F238E27FC236}">
                    <a16:creationId xmlns:a16="http://schemas.microsoft.com/office/drawing/2014/main" id="{03F55266-B604-4066-A833-44416D510FF3}"/>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6" name="Rectangle 125">
                <a:extLst>
                  <a:ext uri="{FF2B5EF4-FFF2-40B4-BE49-F238E27FC236}">
                    <a16:creationId xmlns:a16="http://schemas.microsoft.com/office/drawing/2014/main" id="{619F66D2-AD13-440F-95EF-5298940ABD41}"/>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7" name="Rectangle 126">
                <a:extLst>
                  <a:ext uri="{FF2B5EF4-FFF2-40B4-BE49-F238E27FC236}">
                    <a16:creationId xmlns:a16="http://schemas.microsoft.com/office/drawing/2014/main" id="{C2BB3B2B-80BA-465D-954F-FFC4588DCEFD}"/>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8" name="Graphic 107" descr="Close with solid fill">
              <a:extLst>
                <a:ext uri="{FF2B5EF4-FFF2-40B4-BE49-F238E27FC236}">
                  <a16:creationId xmlns:a16="http://schemas.microsoft.com/office/drawing/2014/main" id="{945CCA2C-55A1-4F90-B60C-F3A725F81AF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09" name="Graphic 108" descr="Close with solid fill">
              <a:extLst>
                <a:ext uri="{FF2B5EF4-FFF2-40B4-BE49-F238E27FC236}">
                  <a16:creationId xmlns:a16="http://schemas.microsoft.com/office/drawing/2014/main" id="{103EC533-1BDD-4E99-9F3E-DBA7434C404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10" name="Graphic 109" descr="Close with solid fill">
              <a:extLst>
                <a:ext uri="{FF2B5EF4-FFF2-40B4-BE49-F238E27FC236}">
                  <a16:creationId xmlns:a16="http://schemas.microsoft.com/office/drawing/2014/main" id="{AB52CDC6-03E5-4328-9190-D10EC910082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11" name="Graphic 110" descr="Close with solid fill">
              <a:extLst>
                <a:ext uri="{FF2B5EF4-FFF2-40B4-BE49-F238E27FC236}">
                  <a16:creationId xmlns:a16="http://schemas.microsoft.com/office/drawing/2014/main" id="{931F106F-0749-410C-B043-FBBC00C2284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12" name="Graphic 111" descr="Close with solid fill">
              <a:extLst>
                <a:ext uri="{FF2B5EF4-FFF2-40B4-BE49-F238E27FC236}">
                  <a16:creationId xmlns:a16="http://schemas.microsoft.com/office/drawing/2014/main" id="{754521E1-6371-4424-9EEC-F97313807D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13" name="Graphic 112" descr="Close with solid fill">
              <a:extLst>
                <a:ext uri="{FF2B5EF4-FFF2-40B4-BE49-F238E27FC236}">
                  <a16:creationId xmlns:a16="http://schemas.microsoft.com/office/drawing/2014/main" id="{AEBC5F63-8AD1-4024-8049-021B7A94C16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14" name="Graphic 113" descr="Close with solid fill">
              <a:extLst>
                <a:ext uri="{FF2B5EF4-FFF2-40B4-BE49-F238E27FC236}">
                  <a16:creationId xmlns:a16="http://schemas.microsoft.com/office/drawing/2014/main" id="{DDFF71F8-0A7E-4360-B345-8F305803D74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15" name="Graphic 114" descr="Close with solid fill">
              <a:extLst>
                <a:ext uri="{FF2B5EF4-FFF2-40B4-BE49-F238E27FC236}">
                  <a16:creationId xmlns:a16="http://schemas.microsoft.com/office/drawing/2014/main" id="{69F713B1-B07E-43A9-BFB6-DD6CB95765B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16" name="Graphic 115" descr="Close with solid fill">
              <a:extLst>
                <a:ext uri="{FF2B5EF4-FFF2-40B4-BE49-F238E27FC236}">
                  <a16:creationId xmlns:a16="http://schemas.microsoft.com/office/drawing/2014/main" id="{15FA4F8B-0F28-4A43-9161-FE02BC91BB3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7" name="Graphic 116" descr="Close with solid fill">
              <a:extLst>
                <a:ext uri="{FF2B5EF4-FFF2-40B4-BE49-F238E27FC236}">
                  <a16:creationId xmlns:a16="http://schemas.microsoft.com/office/drawing/2014/main" id="{2B84D112-EFF8-4345-A547-3E90241339B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62" name="SPG Commodity Insights Black Small">
            <a:extLst>
              <a:ext uri="{FF2B5EF4-FFF2-40B4-BE49-F238E27FC236}">
                <a16:creationId xmlns:a16="http://schemas.microsoft.com/office/drawing/2014/main" id="{60F738A8-3610-4EF1-8FC3-C8C4FF0C796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3400434798"/>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24">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Divider 4 Photo">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6DBEF-BFBC-41BD-92D8-7910BCE31E3B}"/>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divider slide title]</a:t>
            </a:r>
          </a:p>
        </p:txBody>
      </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513E3A80-277B-41DD-9B6B-1EC62EDA409B}"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grpSp>
        <p:nvGrpSpPr>
          <p:cNvPr id="14" name="Group 13">
            <a:extLst>
              <a:ext uri="{FF2B5EF4-FFF2-40B4-BE49-F238E27FC236}">
                <a16:creationId xmlns:a16="http://schemas.microsoft.com/office/drawing/2014/main" id="{73A8C2FD-0AC7-4CF1-98F9-E5B747D3F0C7}"/>
              </a:ext>
            </a:extLst>
          </p:cNvPr>
          <p:cNvGrpSpPr/>
          <p:nvPr/>
        </p:nvGrpSpPr>
        <p:grpSpPr>
          <a:xfrm>
            <a:off x="-97614" y="647701"/>
            <a:ext cx="97614" cy="5046663"/>
            <a:chOff x="-130152" y="647700"/>
            <a:chExt cx="130152" cy="5046663"/>
          </a:xfrm>
        </p:grpSpPr>
        <p:cxnSp>
          <p:nvCxnSpPr>
            <p:cNvPr id="15" name="Straight Connector 14">
              <a:extLst>
                <a:ext uri="{FF2B5EF4-FFF2-40B4-BE49-F238E27FC236}">
                  <a16:creationId xmlns:a16="http://schemas.microsoft.com/office/drawing/2014/main" id="{CE07898C-2C33-4E26-B975-5F4709322046}"/>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730A77C-FB29-46C6-8BC9-94DAE7141982}"/>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1B94225-3854-4DAA-A71F-122795C5887D}"/>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5448CE5-F679-46C4-82EA-A9EEA5D6BC8B}"/>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39C8B0F-173B-4D8A-91B6-349345D9572A}"/>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4606D8-65A5-49D4-8EE7-4E35E43FC9ED}"/>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1" name="Straight Connector 20">
            <a:extLst>
              <a:ext uri="{FF2B5EF4-FFF2-40B4-BE49-F238E27FC236}">
                <a16:creationId xmlns:a16="http://schemas.microsoft.com/office/drawing/2014/main" id="{C6403890-7EAD-46B2-9415-DBEA5C6C578F}"/>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8A645C0-2C0D-426C-B6FE-401AFA07FF38}"/>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58" name="Group 57">
            <a:extLst>
              <a:ext uri="{FF2B5EF4-FFF2-40B4-BE49-F238E27FC236}">
                <a16:creationId xmlns:a16="http://schemas.microsoft.com/office/drawing/2014/main" id="{29F65435-B63B-4C96-9642-D5CB6D5F7047}"/>
              </a:ext>
            </a:extLst>
          </p:cNvPr>
          <p:cNvGrpSpPr/>
          <p:nvPr/>
        </p:nvGrpSpPr>
        <p:grpSpPr>
          <a:xfrm>
            <a:off x="-994" y="6871034"/>
            <a:ext cx="9144000" cy="143299"/>
            <a:chOff x="-1325" y="6871033"/>
            <a:chExt cx="12192000" cy="143299"/>
          </a:xfrm>
        </p:grpSpPr>
        <p:sp>
          <p:nvSpPr>
            <p:cNvPr id="59" name="Rectangle 58">
              <a:extLst>
                <a:ext uri="{FF2B5EF4-FFF2-40B4-BE49-F238E27FC236}">
                  <a16:creationId xmlns:a16="http://schemas.microsoft.com/office/drawing/2014/main" id="{8DCDEDF2-67DF-40BA-8063-99CAAC300EAA}"/>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0" name="Rectangle 59">
              <a:extLst>
                <a:ext uri="{FF2B5EF4-FFF2-40B4-BE49-F238E27FC236}">
                  <a16:creationId xmlns:a16="http://schemas.microsoft.com/office/drawing/2014/main" id="{9CC52482-CBBB-4A92-B777-EAB62CDE3D63}"/>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1" name="Picture Placeholder 6">
            <a:extLst>
              <a:ext uri="{FF2B5EF4-FFF2-40B4-BE49-F238E27FC236}">
                <a16:creationId xmlns:a16="http://schemas.microsoft.com/office/drawing/2014/main" id="{4B6A9924-736C-4E76-A5C2-55BDE6AEB7CB}"/>
              </a:ext>
            </a:extLst>
          </p:cNvPr>
          <p:cNvSpPr>
            <a:spLocks noGrp="1"/>
          </p:cNvSpPr>
          <p:nvPr>
            <p:ph type="pic" sz="quarter" idx="15" hasCustomPrompt="1"/>
          </p:nvPr>
        </p:nvSpPr>
        <p:spPr>
          <a:xfrm>
            <a:off x="4573588" y="647700"/>
            <a:ext cx="4570412" cy="5557838"/>
          </a:xfrm>
          <a:blipFill>
            <a:blip r:embed="rId2"/>
            <a:stretch>
              <a:fillRect/>
            </a:stretch>
          </a:blipFill>
        </p:spPr>
        <p:txBody>
          <a:bodyPr anchor="ctr"/>
          <a:lstStyle>
            <a:lvl1pPr marL="0" indent="0" algn="ctr">
              <a:buNone/>
              <a:defRPr>
                <a:solidFill>
                  <a:schemeClr val="bg1"/>
                </a:solidFill>
              </a:defRPr>
            </a:lvl1pPr>
          </a:lstStyle>
          <a:p>
            <a:r>
              <a:rPr lang="en-US"/>
              <a:t>[Insert photo]</a:t>
            </a:r>
          </a:p>
        </p:txBody>
      </p:sp>
      <p:sp>
        <p:nvSpPr>
          <p:cNvPr id="55" name="Rectangle 54">
            <a:extLst>
              <a:ext uri="{FF2B5EF4-FFF2-40B4-BE49-F238E27FC236}">
                <a16:creationId xmlns:a16="http://schemas.microsoft.com/office/drawing/2014/main" id="{E8F30ACB-1E5E-4CFB-9DC4-18D7EDD8F1FF}"/>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6" name="Group 55">
            <a:extLst>
              <a:ext uri="{FF2B5EF4-FFF2-40B4-BE49-F238E27FC236}">
                <a16:creationId xmlns:a16="http://schemas.microsoft.com/office/drawing/2014/main" id="{D2B4D766-E44E-4DF9-BA46-CA1EC55CA18A}"/>
              </a:ext>
            </a:extLst>
          </p:cNvPr>
          <p:cNvGrpSpPr/>
          <p:nvPr/>
        </p:nvGrpSpPr>
        <p:grpSpPr>
          <a:xfrm>
            <a:off x="9192986" y="1051487"/>
            <a:ext cx="954405" cy="3085386"/>
            <a:chOff x="12257314" y="1051487"/>
            <a:chExt cx="1272540" cy="3085386"/>
          </a:xfrm>
        </p:grpSpPr>
        <p:sp>
          <p:nvSpPr>
            <p:cNvPr id="57" name="Rectangle 56">
              <a:extLst>
                <a:ext uri="{FF2B5EF4-FFF2-40B4-BE49-F238E27FC236}">
                  <a16:creationId xmlns:a16="http://schemas.microsoft.com/office/drawing/2014/main" id="{45271E8F-489C-40F2-A67D-998E2CA8D924}"/>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7" name="TextBox 96">
              <a:extLst>
                <a:ext uri="{FF2B5EF4-FFF2-40B4-BE49-F238E27FC236}">
                  <a16:creationId xmlns:a16="http://schemas.microsoft.com/office/drawing/2014/main" id="{482E437F-F9AD-4030-A46F-A18BEF08D334}"/>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8" name="Freeform: Shape 97">
              <a:extLst>
                <a:ext uri="{FF2B5EF4-FFF2-40B4-BE49-F238E27FC236}">
                  <a16:creationId xmlns:a16="http://schemas.microsoft.com/office/drawing/2014/main" id="{6A69B554-02EC-492A-9DA2-FF29BED05E62}"/>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9" name="TextBox 98">
              <a:extLst>
                <a:ext uri="{FF2B5EF4-FFF2-40B4-BE49-F238E27FC236}">
                  <a16:creationId xmlns:a16="http://schemas.microsoft.com/office/drawing/2014/main" id="{8BB328C9-2E41-41A7-BBC7-B51EE36FF1A3}"/>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00" name="Freeform: Shape 99">
              <a:extLst>
                <a:ext uri="{FF2B5EF4-FFF2-40B4-BE49-F238E27FC236}">
                  <a16:creationId xmlns:a16="http://schemas.microsoft.com/office/drawing/2014/main" id="{F8BCC926-347B-4690-AE57-C54CD1A1B2FE}"/>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1" name="Freeform: Shape 100">
              <a:extLst>
                <a:ext uri="{FF2B5EF4-FFF2-40B4-BE49-F238E27FC236}">
                  <a16:creationId xmlns:a16="http://schemas.microsoft.com/office/drawing/2014/main" id="{FA08FCB6-FC76-44CB-865E-ECF77402AC13}"/>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2" name="TextBox 101">
              <a:extLst>
                <a:ext uri="{FF2B5EF4-FFF2-40B4-BE49-F238E27FC236}">
                  <a16:creationId xmlns:a16="http://schemas.microsoft.com/office/drawing/2014/main" id="{2DBC4BB1-1049-4BEB-AFC7-DA37EE22CB50}"/>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03" name="Picture 102">
              <a:extLst>
                <a:ext uri="{FF2B5EF4-FFF2-40B4-BE49-F238E27FC236}">
                  <a16:creationId xmlns:a16="http://schemas.microsoft.com/office/drawing/2014/main" id="{F5F37C0E-9B67-4B42-9F24-8FF6EF43404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04" name="Rectangle 103">
              <a:extLst>
                <a:ext uri="{FF2B5EF4-FFF2-40B4-BE49-F238E27FC236}">
                  <a16:creationId xmlns:a16="http://schemas.microsoft.com/office/drawing/2014/main" id="{14B7F4B3-1BAC-4838-BB50-1A6141959A4B}"/>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5" name="Rectangle 104">
              <a:extLst>
                <a:ext uri="{FF2B5EF4-FFF2-40B4-BE49-F238E27FC236}">
                  <a16:creationId xmlns:a16="http://schemas.microsoft.com/office/drawing/2014/main" id="{88EE2A1E-93CB-41B8-A653-B04B4F76A061}"/>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6" name="Rectangle 105">
              <a:extLst>
                <a:ext uri="{FF2B5EF4-FFF2-40B4-BE49-F238E27FC236}">
                  <a16:creationId xmlns:a16="http://schemas.microsoft.com/office/drawing/2014/main" id="{EAD41CE1-44CE-4C33-B8DD-003D412DC86B}"/>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7" name="Rectangle 106">
              <a:extLst>
                <a:ext uri="{FF2B5EF4-FFF2-40B4-BE49-F238E27FC236}">
                  <a16:creationId xmlns:a16="http://schemas.microsoft.com/office/drawing/2014/main" id="{3DC48CD0-D251-4206-A6F1-1ACE52B7DF47}"/>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8" name="Group 107">
              <a:extLst>
                <a:ext uri="{FF2B5EF4-FFF2-40B4-BE49-F238E27FC236}">
                  <a16:creationId xmlns:a16="http://schemas.microsoft.com/office/drawing/2014/main" id="{41454FC7-6D19-4C39-BD35-3C5DE91A0D0D}"/>
                </a:ext>
              </a:extLst>
            </p:cNvPr>
            <p:cNvGrpSpPr/>
            <p:nvPr/>
          </p:nvGrpSpPr>
          <p:grpSpPr>
            <a:xfrm>
              <a:off x="12364752" y="2345932"/>
              <a:ext cx="1055431" cy="88186"/>
              <a:chOff x="914335" y="6913770"/>
              <a:chExt cx="1109884" cy="100584"/>
            </a:xfrm>
            <a:noFill/>
          </p:grpSpPr>
          <p:sp>
            <p:nvSpPr>
              <p:cNvPr id="119" name="Rectangle 118">
                <a:extLst>
                  <a:ext uri="{FF2B5EF4-FFF2-40B4-BE49-F238E27FC236}">
                    <a16:creationId xmlns:a16="http://schemas.microsoft.com/office/drawing/2014/main" id="{E1729A3D-B204-4E43-9068-707178D7F683}"/>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20" name="Rectangle 119">
                <a:extLst>
                  <a:ext uri="{FF2B5EF4-FFF2-40B4-BE49-F238E27FC236}">
                    <a16:creationId xmlns:a16="http://schemas.microsoft.com/office/drawing/2014/main" id="{798BD8DA-6230-4B45-900F-E365859DF457}"/>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21" name="Rectangle 120">
                <a:extLst>
                  <a:ext uri="{FF2B5EF4-FFF2-40B4-BE49-F238E27FC236}">
                    <a16:creationId xmlns:a16="http://schemas.microsoft.com/office/drawing/2014/main" id="{44645667-AE1E-47DE-91F8-F37B785E7D9E}"/>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22" name="Rectangle 121">
                <a:extLst>
                  <a:ext uri="{FF2B5EF4-FFF2-40B4-BE49-F238E27FC236}">
                    <a16:creationId xmlns:a16="http://schemas.microsoft.com/office/drawing/2014/main" id="{7C61453D-DE39-4662-AB88-8ED212644165}"/>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23" name="Rectangle 122">
                <a:extLst>
                  <a:ext uri="{FF2B5EF4-FFF2-40B4-BE49-F238E27FC236}">
                    <a16:creationId xmlns:a16="http://schemas.microsoft.com/office/drawing/2014/main" id="{02065AA5-CF6E-4036-9C95-E6ED7FAE1E81}"/>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24" name="Rectangle 123">
                <a:extLst>
                  <a:ext uri="{FF2B5EF4-FFF2-40B4-BE49-F238E27FC236}">
                    <a16:creationId xmlns:a16="http://schemas.microsoft.com/office/drawing/2014/main" id="{732B8303-8773-45CF-AE9E-FAAA01B45705}"/>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5" name="Rectangle 124">
                <a:extLst>
                  <a:ext uri="{FF2B5EF4-FFF2-40B4-BE49-F238E27FC236}">
                    <a16:creationId xmlns:a16="http://schemas.microsoft.com/office/drawing/2014/main" id="{CD0A1452-734E-4B7F-AC8D-79005DAD6EE0}"/>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6" name="Rectangle 125">
                <a:extLst>
                  <a:ext uri="{FF2B5EF4-FFF2-40B4-BE49-F238E27FC236}">
                    <a16:creationId xmlns:a16="http://schemas.microsoft.com/office/drawing/2014/main" id="{3AD00B4D-D135-4852-A39A-E073FE81810C}"/>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7" name="Rectangle 126">
                <a:extLst>
                  <a:ext uri="{FF2B5EF4-FFF2-40B4-BE49-F238E27FC236}">
                    <a16:creationId xmlns:a16="http://schemas.microsoft.com/office/drawing/2014/main" id="{62719995-B306-4AB6-AE05-BB37FE14D32F}"/>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8" name="Rectangle 127">
                <a:extLst>
                  <a:ext uri="{FF2B5EF4-FFF2-40B4-BE49-F238E27FC236}">
                    <a16:creationId xmlns:a16="http://schemas.microsoft.com/office/drawing/2014/main" id="{C87CEDEC-5335-46AE-A8EB-21EA39E2D0DA}"/>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9" name="Graphic 108" descr="Close with solid fill">
              <a:extLst>
                <a:ext uri="{FF2B5EF4-FFF2-40B4-BE49-F238E27FC236}">
                  <a16:creationId xmlns:a16="http://schemas.microsoft.com/office/drawing/2014/main" id="{61E895BC-CB5E-4270-869E-D54F17C5470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10" name="Graphic 109" descr="Close with solid fill">
              <a:extLst>
                <a:ext uri="{FF2B5EF4-FFF2-40B4-BE49-F238E27FC236}">
                  <a16:creationId xmlns:a16="http://schemas.microsoft.com/office/drawing/2014/main" id="{1B94E3D4-553C-499B-9DF5-2197E01C414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11" name="Graphic 110" descr="Close with solid fill">
              <a:extLst>
                <a:ext uri="{FF2B5EF4-FFF2-40B4-BE49-F238E27FC236}">
                  <a16:creationId xmlns:a16="http://schemas.microsoft.com/office/drawing/2014/main" id="{5E19396A-9008-4312-AE83-2BB2A61AAB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12" name="Graphic 111" descr="Close with solid fill">
              <a:extLst>
                <a:ext uri="{FF2B5EF4-FFF2-40B4-BE49-F238E27FC236}">
                  <a16:creationId xmlns:a16="http://schemas.microsoft.com/office/drawing/2014/main" id="{EC1712A2-E51C-4A1A-8E5F-F32C88C3F5D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13" name="Graphic 112" descr="Close with solid fill">
              <a:extLst>
                <a:ext uri="{FF2B5EF4-FFF2-40B4-BE49-F238E27FC236}">
                  <a16:creationId xmlns:a16="http://schemas.microsoft.com/office/drawing/2014/main" id="{EE27F661-5077-44B9-8918-A3E211775E3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14" name="Graphic 113" descr="Close with solid fill">
              <a:extLst>
                <a:ext uri="{FF2B5EF4-FFF2-40B4-BE49-F238E27FC236}">
                  <a16:creationId xmlns:a16="http://schemas.microsoft.com/office/drawing/2014/main" id="{F5BC1E47-D0A8-43BA-AF70-5CF916C2A43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15" name="Graphic 114" descr="Close with solid fill">
              <a:extLst>
                <a:ext uri="{FF2B5EF4-FFF2-40B4-BE49-F238E27FC236}">
                  <a16:creationId xmlns:a16="http://schemas.microsoft.com/office/drawing/2014/main" id="{024DF258-4DA8-409D-AD6B-FFFC3B346A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16" name="Graphic 115" descr="Close with solid fill">
              <a:extLst>
                <a:ext uri="{FF2B5EF4-FFF2-40B4-BE49-F238E27FC236}">
                  <a16:creationId xmlns:a16="http://schemas.microsoft.com/office/drawing/2014/main" id="{9470DFEB-B565-4957-A16E-BA787DA3CFC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17" name="Graphic 116" descr="Close with solid fill">
              <a:extLst>
                <a:ext uri="{FF2B5EF4-FFF2-40B4-BE49-F238E27FC236}">
                  <a16:creationId xmlns:a16="http://schemas.microsoft.com/office/drawing/2014/main" id="{9147AD86-E416-4DF6-A016-D31FEE5D725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18" name="Graphic 117" descr="Close with solid fill">
              <a:extLst>
                <a:ext uri="{FF2B5EF4-FFF2-40B4-BE49-F238E27FC236}">
                  <a16:creationId xmlns:a16="http://schemas.microsoft.com/office/drawing/2014/main" id="{52C87665-A8C3-49E9-A370-67E2C908B0F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pic>
        <p:nvPicPr>
          <p:cNvPr id="63" name="SPG Commodity Insights Black Small">
            <a:extLst>
              <a:ext uri="{FF2B5EF4-FFF2-40B4-BE49-F238E27FC236}">
                <a16:creationId xmlns:a16="http://schemas.microsoft.com/office/drawing/2014/main" id="{CAD4761C-286B-47ED-9FDF-7719D45A5E2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4154839655"/>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24">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p:nvSpPr>
        <p:spPr>
          <a:xfrm>
            <a:off x="1" y="1470456"/>
            <a:ext cx="9143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68580" rtlCol="0" anchor="ctr"/>
          <a:lstStyle/>
          <a:p>
            <a:pPr algn="ctr"/>
            <a:r>
              <a:rPr lang="en-US" sz="10500" b="1">
                <a:solidFill>
                  <a:schemeClr val="tx1"/>
                </a:solidFill>
              </a:rPr>
              <a:t>TITLES</a:t>
            </a:r>
          </a:p>
        </p:txBody>
      </p:sp>
      <p:cxnSp>
        <p:nvCxnSpPr>
          <p:cNvPr id="3" name="Straight Connector 2">
            <a:extLst>
              <a:ext uri="{FF2B5EF4-FFF2-40B4-BE49-F238E27FC236}">
                <a16:creationId xmlns:a16="http://schemas.microsoft.com/office/drawing/2014/main" id="{022CCD58-E913-4222-A444-63939C854ADE}"/>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213E7D0-2424-4345-B281-CB9243DFDB61}"/>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0E300AB-77EF-4C90-812E-630DDCE08B5A}"/>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7" name="TextBox 6">
            <a:extLst>
              <a:ext uri="{FF2B5EF4-FFF2-40B4-BE49-F238E27FC236}">
                <a16:creationId xmlns:a16="http://schemas.microsoft.com/office/drawing/2014/main" id="{E24A0290-A315-497D-9B33-74C0E6247B16}"/>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44" name="Group 43">
            <a:extLst>
              <a:ext uri="{FF2B5EF4-FFF2-40B4-BE49-F238E27FC236}">
                <a16:creationId xmlns:a16="http://schemas.microsoft.com/office/drawing/2014/main" id="{F3B388A3-A225-4A74-8E1D-E94F037A1B83}"/>
              </a:ext>
            </a:extLst>
          </p:cNvPr>
          <p:cNvGrpSpPr/>
          <p:nvPr/>
        </p:nvGrpSpPr>
        <p:grpSpPr>
          <a:xfrm>
            <a:off x="-994" y="6871034"/>
            <a:ext cx="9144000" cy="143299"/>
            <a:chOff x="-1325" y="6871033"/>
            <a:chExt cx="12192000" cy="143299"/>
          </a:xfrm>
        </p:grpSpPr>
        <p:sp>
          <p:nvSpPr>
            <p:cNvPr id="45" name="Rectangle 44">
              <a:extLst>
                <a:ext uri="{FF2B5EF4-FFF2-40B4-BE49-F238E27FC236}">
                  <a16:creationId xmlns:a16="http://schemas.microsoft.com/office/drawing/2014/main" id="{969CFC21-52FC-470B-9A9C-D31718BFF401}"/>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46" name="Rectangle 45">
              <a:extLst>
                <a:ext uri="{FF2B5EF4-FFF2-40B4-BE49-F238E27FC236}">
                  <a16:creationId xmlns:a16="http://schemas.microsoft.com/office/drawing/2014/main" id="{5DC9E8DB-99B7-466F-9024-BCB317955DD1}"/>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47" name="Rectangle 46">
            <a:extLst>
              <a:ext uri="{FF2B5EF4-FFF2-40B4-BE49-F238E27FC236}">
                <a16:creationId xmlns:a16="http://schemas.microsoft.com/office/drawing/2014/main" id="{A9491120-B700-4F1A-9AF2-4C88E6F7F35A}"/>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56" name="Rectangle 55">
            <a:extLst>
              <a:ext uri="{FF2B5EF4-FFF2-40B4-BE49-F238E27FC236}">
                <a16:creationId xmlns:a16="http://schemas.microsoft.com/office/drawing/2014/main" id="{2E700D65-AB2C-414C-AA5F-5FCE269088B2}"/>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7" name="Group 56">
            <a:extLst>
              <a:ext uri="{FF2B5EF4-FFF2-40B4-BE49-F238E27FC236}">
                <a16:creationId xmlns:a16="http://schemas.microsoft.com/office/drawing/2014/main" id="{D8F8BA5A-0ABA-4A18-B54A-FAD24265311A}"/>
              </a:ext>
            </a:extLst>
          </p:cNvPr>
          <p:cNvGrpSpPr/>
          <p:nvPr/>
        </p:nvGrpSpPr>
        <p:grpSpPr>
          <a:xfrm>
            <a:off x="9192986" y="1051487"/>
            <a:ext cx="954405" cy="3085386"/>
            <a:chOff x="12257314" y="1051487"/>
            <a:chExt cx="1272540" cy="3085386"/>
          </a:xfrm>
        </p:grpSpPr>
        <p:sp>
          <p:nvSpPr>
            <p:cNvPr id="58" name="Rectangle 57">
              <a:extLst>
                <a:ext uri="{FF2B5EF4-FFF2-40B4-BE49-F238E27FC236}">
                  <a16:creationId xmlns:a16="http://schemas.microsoft.com/office/drawing/2014/main" id="{91EBA518-533A-400E-B849-B9D23022CC7F}"/>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59" name="TextBox 58">
              <a:extLst>
                <a:ext uri="{FF2B5EF4-FFF2-40B4-BE49-F238E27FC236}">
                  <a16:creationId xmlns:a16="http://schemas.microsoft.com/office/drawing/2014/main" id="{29E6CABB-0C73-43D0-9AD2-26AB78C62127}"/>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60" name="Freeform: Shape 59">
              <a:extLst>
                <a:ext uri="{FF2B5EF4-FFF2-40B4-BE49-F238E27FC236}">
                  <a16:creationId xmlns:a16="http://schemas.microsoft.com/office/drawing/2014/main" id="{51489F82-188A-425B-B896-AFAAC8C22A1D}"/>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1" name="TextBox 60">
              <a:extLst>
                <a:ext uri="{FF2B5EF4-FFF2-40B4-BE49-F238E27FC236}">
                  <a16:creationId xmlns:a16="http://schemas.microsoft.com/office/drawing/2014/main" id="{7A2F8161-7463-4264-9ABD-6A83ED08870E}"/>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62" name="Freeform: Shape 61">
              <a:extLst>
                <a:ext uri="{FF2B5EF4-FFF2-40B4-BE49-F238E27FC236}">
                  <a16:creationId xmlns:a16="http://schemas.microsoft.com/office/drawing/2014/main" id="{0B2DA704-DCF3-43AA-B57E-991967C0B123}"/>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3" name="Freeform: Shape 62">
              <a:extLst>
                <a:ext uri="{FF2B5EF4-FFF2-40B4-BE49-F238E27FC236}">
                  <a16:creationId xmlns:a16="http://schemas.microsoft.com/office/drawing/2014/main" id="{66AC24C3-6344-400B-A735-83B1C60D57DE}"/>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4" name="TextBox 63">
              <a:extLst>
                <a:ext uri="{FF2B5EF4-FFF2-40B4-BE49-F238E27FC236}">
                  <a16:creationId xmlns:a16="http://schemas.microsoft.com/office/drawing/2014/main" id="{5BBB03F8-B15E-461D-9E39-01E83FE1AAFA}"/>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65" name="Picture 64">
              <a:extLst>
                <a:ext uri="{FF2B5EF4-FFF2-40B4-BE49-F238E27FC236}">
                  <a16:creationId xmlns:a16="http://schemas.microsoft.com/office/drawing/2014/main" id="{61FE011A-D899-4922-95FA-F44D6AEAB90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66" name="Rectangle 65">
              <a:extLst>
                <a:ext uri="{FF2B5EF4-FFF2-40B4-BE49-F238E27FC236}">
                  <a16:creationId xmlns:a16="http://schemas.microsoft.com/office/drawing/2014/main" id="{B85532A6-F432-4390-B2EB-0FA8D04F8D8D}"/>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67" name="Rectangle 66">
              <a:extLst>
                <a:ext uri="{FF2B5EF4-FFF2-40B4-BE49-F238E27FC236}">
                  <a16:creationId xmlns:a16="http://schemas.microsoft.com/office/drawing/2014/main" id="{33D7CBBF-AFFE-411B-925D-CAF1D572E936}"/>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68" name="Rectangle 67">
              <a:extLst>
                <a:ext uri="{FF2B5EF4-FFF2-40B4-BE49-F238E27FC236}">
                  <a16:creationId xmlns:a16="http://schemas.microsoft.com/office/drawing/2014/main" id="{B7ADD296-A7E2-4A1B-B5DC-16D1BFAC9B70}"/>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69" name="Rectangle 68">
              <a:extLst>
                <a:ext uri="{FF2B5EF4-FFF2-40B4-BE49-F238E27FC236}">
                  <a16:creationId xmlns:a16="http://schemas.microsoft.com/office/drawing/2014/main" id="{05B98BEE-B769-49E3-9745-4C88CCA131E6}"/>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70" name="Group 69">
              <a:extLst>
                <a:ext uri="{FF2B5EF4-FFF2-40B4-BE49-F238E27FC236}">
                  <a16:creationId xmlns:a16="http://schemas.microsoft.com/office/drawing/2014/main" id="{E9613116-74CF-438D-840E-1067A38170B7}"/>
                </a:ext>
              </a:extLst>
            </p:cNvPr>
            <p:cNvGrpSpPr/>
            <p:nvPr/>
          </p:nvGrpSpPr>
          <p:grpSpPr>
            <a:xfrm>
              <a:off x="12364752" y="2345932"/>
              <a:ext cx="1055431" cy="88186"/>
              <a:chOff x="914335" y="6913770"/>
              <a:chExt cx="1109884" cy="100584"/>
            </a:xfrm>
            <a:noFill/>
          </p:grpSpPr>
          <p:sp>
            <p:nvSpPr>
              <p:cNvPr id="81" name="Rectangle 80">
                <a:extLst>
                  <a:ext uri="{FF2B5EF4-FFF2-40B4-BE49-F238E27FC236}">
                    <a16:creationId xmlns:a16="http://schemas.microsoft.com/office/drawing/2014/main" id="{13A9E7CF-1375-455F-AEF5-84218092A288}"/>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82" name="Rectangle 81">
                <a:extLst>
                  <a:ext uri="{FF2B5EF4-FFF2-40B4-BE49-F238E27FC236}">
                    <a16:creationId xmlns:a16="http://schemas.microsoft.com/office/drawing/2014/main" id="{71806FBA-06CD-4973-900D-9FB499FA0269}"/>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83" name="Rectangle 82">
                <a:extLst>
                  <a:ext uri="{FF2B5EF4-FFF2-40B4-BE49-F238E27FC236}">
                    <a16:creationId xmlns:a16="http://schemas.microsoft.com/office/drawing/2014/main" id="{D3B72C86-2C17-4216-9A40-9D760EED7141}"/>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84" name="Rectangle 83">
                <a:extLst>
                  <a:ext uri="{FF2B5EF4-FFF2-40B4-BE49-F238E27FC236}">
                    <a16:creationId xmlns:a16="http://schemas.microsoft.com/office/drawing/2014/main" id="{00BFC6EE-B0F8-44B4-98A4-C3E5AE24EC5C}"/>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85" name="Rectangle 84">
                <a:extLst>
                  <a:ext uri="{FF2B5EF4-FFF2-40B4-BE49-F238E27FC236}">
                    <a16:creationId xmlns:a16="http://schemas.microsoft.com/office/drawing/2014/main" id="{95AB9B84-E04A-4C6D-888C-79F780F7A5DD}"/>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86" name="Rectangle 85">
                <a:extLst>
                  <a:ext uri="{FF2B5EF4-FFF2-40B4-BE49-F238E27FC236}">
                    <a16:creationId xmlns:a16="http://schemas.microsoft.com/office/drawing/2014/main" id="{DAFC5FDA-7F74-4138-9FE3-09DC32B15334}"/>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87" name="Rectangle 86">
                <a:extLst>
                  <a:ext uri="{FF2B5EF4-FFF2-40B4-BE49-F238E27FC236}">
                    <a16:creationId xmlns:a16="http://schemas.microsoft.com/office/drawing/2014/main" id="{09CE081C-E999-438C-9774-B70652A2E9EE}"/>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88" name="Rectangle 87">
                <a:extLst>
                  <a:ext uri="{FF2B5EF4-FFF2-40B4-BE49-F238E27FC236}">
                    <a16:creationId xmlns:a16="http://schemas.microsoft.com/office/drawing/2014/main" id="{BDBE862E-F5D1-474E-B686-AA4C04F3412F}"/>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89" name="Rectangle 88">
                <a:extLst>
                  <a:ext uri="{FF2B5EF4-FFF2-40B4-BE49-F238E27FC236}">
                    <a16:creationId xmlns:a16="http://schemas.microsoft.com/office/drawing/2014/main" id="{C2EA266E-FD12-4BEE-9446-46140D207DC4}"/>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90" name="Rectangle 89">
                <a:extLst>
                  <a:ext uri="{FF2B5EF4-FFF2-40B4-BE49-F238E27FC236}">
                    <a16:creationId xmlns:a16="http://schemas.microsoft.com/office/drawing/2014/main" id="{9B1DD96E-6264-4367-BA58-AA643B072739}"/>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71" name="Graphic 70" descr="Close with solid fill">
              <a:extLst>
                <a:ext uri="{FF2B5EF4-FFF2-40B4-BE49-F238E27FC236}">
                  <a16:creationId xmlns:a16="http://schemas.microsoft.com/office/drawing/2014/main" id="{951DD323-9321-429F-A856-F3DC807ADC4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72" name="Graphic 71" descr="Close with solid fill">
              <a:extLst>
                <a:ext uri="{FF2B5EF4-FFF2-40B4-BE49-F238E27FC236}">
                  <a16:creationId xmlns:a16="http://schemas.microsoft.com/office/drawing/2014/main" id="{47B125F9-6B4E-4360-AD71-F59EBC47A4C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73" name="Graphic 72" descr="Close with solid fill">
              <a:extLst>
                <a:ext uri="{FF2B5EF4-FFF2-40B4-BE49-F238E27FC236}">
                  <a16:creationId xmlns:a16="http://schemas.microsoft.com/office/drawing/2014/main" id="{FDFEA8AC-D736-44DA-A697-BAFC7F6C2E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74" name="Graphic 73" descr="Close with solid fill">
              <a:extLst>
                <a:ext uri="{FF2B5EF4-FFF2-40B4-BE49-F238E27FC236}">
                  <a16:creationId xmlns:a16="http://schemas.microsoft.com/office/drawing/2014/main" id="{CF370586-6E00-45AF-89CA-CBE94D1E06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75" name="Graphic 74" descr="Close with solid fill">
              <a:extLst>
                <a:ext uri="{FF2B5EF4-FFF2-40B4-BE49-F238E27FC236}">
                  <a16:creationId xmlns:a16="http://schemas.microsoft.com/office/drawing/2014/main" id="{9BEDABCC-D746-4379-B29B-AC322759C9D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76" name="Graphic 75" descr="Close with solid fill">
              <a:extLst>
                <a:ext uri="{FF2B5EF4-FFF2-40B4-BE49-F238E27FC236}">
                  <a16:creationId xmlns:a16="http://schemas.microsoft.com/office/drawing/2014/main" id="{4893EDB0-59CE-4468-8F52-E010D12251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77" name="Graphic 76" descr="Close with solid fill">
              <a:extLst>
                <a:ext uri="{FF2B5EF4-FFF2-40B4-BE49-F238E27FC236}">
                  <a16:creationId xmlns:a16="http://schemas.microsoft.com/office/drawing/2014/main" id="{2202027E-71FC-48D0-8412-8BB6C25716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78" name="Graphic 77" descr="Close with solid fill">
              <a:extLst>
                <a:ext uri="{FF2B5EF4-FFF2-40B4-BE49-F238E27FC236}">
                  <a16:creationId xmlns:a16="http://schemas.microsoft.com/office/drawing/2014/main" id="{2FC27ED8-9CD5-41A5-B5ED-AD936C1B214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79" name="Graphic 78" descr="Close with solid fill">
              <a:extLst>
                <a:ext uri="{FF2B5EF4-FFF2-40B4-BE49-F238E27FC236}">
                  <a16:creationId xmlns:a16="http://schemas.microsoft.com/office/drawing/2014/main" id="{A5D06075-8D57-4D2B-B764-30B6ABC66F5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80" name="Graphic 79" descr="Close with solid fill">
              <a:extLst>
                <a:ext uri="{FF2B5EF4-FFF2-40B4-BE49-F238E27FC236}">
                  <a16:creationId xmlns:a16="http://schemas.microsoft.com/office/drawing/2014/main" id="{A8DDD2F4-42B9-4C4F-8C2F-A36CB27753D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191449203"/>
      </p:ext>
    </p:extLst>
  </p:cSld>
  <p:clrMapOvr>
    <a:masterClrMapping/>
  </p:clrMapOvr>
  <p:hf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able of Contents">
    <p:bg>
      <p:bgRef idx="1001">
        <a:schemeClr val="bg1"/>
      </p:bgRef>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5C800B4E-860B-417F-BB29-99B57E549B50}"/>
              </a:ext>
            </a:extLst>
          </p:cNvPr>
          <p:cNvSpPr>
            <a:spLocks noGrp="1"/>
          </p:cNvSpPr>
          <p:nvPr>
            <p:ph type="body" sz="quarter" idx="14" hasCustomPrompt="1"/>
          </p:nvPr>
        </p:nvSpPr>
        <p:spPr>
          <a:xfrm>
            <a:off x="4955382" y="1955800"/>
            <a:ext cx="3769519" cy="4249738"/>
          </a:xfrm>
        </p:spPr>
        <p:txBody>
          <a:bodyPr/>
          <a:lstStyle>
            <a:lvl1pPr marL="0" indent="0">
              <a:buFont typeface="Arial" panose="020B0604020202020204" pitchFamily="34" charset="0"/>
              <a:buChar char="​"/>
              <a:defRPr/>
            </a:lvl1pPr>
            <a:lvl2pPr marL="171450" indent="-171450">
              <a:defRPr/>
            </a:lvl2pPr>
          </a:lstStyle>
          <a:p>
            <a:pPr lvl="0"/>
            <a:r>
              <a:rPr lang="en-US"/>
              <a:t>[Click to add content items]</a:t>
            </a:r>
          </a:p>
          <a:p>
            <a:pPr lvl="1"/>
            <a:r>
              <a:rPr lang="en-US"/>
              <a:t>Second level</a:t>
            </a:r>
          </a:p>
        </p:txBody>
      </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B9051D01-D692-4173-9D9A-014169CC6598}"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Table of Contents title text here]</a:t>
            </a:r>
          </a:p>
        </p:txBody>
      </p:sp>
    </p:spTree>
    <p:extLst>
      <p:ext uri="{BB962C8B-B14F-4D97-AF65-F5344CB8AC3E}">
        <p14:creationId xmlns:p14="http://schemas.microsoft.com/office/powerpoint/2010/main" val="523508211"/>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Title Image Top">
    <p:spTree>
      <p:nvGrpSpPr>
        <p:cNvPr id="1" name=""/>
        <p:cNvGrpSpPr/>
        <p:nvPr/>
      </p:nvGrpSpPr>
      <p:grpSpPr>
        <a:xfrm>
          <a:off x="0" y="0"/>
          <a:ext cx="0" cy="0"/>
          <a:chOff x="0" y="0"/>
          <a:chExt cx="0" cy="0"/>
        </a:xfrm>
      </p:grpSpPr>
      <p:grpSp>
        <p:nvGrpSpPr>
          <p:cNvPr id="74" name="Group 73">
            <a:extLst>
              <a:ext uri="{FF2B5EF4-FFF2-40B4-BE49-F238E27FC236}">
                <a16:creationId xmlns:a16="http://schemas.microsoft.com/office/drawing/2014/main" id="{BBBE1557-BB22-495E-A5C7-D2F25E1F6819}"/>
              </a:ext>
            </a:extLst>
          </p:cNvPr>
          <p:cNvGrpSpPr/>
          <p:nvPr/>
        </p:nvGrpSpPr>
        <p:grpSpPr>
          <a:xfrm>
            <a:off x="9144747" y="647701"/>
            <a:ext cx="104748" cy="5046663"/>
            <a:chOff x="12192996" y="647700"/>
            <a:chExt cx="139664" cy="5046663"/>
          </a:xfrm>
        </p:grpSpPr>
        <p:cxnSp>
          <p:nvCxnSpPr>
            <p:cNvPr id="75" name="Straight Connector 74">
              <a:extLst>
                <a:ext uri="{FF2B5EF4-FFF2-40B4-BE49-F238E27FC236}">
                  <a16:creationId xmlns:a16="http://schemas.microsoft.com/office/drawing/2014/main" id="{C6F1309B-0845-4EB2-A3CA-C07F324EFAA6}"/>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6" name="Group 75">
              <a:extLst>
                <a:ext uri="{FF2B5EF4-FFF2-40B4-BE49-F238E27FC236}">
                  <a16:creationId xmlns:a16="http://schemas.microsoft.com/office/drawing/2014/main" id="{4031439D-13AF-4415-A3CA-F328745318A0}"/>
                </a:ext>
              </a:extLst>
            </p:cNvPr>
            <p:cNvGrpSpPr/>
            <p:nvPr/>
          </p:nvGrpSpPr>
          <p:grpSpPr>
            <a:xfrm>
              <a:off x="12202508" y="647700"/>
              <a:ext cx="130152" cy="5046663"/>
              <a:chOff x="12202508" y="647700"/>
              <a:chExt cx="130152" cy="5046663"/>
            </a:xfrm>
          </p:grpSpPr>
          <p:cxnSp>
            <p:nvCxnSpPr>
              <p:cNvPr id="77" name="Straight Connector 76">
                <a:extLst>
                  <a:ext uri="{FF2B5EF4-FFF2-40B4-BE49-F238E27FC236}">
                    <a16:creationId xmlns:a16="http://schemas.microsoft.com/office/drawing/2014/main" id="{785F783B-8563-4B40-8E71-E66B9701C0EB}"/>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160E239-D8BE-43CF-ACD4-E35D16194422}"/>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4BBAE14-FB62-4D6A-B79C-AFB8121868C0}"/>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59BB5C7-E865-464E-99BF-7DA91B3F13BB}"/>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4ED9518A-784E-4E5C-AF5F-CF9C0F050DC8}"/>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2" name="Group 81">
            <a:extLst>
              <a:ext uri="{FF2B5EF4-FFF2-40B4-BE49-F238E27FC236}">
                <a16:creationId xmlns:a16="http://schemas.microsoft.com/office/drawing/2014/main" id="{2D06CB30-646E-4F84-9926-BF27349370AB}"/>
              </a:ext>
            </a:extLst>
          </p:cNvPr>
          <p:cNvGrpSpPr/>
          <p:nvPr/>
        </p:nvGrpSpPr>
        <p:grpSpPr>
          <a:xfrm>
            <a:off x="-97614" y="647701"/>
            <a:ext cx="97614" cy="5046663"/>
            <a:chOff x="-130152" y="647700"/>
            <a:chExt cx="130152" cy="5046663"/>
          </a:xfrm>
        </p:grpSpPr>
        <p:cxnSp>
          <p:nvCxnSpPr>
            <p:cNvPr id="83" name="Straight Connector 82">
              <a:extLst>
                <a:ext uri="{FF2B5EF4-FFF2-40B4-BE49-F238E27FC236}">
                  <a16:creationId xmlns:a16="http://schemas.microsoft.com/office/drawing/2014/main" id="{7FBBDBCC-707F-4D78-9298-8E40AB2F8B15}"/>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BD9AB454-D37B-4481-8B49-942B6DBFF517}"/>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B9F46618-918C-429E-807F-83C53CFE919E}"/>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B89CD463-234E-48C6-AC26-710872AB6DBA}"/>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CA60D699-170D-41A0-856D-C14CCA21581D}"/>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B85A9B8A-9140-4969-A330-88AA14280A79}"/>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424787" y="3694176"/>
            <a:ext cx="5335524" cy="1399572"/>
          </a:xfrm>
          <a:prstGeom prst="rect">
            <a:avLst/>
          </a:prstGeom>
        </p:spPr>
        <p:txBody>
          <a:bodyPr anchor="b">
            <a:normAutofit/>
          </a:bodyPr>
          <a:lstStyle>
            <a:lvl1pPr>
              <a:defRPr sz="3300" b="0"/>
            </a:lvl1pPr>
          </a:lstStyle>
          <a:p>
            <a:r>
              <a:rPr lang="en-US"/>
              <a:t>[Presentation title max two lines]</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419100" y="5219273"/>
            <a:ext cx="5335525" cy="475091"/>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[Presentation subtitle]</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6447504" y="3694176"/>
            <a:ext cx="2276856" cy="1882760"/>
          </a:xfrm>
        </p:spPr>
        <p:txBody>
          <a:bodyPr anchor="b">
            <a:noAutofit/>
          </a:bodyPr>
          <a:lstStyle>
            <a:lvl1pPr marL="0" indent="0">
              <a:buNone/>
              <a:defRPr sz="1200"/>
            </a:lvl1pPr>
            <a:lvl2pPr marL="0" indent="0">
              <a:buNone/>
              <a:defRPr sz="900"/>
            </a:lvl2pPr>
            <a:lvl3pPr marL="0" indent="0">
              <a:buNone/>
              <a:defRPr sz="900"/>
            </a:lvl3pPr>
            <a:lvl4pPr marL="0" indent="0">
              <a:buNone/>
              <a:defRPr sz="900"/>
            </a:lvl4pPr>
            <a:lvl5pPr marL="0" indent="0">
              <a:buNone/>
              <a:defRPr sz="9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6447504" y="5711951"/>
            <a:ext cx="2276856" cy="214805"/>
          </a:xfrm>
        </p:spPr>
        <p:txBody>
          <a:bodyPr>
            <a:noAutofit/>
          </a:bodyPr>
          <a:lstStyle>
            <a:lvl1pPr marL="0" indent="0" algn="l">
              <a:buNone/>
              <a:defRPr sz="900"/>
            </a:lvl1pPr>
            <a:lvl2pPr marL="0" indent="0">
              <a:buNone/>
              <a:defRPr/>
            </a:lvl2pPr>
            <a:lvl3pPr marL="0" indent="0">
              <a:buNone/>
              <a:defRPr/>
            </a:lvl3pPr>
            <a:lvl4pPr marL="0" indent="0">
              <a:buNone/>
              <a:defRPr/>
            </a:lvl4pPr>
            <a:lvl5pPr marL="0" indent="0">
              <a:buNone/>
              <a:defRPr/>
            </a:lvl5pPr>
          </a:lstStyle>
          <a:p>
            <a:pPr lvl="0"/>
            <a:r>
              <a:rPr lang="en-US"/>
              <a:t>[Insert date]</a:t>
            </a:r>
          </a:p>
        </p:txBody>
      </p:sp>
      <p:sp>
        <p:nvSpPr>
          <p:cNvPr id="19" name="Picture Placeholder 6">
            <a:extLst>
              <a:ext uri="{FF2B5EF4-FFF2-40B4-BE49-F238E27FC236}">
                <a16:creationId xmlns:a16="http://schemas.microsoft.com/office/drawing/2014/main" id="{49C3F766-EA21-430B-B510-A5ED94165EB6}"/>
              </a:ext>
            </a:extLst>
          </p:cNvPr>
          <p:cNvSpPr>
            <a:spLocks noGrp="1"/>
          </p:cNvSpPr>
          <p:nvPr>
            <p:ph type="pic" sz="quarter" idx="13" hasCustomPrompt="1"/>
          </p:nvPr>
        </p:nvSpPr>
        <p:spPr>
          <a:xfrm>
            <a:off x="-1" y="1"/>
            <a:ext cx="9143999" cy="3163824"/>
          </a:xfrm>
          <a:blipFill>
            <a:blip r:embed="rId2"/>
            <a:stretch>
              <a:fillRect l="-296" t="-145918" r="-226" b="-814"/>
            </a:stretch>
          </a:blipFill>
        </p:spPr>
        <p:txBody>
          <a:bodyPr lIns="182880" tIns="182880" rIns="182880" bIns="274320" anchor="ctr"/>
          <a:lstStyle>
            <a:lvl1pPr marL="0" indent="0" algn="ctr">
              <a:buNone/>
              <a:defRPr>
                <a:solidFill>
                  <a:schemeClr val="bg1"/>
                </a:solidFill>
              </a:defRPr>
            </a:lvl1pPr>
          </a:lstStyle>
          <a:p>
            <a:r>
              <a:rPr lang="en-US"/>
              <a:t>[Insert photo]</a:t>
            </a:r>
          </a:p>
        </p:txBody>
      </p:sp>
      <p:cxnSp>
        <p:nvCxnSpPr>
          <p:cNvPr id="13" name="Straight Connector 12">
            <a:extLst>
              <a:ext uri="{FF2B5EF4-FFF2-40B4-BE49-F238E27FC236}">
                <a16:creationId xmlns:a16="http://schemas.microsoft.com/office/drawing/2014/main" id="{08948813-BD31-401D-947E-A68473B16E47}"/>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5BD2BDA-4FB2-4A64-86F9-1C049DA7BFB7}"/>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0C37F7A-AFEB-48BE-9360-1DC8818B1B57}"/>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0" name="TextBox 19">
            <a:extLst>
              <a:ext uri="{FF2B5EF4-FFF2-40B4-BE49-F238E27FC236}">
                <a16:creationId xmlns:a16="http://schemas.microsoft.com/office/drawing/2014/main" id="{FA4F43D1-4FC5-4E72-95A2-C839C4CA70AB}"/>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75BB7E29-E753-4218-8C9C-1AFC75516E91}"/>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29835C22-9DD0-496B-ADA2-3CFD10CA69B7}"/>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9EA9AED8-584D-46FB-A854-F952181D7615}"/>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5C1F9D4B-D63F-4564-BD0E-084CE5AAC88B}"/>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9" name="Rectangle 88">
            <a:extLst>
              <a:ext uri="{FF2B5EF4-FFF2-40B4-BE49-F238E27FC236}">
                <a16:creationId xmlns:a16="http://schemas.microsoft.com/office/drawing/2014/main" id="{610388E5-E199-4F30-A96A-E840D73E7CC1}"/>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90" name="Group 89">
            <a:extLst>
              <a:ext uri="{FF2B5EF4-FFF2-40B4-BE49-F238E27FC236}">
                <a16:creationId xmlns:a16="http://schemas.microsoft.com/office/drawing/2014/main" id="{EB267F69-C734-464D-852C-7896A463057E}"/>
              </a:ext>
            </a:extLst>
          </p:cNvPr>
          <p:cNvGrpSpPr/>
          <p:nvPr/>
        </p:nvGrpSpPr>
        <p:grpSpPr>
          <a:xfrm>
            <a:off x="9192986" y="1051487"/>
            <a:ext cx="954405" cy="3085386"/>
            <a:chOff x="12257314" y="1051487"/>
            <a:chExt cx="1272540" cy="3085386"/>
          </a:xfrm>
        </p:grpSpPr>
        <p:sp>
          <p:nvSpPr>
            <p:cNvPr id="91" name="Rectangle 90">
              <a:extLst>
                <a:ext uri="{FF2B5EF4-FFF2-40B4-BE49-F238E27FC236}">
                  <a16:creationId xmlns:a16="http://schemas.microsoft.com/office/drawing/2014/main" id="{DB80902A-0337-49B6-A970-46A0527D0E0D}"/>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2" name="TextBox 91">
              <a:extLst>
                <a:ext uri="{FF2B5EF4-FFF2-40B4-BE49-F238E27FC236}">
                  <a16:creationId xmlns:a16="http://schemas.microsoft.com/office/drawing/2014/main" id="{C2386192-4742-4F77-90BF-50C5B70854A7}"/>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3" name="Freeform: Shape 92">
              <a:extLst>
                <a:ext uri="{FF2B5EF4-FFF2-40B4-BE49-F238E27FC236}">
                  <a16:creationId xmlns:a16="http://schemas.microsoft.com/office/drawing/2014/main" id="{3D433B76-F654-45B0-9586-8C245C164DA6}"/>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TextBox 93">
              <a:extLst>
                <a:ext uri="{FF2B5EF4-FFF2-40B4-BE49-F238E27FC236}">
                  <a16:creationId xmlns:a16="http://schemas.microsoft.com/office/drawing/2014/main" id="{DA255500-2749-40DA-A2FF-70864371AF70}"/>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5" name="Freeform: Shape 94">
              <a:extLst>
                <a:ext uri="{FF2B5EF4-FFF2-40B4-BE49-F238E27FC236}">
                  <a16:creationId xmlns:a16="http://schemas.microsoft.com/office/drawing/2014/main" id="{B0C2181A-ED35-404D-8026-684608EF6B80}"/>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Freeform: Shape 95">
              <a:extLst>
                <a:ext uri="{FF2B5EF4-FFF2-40B4-BE49-F238E27FC236}">
                  <a16:creationId xmlns:a16="http://schemas.microsoft.com/office/drawing/2014/main" id="{27296448-139C-4F01-A14D-15722F35163F}"/>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7" name="TextBox 96">
              <a:extLst>
                <a:ext uri="{FF2B5EF4-FFF2-40B4-BE49-F238E27FC236}">
                  <a16:creationId xmlns:a16="http://schemas.microsoft.com/office/drawing/2014/main" id="{E33143CA-9D13-4F4A-8C01-B78AA54A7922}"/>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8" name="Picture 97">
              <a:extLst>
                <a:ext uri="{FF2B5EF4-FFF2-40B4-BE49-F238E27FC236}">
                  <a16:creationId xmlns:a16="http://schemas.microsoft.com/office/drawing/2014/main" id="{8CF64805-0404-409D-B105-04BE37A04DC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9" name="Rectangle 98">
              <a:extLst>
                <a:ext uri="{FF2B5EF4-FFF2-40B4-BE49-F238E27FC236}">
                  <a16:creationId xmlns:a16="http://schemas.microsoft.com/office/drawing/2014/main" id="{125386A3-CCBD-4F99-9D32-7B68DD6EBB6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0" name="Rectangle 99">
              <a:extLst>
                <a:ext uri="{FF2B5EF4-FFF2-40B4-BE49-F238E27FC236}">
                  <a16:creationId xmlns:a16="http://schemas.microsoft.com/office/drawing/2014/main" id="{DE811315-C6BC-4C0F-B02D-E63B055629A2}"/>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1" name="Rectangle 100">
              <a:extLst>
                <a:ext uri="{FF2B5EF4-FFF2-40B4-BE49-F238E27FC236}">
                  <a16:creationId xmlns:a16="http://schemas.microsoft.com/office/drawing/2014/main" id="{024B546B-84DC-49B0-8EAD-3D4DB0F07888}"/>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2" name="Rectangle 101">
              <a:extLst>
                <a:ext uri="{FF2B5EF4-FFF2-40B4-BE49-F238E27FC236}">
                  <a16:creationId xmlns:a16="http://schemas.microsoft.com/office/drawing/2014/main" id="{AB24C22C-6872-4AE2-9022-3D80006962F8}"/>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3" name="Group 102">
              <a:extLst>
                <a:ext uri="{FF2B5EF4-FFF2-40B4-BE49-F238E27FC236}">
                  <a16:creationId xmlns:a16="http://schemas.microsoft.com/office/drawing/2014/main" id="{91F4FC11-B475-40C9-A974-5E3408B02122}"/>
                </a:ext>
              </a:extLst>
            </p:cNvPr>
            <p:cNvGrpSpPr/>
            <p:nvPr/>
          </p:nvGrpSpPr>
          <p:grpSpPr>
            <a:xfrm>
              <a:off x="12364752" y="2345932"/>
              <a:ext cx="1055431" cy="88186"/>
              <a:chOff x="914335" y="6913770"/>
              <a:chExt cx="1109884" cy="100584"/>
            </a:xfrm>
            <a:noFill/>
          </p:grpSpPr>
          <p:sp>
            <p:nvSpPr>
              <p:cNvPr id="114" name="Rectangle 113">
                <a:extLst>
                  <a:ext uri="{FF2B5EF4-FFF2-40B4-BE49-F238E27FC236}">
                    <a16:creationId xmlns:a16="http://schemas.microsoft.com/office/drawing/2014/main" id="{276F84D4-EFD3-4BC4-B8CD-60E2C8462E9D}"/>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5" name="Rectangle 114">
                <a:extLst>
                  <a:ext uri="{FF2B5EF4-FFF2-40B4-BE49-F238E27FC236}">
                    <a16:creationId xmlns:a16="http://schemas.microsoft.com/office/drawing/2014/main" id="{0A509DAD-D512-4B56-8E5B-852215ED2B17}"/>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6" name="Rectangle 115">
                <a:extLst>
                  <a:ext uri="{FF2B5EF4-FFF2-40B4-BE49-F238E27FC236}">
                    <a16:creationId xmlns:a16="http://schemas.microsoft.com/office/drawing/2014/main" id="{AA564A51-524B-4609-BF6D-02F1B5736CF8}"/>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7" name="Rectangle 116">
                <a:extLst>
                  <a:ext uri="{FF2B5EF4-FFF2-40B4-BE49-F238E27FC236}">
                    <a16:creationId xmlns:a16="http://schemas.microsoft.com/office/drawing/2014/main" id="{0DB3A0A9-DB3B-4FC2-B816-0A78DEB0FEA9}"/>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8" name="Rectangle 117">
                <a:extLst>
                  <a:ext uri="{FF2B5EF4-FFF2-40B4-BE49-F238E27FC236}">
                    <a16:creationId xmlns:a16="http://schemas.microsoft.com/office/drawing/2014/main" id="{5A1B5251-5ECD-425E-9D18-04E5BDD538B3}"/>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9" name="Rectangle 118">
                <a:extLst>
                  <a:ext uri="{FF2B5EF4-FFF2-40B4-BE49-F238E27FC236}">
                    <a16:creationId xmlns:a16="http://schemas.microsoft.com/office/drawing/2014/main" id="{7AC9EE80-C4D5-4760-95C8-2A2845A3D7F4}"/>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0" name="Rectangle 119">
                <a:extLst>
                  <a:ext uri="{FF2B5EF4-FFF2-40B4-BE49-F238E27FC236}">
                    <a16:creationId xmlns:a16="http://schemas.microsoft.com/office/drawing/2014/main" id="{6702FB2F-FF5E-4BB9-B445-FDE9BD71A06B}"/>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1" name="Rectangle 120">
                <a:extLst>
                  <a:ext uri="{FF2B5EF4-FFF2-40B4-BE49-F238E27FC236}">
                    <a16:creationId xmlns:a16="http://schemas.microsoft.com/office/drawing/2014/main" id="{022FE141-25C6-408E-BD22-B21B2F2FA36D}"/>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2" name="Rectangle 121">
                <a:extLst>
                  <a:ext uri="{FF2B5EF4-FFF2-40B4-BE49-F238E27FC236}">
                    <a16:creationId xmlns:a16="http://schemas.microsoft.com/office/drawing/2014/main" id="{4AC9BC2F-C6B3-4F64-A5B6-0EFC23121B3F}"/>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3" name="Rectangle 122">
                <a:extLst>
                  <a:ext uri="{FF2B5EF4-FFF2-40B4-BE49-F238E27FC236}">
                    <a16:creationId xmlns:a16="http://schemas.microsoft.com/office/drawing/2014/main" id="{7DAF1033-109C-4E13-9963-B3C23E228261}"/>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4" name="Graphic 103" descr="Close with solid fill">
              <a:extLst>
                <a:ext uri="{FF2B5EF4-FFF2-40B4-BE49-F238E27FC236}">
                  <a16:creationId xmlns:a16="http://schemas.microsoft.com/office/drawing/2014/main" id="{C2E51B02-8A90-4B70-84C7-E0CCBB07B67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05" name="Graphic 104" descr="Close with solid fill">
              <a:extLst>
                <a:ext uri="{FF2B5EF4-FFF2-40B4-BE49-F238E27FC236}">
                  <a16:creationId xmlns:a16="http://schemas.microsoft.com/office/drawing/2014/main" id="{5CE932C8-B51E-4E95-9353-8480DEE7DA6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06" name="Graphic 105" descr="Close with solid fill">
              <a:extLst>
                <a:ext uri="{FF2B5EF4-FFF2-40B4-BE49-F238E27FC236}">
                  <a16:creationId xmlns:a16="http://schemas.microsoft.com/office/drawing/2014/main" id="{BDAC980E-1608-43DF-8E32-D4B8C85DF44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07" name="Graphic 106" descr="Close with solid fill">
              <a:extLst>
                <a:ext uri="{FF2B5EF4-FFF2-40B4-BE49-F238E27FC236}">
                  <a16:creationId xmlns:a16="http://schemas.microsoft.com/office/drawing/2014/main" id="{C7C660C9-5A1C-48F5-AA59-0F0EF25335F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08" name="Graphic 107" descr="Close with solid fill">
              <a:extLst>
                <a:ext uri="{FF2B5EF4-FFF2-40B4-BE49-F238E27FC236}">
                  <a16:creationId xmlns:a16="http://schemas.microsoft.com/office/drawing/2014/main" id="{56DD4738-D7E8-4356-B8D3-C2723A45C5D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09" name="Graphic 108" descr="Close with solid fill">
              <a:extLst>
                <a:ext uri="{FF2B5EF4-FFF2-40B4-BE49-F238E27FC236}">
                  <a16:creationId xmlns:a16="http://schemas.microsoft.com/office/drawing/2014/main" id="{C587F34B-E173-43A3-9474-3B8947515D6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10" name="Graphic 109" descr="Close with solid fill">
              <a:extLst>
                <a:ext uri="{FF2B5EF4-FFF2-40B4-BE49-F238E27FC236}">
                  <a16:creationId xmlns:a16="http://schemas.microsoft.com/office/drawing/2014/main" id="{5D6569B9-625E-45B0-93D5-90ACD317851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11" name="Graphic 110" descr="Close with solid fill">
              <a:extLst>
                <a:ext uri="{FF2B5EF4-FFF2-40B4-BE49-F238E27FC236}">
                  <a16:creationId xmlns:a16="http://schemas.microsoft.com/office/drawing/2014/main" id="{47973CCE-3FCA-48E2-890C-384F8BA064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12" name="Graphic 111" descr="Close with solid fill">
              <a:extLst>
                <a:ext uri="{FF2B5EF4-FFF2-40B4-BE49-F238E27FC236}">
                  <a16:creationId xmlns:a16="http://schemas.microsoft.com/office/drawing/2014/main" id="{8CD999C3-CEF2-4EF3-884E-C307F1542B8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13" name="Graphic 112" descr="Close with solid fill">
              <a:extLst>
                <a:ext uri="{FF2B5EF4-FFF2-40B4-BE49-F238E27FC236}">
                  <a16:creationId xmlns:a16="http://schemas.microsoft.com/office/drawing/2014/main" id="{73D325FF-8039-47EF-BF3B-19C79457D2B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sp>
        <p:nvSpPr>
          <p:cNvPr id="3" name="Date Placeholder 2">
            <a:extLst>
              <a:ext uri="{FF2B5EF4-FFF2-40B4-BE49-F238E27FC236}">
                <a16:creationId xmlns:a16="http://schemas.microsoft.com/office/drawing/2014/main" id="{643BF373-2625-4604-ABB7-5A28399EC8C0}"/>
              </a:ext>
            </a:extLst>
          </p:cNvPr>
          <p:cNvSpPr>
            <a:spLocks noGrp="1"/>
          </p:cNvSpPr>
          <p:nvPr>
            <p:ph type="dt" sz="half" idx="18"/>
          </p:nvPr>
        </p:nvSpPr>
        <p:spPr>
          <a:xfrm>
            <a:off x="-67192" y="6786726"/>
            <a:ext cx="43873" cy="56034"/>
          </a:xfrm>
        </p:spPr>
        <p:txBody>
          <a:bodyPr/>
          <a:lstStyle>
            <a:lvl1pPr>
              <a:defRPr sz="100">
                <a:noFill/>
              </a:defRPr>
            </a:lvl1pPr>
          </a:lstStyle>
          <a:p>
            <a:fld id="{46BAAD94-E9CA-4657-9820-B02A53B2C794}" type="datetime4">
              <a:rPr lang="en-US" smtClean="0"/>
              <a:t>August 13, 2025</a:t>
            </a:fld>
            <a:endParaRPr lang="en-US"/>
          </a:p>
        </p:txBody>
      </p:sp>
      <p:sp>
        <p:nvSpPr>
          <p:cNvPr id="4" name="Footer Placeholder 3">
            <a:extLst>
              <a:ext uri="{FF2B5EF4-FFF2-40B4-BE49-F238E27FC236}">
                <a16:creationId xmlns:a16="http://schemas.microsoft.com/office/drawing/2014/main" id="{E4D3C8FF-26C1-4663-8C2F-EB432D23C8F1}"/>
              </a:ext>
            </a:extLst>
          </p:cNvPr>
          <p:cNvSpPr>
            <a:spLocks noGrp="1"/>
          </p:cNvSpPr>
          <p:nvPr>
            <p:ph type="ftr" sz="quarter" idx="19"/>
          </p:nvPr>
        </p:nvSpPr>
        <p:spPr>
          <a:xfrm>
            <a:off x="4627538" y="6403792"/>
            <a:ext cx="4096822" cy="214805"/>
          </a:xfrm>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39741434-98FA-4866-91A6-B5C7E0370230}"/>
              </a:ext>
            </a:extLst>
          </p:cNvPr>
          <p:cNvSpPr>
            <a:spLocks noGrp="1"/>
          </p:cNvSpPr>
          <p:nvPr>
            <p:ph type="sldNum" sz="quarter" idx="20"/>
          </p:nvPr>
        </p:nvSpPr>
        <p:spPr>
          <a:xfrm>
            <a:off x="9157677" y="6786726"/>
            <a:ext cx="43873" cy="56034"/>
          </a:xfrm>
        </p:spPr>
        <p:txBody>
          <a:bodyPr/>
          <a:lstStyle>
            <a:lvl1pPr>
              <a:defRPr>
                <a:noFill/>
              </a:defRPr>
            </a:lvl1pPr>
          </a:lstStyle>
          <a:p>
            <a:fld id="{5CFA18E4-D58E-4B28-B105-28D9665A8EBC}" type="slidenum">
              <a:rPr lang="en-US" smtClean="0"/>
              <a:pPr/>
              <a:t>‹#›</a:t>
            </a:fld>
            <a:endParaRPr lang="en-US"/>
          </a:p>
        </p:txBody>
      </p:sp>
      <p:pic>
        <p:nvPicPr>
          <p:cNvPr id="71" name="SPG Commodity Insights Colorful Big">
            <a:extLst>
              <a:ext uri="{FF2B5EF4-FFF2-40B4-BE49-F238E27FC236}">
                <a16:creationId xmlns:a16="http://schemas.microsoft.com/office/drawing/2014/main" id="{4499304B-23EF-45C6-8DEC-8DA7910562B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76120" y="5722822"/>
            <a:ext cx="2071116" cy="960692"/>
          </a:xfrm>
          <a:prstGeom prst="rect">
            <a:avLst/>
          </a:prstGeom>
        </p:spPr>
      </p:pic>
    </p:spTree>
    <p:extLst>
      <p:ext uri="{BB962C8B-B14F-4D97-AF65-F5344CB8AC3E}">
        <p14:creationId xmlns:p14="http://schemas.microsoft.com/office/powerpoint/2010/main" val="879054459"/>
      </p:ext>
    </p:extLst>
  </p:cSld>
  <p:clrMapOvr>
    <a:masterClrMapping/>
  </p:clrMapOvr>
  <p:hf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Title Image Bottom">
    <p:bg>
      <p:bgRef idx="1001">
        <a:schemeClr val="bg1"/>
      </p:bgRef>
    </p:bg>
    <p:spTree>
      <p:nvGrpSpPr>
        <p:cNvPr id="1" name=""/>
        <p:cNvGrpSpPr/>
        <p:nvPr/>
      </p:nvGrpSpPr>
      <p:grpSpPr>
        <a:xfrm>
          <a:off x="0" y="0"/>
          <a:ext cx="0" cy="0"/>
          <a:chOff x="0" y="0"/>
          <a:chExt cx="0" cy="0"/>
        </a:xfrm>
      </p:grpSpPr>
      <p:grpSp>
        <p:nvGrpSpPr>
          <p:cNvPr id="74" name="Group 73">
            <a:extLst>
              <a:ext uri="{FF2B5EF4-FFF2-40B4-BE49-F238E27FC236}">
                <a16:creationId xmlns:a16="http://schemas.microsoft.com/office/drawing/2014/main" id="{E170B52A-0574-4B5D-96F3-FC522D16D7B4}"/>
              </a:ext>
            </a:extLst>
          </p:cNvPr>
          <p:cNvGrpSpPr/>
          <p:nvPr/>
        </p:nvGrpSpPr>
        <p:grpSpPr>
          <a:xfrm>
            <a:off x="9144747" y="647701"/>
            <a:ext cx="104748" cy="5046663"/>
            <a:chOff x="12192996" y="647700"/>
            <a:chExt cx="139664" cy="5046663"/>
          </a:xfrm>
        </p:grpSpPr>
        <p:cxnSp>
          <p:nvCxnSpPr>
            <p:cNvPr id="75" name="Straight Connector 74">
              <a:extLst>
                <a:ext uri="{FF2B5EF4-FFF2-40B4-BE49-F238E27FC236}">
                  <a16:creationId xmlns:a16="http://schemas.microsoft.com/office/drawing/2014/main" id="{86E61D24-3A89-4ED7-8C27-1DE6C4E39465}"/>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6" name="Group 75">
              <a:extLst>
                <a:ext uri="{FF2B5EF4-FFF2-40B4-BE49-F238E27FC236}">
                  <a16:creationId xmlns:a16="http://schemas.microsoft.com/office/drawing/2014/main" id="{BF823CB6-1E2E-474A-8F24-AFA2BD8FE923}"/>
                </a:ext>
              </a:extLst>
            </p:cNvPr>
            <p:cNvGrpSpPr/>
            <p:nvPr/>
          </p:nvGrpSpPr>
          <p:grpSpPr>
            <a:xfrm>
              <a:off x="12202508" y="647700"/>
              <a:ext cx="130152" cy="5046663"/>
              <a:chOff x="12202508" y="647700"/>
              <a:chExt cx="130152" cy="5046663"/>
            </a:xfrm>
          </p:grpSpPr>
          <p:cxnSp>
            <p:nvCxnSpPr>
              <p:cNvPr id="77" name="Straight Connector 76">
                <a:extLst>
                  <a:ext uri="{FF2B5EF4-FFF2-40B4-BE49-F238E27FC236}">
                    <a16:creationId xmlns:a16="http://schemas.microsoft.com/office/drawing/2014/main" id="{F63CDFBB-CA4D-452A-9F16-21101C658068}"/>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1DF75DE8-F58C-409F-9E8B-5B3C50FF9791}"/>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28FDD5A-ADCD-425E-9D38-F1ABB2E9C078}"/>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746C7B8A-E643-4A36-B5D8-444B203808EC}"/>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69B6BCEA-F916-4A16-95EC-42595163C24A}"/>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2" name="Group 81">
            <a:extLst>
              <a:ext uri="{FF2B5EF4-FFF2-40B4-BE49-F238E27FC236}">
                <a16:creationId xmlns:a16="http://schemas.microsoft.com/office/drawing/2014/main" id="{8A537E61-9D33-4D4E-BB91-503A585F7057}"/>
              </a:ext>
            </a:extLst>
          </p:cNvPr>
          <p:cNvGrpSpPr/>
          <p:nvPr/>
        </p:nvGrpSpPr>
        <p:grpSpPr>
          <a:xfrm>
            <a:off x="-97614" y="647701"/>
            <a:ext cx="97614" cy="5046663"/>
            <a:chOff x="-130152" y="647700"/>
            <a:chExt cx="130152" cy="5046663"/>
          </a:xfrm>
        </p:grpSpPr>
        <p:cxnSp>
          <p:nvCxnSpPr>
            <p:cNvPr id="83" name="Straight Connector 82">
              <a:extLst>
                <a:ext uri="{FF2B5EF4-FFF2-40B4-BE49-F238E27FC236}">
                  <a16:creationId xmlns:a16="http://schemas.microsoft.com/office/drawing/2014/main" id="{7EF041C5-6A09-493D-AF10-E4B72F1B1431}"/>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C3D4408F-3624-4ACD-A913-24255D971623}"/>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757F981-6113-4F8C-BF04-B00633B7C041}"/>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0C08679-F038-4FAD-B1EE-1F376677A0AC}"/>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A0148F8-6877-42F6-A888-EAB9B0EFF046}"/>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1A7A113C-106B-4BDD-8FDB-9D861C1DD1FB}"/>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424787" y="1294994"/>
            <a:ext cx="5335524" cy="1399572"/>
          </a:xfrm>
          <a:prstGeom prst="rect">
            <a:avLst/>
          </a:prstGeom>
        </p:spPr>
        <p:txBody>
          <a:bodyPr anchor="b">
            <a:normAutofit/>
          </a:bodyPr>
          <a:lstStyle>
            <a:lvl1pPr>
              <a:defRPr sz="3300" b="0"/>
            </a:lvl1pPr>
          </a:lstStyle>
          <a:p>
            <a:r>
              <a:rPr lang="en-US"/>
              <a:t>[Presentation title max two lines]</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419100" y="2820091"/>
            <a:ext cx="5335525" cy="475091"/>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[Presentation subtitle]</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6447504" y="647701"/>
            <a:ext cx="2276856" cy="2099391"/>
          </a:xfrm>
        </p:spPr>
        <p:txBody>
          <a:bodyPr anchor="b">
            <a:noAutofit/>
          </a:bodyPr>
          <a:lstStyle>
            <a:lvl1pPr marL="0" indent="0">
              <a:buNone/>
              <a:defRPr sz="1200"/>
            </a:lvl1pPr>
            <a:lvl2pPr marL="0" indent="0">
              <a:buNone/>
              <a:defRPr sz="900"/>
            </a:lvl2pPr>
            <a:lvl3pPr marL="0" indent="0">
              <a:buNone/>
              <a:defRPr sz="900"/>
            </a:lvl3pPr>
            <a:lvl4pPr marL="0" indent="0">
              <a:buNone/>
              <a:defRPr sz="900"/>
            </a:lvl4pPr>
            <a:lvl5pPr marL="0" indent="0">
              <a:buNone/>
              <a:defRPr sz="9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6447504" y="2902161"/>
            <a:ext cx="2276856" cy="214805"/>
          </a:xfrm>
        </p:spPr>
        <p:txBody>
          <a:bodyPr>
            <a:noAutofit/>
          </a:bodyPr>
          <a:lstStyle>
            <a:lvl1pPr marL="0" indent="0" algn="l">
              <a:buNone/>
              <a:defRPr sz="900"/>
            </a:lvl1pPr>
            <a:lvl2pPr marL="0" indent="0">
              <a:buNone/>
              <a:defRPr/>
            </a:lvl2pPr>
            <a:lvl3pPr marL="0" indent="0">
              <a:buNone/>
              <a:defRPr/>
            </a:lvl3pPr>
            <a:lvl4pPr marL="0" indent="0">
              <a:buNone/>
              <a:defRPr/>
            </a:lvl4pPr>
            <a:lvl5pPr marL="0" indent="0">
              <a:buNone/>
              <a:defRPr/>
            </a:lvl5pPr>
          </a:lstStyle>
          <a:p>
            <a:pPr lvl="0"/>
            <a:r>
              <a:rPr lang="en-US"/>
              <a:t>[Insert date]</a:t>
            </a:r>
          </a:p>
        </p:txBody>
      </p:sp>
      <p:sp>
        <p:nvSpPr>
          <p:cNvPr id="19" name="Picture Placeholder 6">
            <a:extLst>
              <a:ext uri="{FF2B5EF4-FFF2-40B4-BE49-F238E27FC236}">
                <a16:creationId xmlns:a16="http://schemas.microsoft.com/office/drawing/2014/main" id="{49C3F766-EA21-430B-B510-A5ED94165EB6}"/>
              </a:ext>
            </a:extLst>
          </p:cNvPr>
          <p:cNvSpPr>
            <a:spLocks noGrp="1"/>
          </p:cNvSpPr>
          <p:nvPr>
            <p:ph type="pic" sz="quarter" idx="13" hasCustomPrompt="1"/>
          </p:nvPr>
        </p:nvSpPr>
        <p:spPr>
          <a:xfrm>
            <a:off x="1" y="3694176"/>
            <a:ext cx="9143999" cy="3163824"/>
          </a:xfrm>
          <a:blipFill>
            <a:blip r:embed="rId2"/>
            <a:stretch>
              <a:fillRect l="-724" t="-148456" r="-500"/>
            </a:stretch>
          </a:blipFill>
        </p:spPr>
        <p:txBody>
          <a:bodyPr lIns="182880" tIns="182880" rIns="182880" bIns="274320" anchor="ctr"/>
          <a:lstStyle>
            <a:lvl1pPr marL="0" indent="0" algn="ctr">
              <a:buNone/>
              <a:defRPr>
                <a:solidFill>
                  <a:schemeClr val="tx1"/>
                </a:solidFill>
              </a:defRPr>
            </a:lvl1pPr>
          </a:lstStyle>
          <a:p>
            <a:r>
              <a:rPr lang="en-US"/>
              <a:t>[Insert photo]</a:t>
            </a:r>
          </a:p>
        </p:txBody>
      </p:sp>
      <p:cxnSp>
        <p:nvCxnSpPr>
          <p:cNvPr id="14" name="Straight Connector 13">
            <a:extLst>
              <a:ext uri="{FF2B5EF4-FFF2-40B4-BE49-F238E27FC236}">
                <a16:creationId xmlns:a16="http://schemas.microsoft.com/office/drawing/2014/main" id="{2D4E5B2A-BA77-4B17-8DF6-EA928A0C30F1}"/>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8AB519E-B546-4342-A2A5-85AA9B713FC4}"/>
              </a:ext>
            </a:extLst>
          </p:cNvPr>
          <p:cNvCxnSpPr>
            <a:cxnSpLocks/>
          </p:cNvCxnSpPr>
          <p:nvPr/>
        </p:nvCxnSpPr>
        <p:spPr>
          <a:xfrm flipV="1">
            <a:off x="9144001" y="6205416"/>
            <a:ext cx="289526" cy="412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D433F79-9C81-4929-99E8-01BCFFB8A639}"/>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0" name="TextBox 19">
            <a:extLst>
              <a:ext uri="{FF2B5EF4-FFF2-40B4-BE49-F238E27FC236}">
                <a16:creationId xmlns:a16="http://schemas.microsoft.com/office/drawing/2014/main" id="{5B361783-51E2-41C2-97AC-97C0FF4BED17}"/>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0CC0C7C0-8FD4-4F9D-8791-0E5F1A014F98}"/>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6D0FF267-DD03-4957-816F-EC6105E2398E}"/>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8F5033B7-E3CD-4AB5-8C5F-6CA103C2C781}"/>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89D045CA-4196-418F-9E09-E5BEF999B6A1}"/>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9" name="Rectangle 88">
            <a:extLst>
              <a:ext uri="{FF2B5EF4-FFF2-40B4-BE49-F238E27FC236}">
                <a16:creationId xmlns:a16="http://schemas.microsoft.com/office/drawing/2014/main" id="{3EF97331-F6AA-4EBF-845D-D92A086B4D0B}"/>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90" name="Group 89">
            <a:extLst>
              <a:ext uri="{FF2B5EF4-FFF2-40B4-BE49-F238E27FC236}">
                <a16:creationId xmlns:a16="http://schemas.microsoft.com/office/drawing/2014/main" id="{D77511B6-5DB3-4066-8844-040EBFA431BE}"/>
              </a:ext>
            </a:extLst>
          </p:cNvPr>
          <p:cNvGrpSpPr/>
          <p:nvPr/>
        </p:nvGrpSpPr>
        <p:grpSpPr>
          <a:xfrm>
            <a:off x="9192986" y="1051487"/>
            <a:ext cx="954405" cy="3085386"/>
            <a:chOff x="12257314" y="1051487"/>
            <a:chExt cx="1272540" cy="3085386"/>
          </a:xfrm>
        </p:grpSpPr>
        <p:sp>
          <p:nvSpPr>
            <p:cNvPr id="91" name="Rectangle 90">
              <a:extLst>
                <a:ext uri="{FF2B5EF4-FFF2-40B4-BE49-F238E27FC236}">
                  <a16:creationId xmlns:a16="http://schemas.microsoft.com/office/drawing/2014/main" id="{05F164A3-4EE3-46F3-B9BF-B875E1FBAACA}"/>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2" name="TextBox 91">
              <a:extLst>
                <a:ext uri="{FF2B5EF4-FFF2-40B4-BE49-F238E27FC236}">
                  <a16:creationId xmlns:a16="http://schemas.microsoft.com/office/drawing/2014/main" id="{6FE81C2A-C92D-477B-99EE-9AFEA406E0DC}"/>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3" name="Freeform: Shape 92">
              <a:extLst>
                <a:ext uri="{FF2B5EF4-FFF2-40B4-BE49-F238E27FC236}">
                  <a16:creationId xmlns:a16="http://schemas.microsoft.com/office/drawing/2014/main" id="{C4117E95-1283-4B43-9B7F-CF8C5B40F80E}"/>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TextBox 93">
              <a:extLst>
                <a:ext uri="{FF2B5EF4-FFF2-40B4-BE49-F238E27FC236}">
                  <a16:creationId xmlns:a16="http://schemas.microsoft.com/office/drawing/2014/main" id="{EA9FE7DE-B1F5-41D3-8476-9DB25EEDD522}"/>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5" name="Freeform: Shape 94">
              <a:extLst>
                <a:ext uri="{FF2B5EF4-FFF2-40B4-BE49-F238E27FC236}">
                  <a16:creationId xmlns:a16="http://schemas.microsoft.com/office/drawing/2014/main" id="{1E8654EC-1B32-4267-BA99-B17CC65B38A1}"/>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Freeform: Shape 95">
              <a:extLst>
                <a:ext uri="{FF2B5EF4-FFF2-40B4-BE49-F238E27FC236}">
                  <a16:creationId xmlns:a16="http://schemas.microsoft.com/office/drawing/2014/main" id="{A5CA9CE1-9EC9-4CF2-9DA9-B56D011B3864}"/>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7" name="TextBox 96">
              <a:extLst>
                <a:ext uri="{FF2B5EF4-FFF2-40B4-BE49-F238E27FC236}">
                  <a16:creationId xmlns:a16="http://schemas.microsoft.com/office/drawing/2014/main" id="{A4F06F4C-FCC4-4E78-B187-71EF9FB623B2}"/>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8" name="Picture 97">
              <a:extLst>
                <a:ext uri="{FF2B5EF4-FFF2-40B4-BE49-F238E27FC236}">
                  <a16:creationId xmlns:a16="http://schemas.microsoft.com/office/drawing/2014/main" id="{AFDECF38-7BE7-419F-913A-50C9930F20C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9" name="Rectangle 98">
              <a:extLst>
                <a:ext uri="{FF2B5EF4-FFF2-40B4-BE49-F238E27FC236}">
                  <a16:creationId xmlns:a16="http://schemas.microsoft.com/office/drawing/2014/main" id="{89B37E7E-1432-4B4C-A5E1-4CA90FA2BCBB}"/>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0" name="Rectangle 99">
              <a:extLst>
                <a:ext uri="{FF2B5EF4-FFF2-40B4-BE49-F238E27FC236}">
                  <a16:creationId xmlns:a16="http://schemas.microsoft.com/office/drawing/2014/main" id="{50445590-761E-47D1-88E3-4FC11CDA4DB8}"/>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1" name="Rectangle 100">
              <a:extLst>
                <a:ext uri="{FF2B5EF4-FFF2-40B4-BE49-F238E27FC236}">
                  <a16:creationId xmlns:a16="http://schemas.microsoft.com/office/drawing/2014/main" id="{3D8659A6-0296-4723-8253-1135EEC32E26}"/>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2" name="Rectangle 101">
              <a:extLst>
                <a:ext uri="{FF2B5EF4-FFF2-40B4-BE49-F238E27FC236}">
                  <a16:creationId xmlns:a16="http://schemas.microsoft.com/office/drawing/2014/main" id="{3131725C-D298-4422-8FA2-5C30C4D4719F}"/>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3" name="Group 102">
              <a:extLst>
                <a:ext uri="{FF2B5EF4-FFF2-40B4-BE49-F238E27FC236}">
                  <a16:creationId xmlns:a16="http://schemas.microsoft.com/office/drawing/2014/main" id="{11341132-7DED-428E-A430-1963CD0CFB33}"/>
                </a:ext>
              </a:extLst>
            </p:cNvPr>
            <p:cNvGrpSpPr/>
            <p:nvPr/>
          </p:nvGrpSpPr>
          <p:grpSpPr>
            <a:xfrm>
              <a:off x="12364752" y="2345932"/>
              <a:ext cx="1055431" cy="88186"/>
              <a:chOff x="914335" y="6913770"/>
              <a:chExt cx="1109884" cy="100584"/>
            </a:xfrm>
            <a:noFill/>
          </p:grpSpPr>
          <p:sp>
            <p:nvSpPr>
              <p:cNvPr id="114" name="Rectangle 113">
                <a:extLst>
                  <a:ext uri="{FF2B5EF4-FFF2-40B4-BE49-F238E27FC236}">
                    <a16:creationId xmlns:a16="http://schemas.microsoft.com/office/drawing/2014/main" id="{6785FF3C-2C8D-4724-B094-6E8A7392BE52}"/>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5" name="Rectangle 114">
                <a:extLst>
                  <a:ext uri="{FF2B5EF4-FFF2-40B4-BE49-F238E27FC236}">
                    <a16:creationId xmlns:a16="http://schemas.microsoft.com/office/drawing/2014/main" id="{266DD3DF-D4AC-4CB3-8769-58F8C9956AB5}"/>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6" name="Rectangle 115">
                <a:extLst>
                  <a:ext uri="{FF2B5EF4-FFF2-40B4-BE49-F238E27FC236}">
                    <a16:creationId xmlns:a16="http://schemas.microsoft.com/office/drawing/2014/main" id="{444CCD38-7C87-4A32-873E-864C73B2A659}"/>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7" name="Rectangle 116">
                <a:extLst>
                  <a:ext uri="{FF2B5EF4-FFF2-40B4-BE49-F238E27FC236}">
                    <a16:creationId xmlns:a16="http://schemas.microsoft.com/office/drawing/2014/main" id="{5AAC09C8-519B-4B17-8719-FBDA25D0D48F}"/>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8" name="Rectangle 117">
                <a:extLst>
                  <a:ext uri="{FF2B5EF4-FFF2-40B4-BE49-F238E27FC236}">
                    <a16:creationId xmlns:a16="http://schemas.microsoft.com/office/drawing/2014/main" id="{00DB0364-8AE8-423D-A303-684E0B023343}"/>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9" name="Rectangle 118">
                <a:extLst>
                  <a:ext uri="{FF2B5EF4-FFF2-40B4-BE49-F238E27FC236}">
                    <a16:creationId xmlns:a16="http://schemas.microsoft.com/office/drawing/2014/main" id="{59A44B99-1E87-4B30-A95D-57BF03B847B2}"/>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0" name="Rectangle 119">
                <a:extLst>
                  <a:ext uri="{FF2B5EF4-FFF2-40B4-BE49-F238E27FC236}">
                    <a16:creationId xmlns:a16="http://schemas.microsoft.com/office/drawing/2014/main" id="{D1754725-B7A2-4229-BE66-645E38BFB141}"/>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1" name="Rectangle 120">
                <a:extLst>
                  <a:ext uri="{FF2B5EF4-FFF2-40B4-BE49-F238E27FC236}">
                    <a16:creationId xmlns:a16="http://schemas.microsoft.com/office/drawing/2014/main" id="{320F4B44-6E09-4B07-B714-A628FB21CC2B}"/>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2" name="Rectangle 121">
                <a:extLst>
                  <a:ext uri="{FF2B5EF4-FFF2-40B4-BE49-F238E27FC236}">
                    <a16:creationId xmlns:a16="http://schemas.microsoft.com/office/drawing/2014/main" id="{6725C27C-9F74-4FC6-9CB6-75FE6131A654}"/>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3" name="Rectangle 122">
                <a:extLst>
                  <a:ext uri="{FF2B5EF4-FFF2-40B4-BE49-F238E27FC236}">
                    <a16:creationId xmlns:a16="http://schemas.microsoft.com/office/drawing/2014/main" id="{1C925A34-F0D6-4676-8C9C-03ABD0BC5FD6}"/>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4" name="Graphic 103" descr="Close with solid fill">
              <a:extLst>
                <a:ext uri="{FF2B5EF4-FFF2-40B4-BE49-F238E27FC236}">
                  <a16:creationId xmlns:a16="http://schemas.microsoft.com/office/drawing/2014/main" id="{E314398A-0B5C-4ACD-8E8C-71278149E71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05" name="Graphic 104" descr="Close with solid fill">
              <a:extLst>
                <a:ext uri="{FF2B5EF4-FFF2-40B4-BE49-F238E27FC236}">
                  <a16:creationId xmlns:a16="http://schemas.microsoft.com/office/drawing/2014/main" id="{2E05283F-F7B2-4A89-A66B-EFA7A1D35F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06" name="Graphic 105" descr="Close with solid fill">
              <a:extLst>
                <a:ext uri="{FF2B5EF4-FFF2-40B4-BE49-F238E27FC236}">
                  <a16:creationId xmlns:a16="http://schemas.microsoft.com/office/drawing/2014/main" id="{0F7E95D7-554D-46F3-8201-0802393EFC0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07" name="Graphic 106" descr="Close with solid fill">
              <a:extLst>
                <a:ext uri="{FF2B5EF4-FFF2-40B4-BE49-F238E27FC236}">
                  <a16:creationId xmlns:a16="http://schemas.microsoft.com/office/drawing/2014/main" id="{B6950F30-ED56-4B6E-8F44-7C244AC2169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08" name="Graphic 107" descr="Close with solid fill">
              <a:extLst>
                <a:ext uri="{FF2B5EF4-FFF2-40B4-BE49-F238E27FC236}">
                  <a16:creationId xmlns:a16="http://schemas.microsoft.com/office/drawing/2014/main" id="{D502C339-E6EC-4C2A-8DD1-55583E5FE6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09" name="Graphic 108" descr="Close with solid fill">
              <a:extLst>
                <a:ext uri="{FF2B5EF4-FFF2-40B4-BE49-F238E27FC236}">
                  <a16:creationId xmlns:a16="http://schemas.microsoft.com/office/drawing/2014/main" id="{321A92B9-92EF-47C1-B704-0F0FFFD85C4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10" name="Graphic 109" descr="Close with solid fill">
              <a:extLst>
                <a:ext uri="{FF2B5EF4-FFF2-40B4-BE49-F238E27FC236}">
                  <a16:creationId xmlns:a16="http://schemas.microsoft.com/office/drawing/2014/main" id="{79A011D3-BC65-4C3C-A829-09FF9E6E4AC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11" name="Graphic 110" descr="Close with solid fill">
              <a:extLst>
                <a:ext uri="{FF2B5EF4-FFF2-40B4-BE49-F238E27FC236}">
                  <a16:creationId xmlns:a16="http://schemas.microsoft.com/office/drawing/2014/main" id="{D5F2769F-B451-4F7F-927F-CE14C7F2A6C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12" name="Graphic 111" descr="Close with solid fill">
              <a:extLst>
                <a:ext uri="{FF2B5EF4-FFF2-40B4-BE49-F238E27FC236}">
                  <a16:creationId xmlns:a16="http://schemas.microsoft.com/office/drawing/2014/main" id="{76834A7F-B42D-4C0C-92B9-2285D18E0B6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13" name="Graphic 112" descr="Close with solid fill">
              <a:extLst>
                <a:ext uri="{FF2B5EF4-FFF2-40B4-BE49-F238E27FC236}">
                  <a16:creationId xmlns:a16="http://schemas.microsoft.com/office/drawing/2014/main" id="{5B2400A8-F26A-482B-9DA7-1D1AD328F60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sp>
        <p:nvSpPr>
          <p:cNvPr id="3" name="Date Placeholder 2">
            <a:extLst>
              <a:ext uri="{FF2B5EF4-FFF2-40B4-BE49-F238E27FC236}">
                <a16:creationId xmlns:a16="http://schemas.microsoft.com/office/drawing/2014/main" id="{FF613B07-9E7A-4CE1-95D1-7BDF6E0E821F}"/>
              </a:ext>
            </a:extLst>
          </p:cNvPr>
          <p:cNvSpPr>
            <a:spLocks noGrp="1"/>
          </p:cNvSpPr>
          <p:nvPr>
            <p:ph type="dt" sz="half" idx="18"/>
          </p:nvPr>
        </p:nvSpPr>
        <p:spPr>
          <a:xfrm>
            <a:off x="-52694" y="6806287"/>
            <a:ext cx="41148" cy="54864"/>
          </a:xfrm>
        </p:spPr>
        <p:txBody>
          <a:bodyPr/>
          <a:lstStyle>
            <a:lvl1pPr>
              <a:defRPr>
                <a:noFill/>
              </a:defRPr>
            </a:lvl1pPr>
          </a:lstStyle>
          <a:p>
            <a:fld id="{1368B5A3-6DA2-4355-B7C2-19FFD8192B14}" type="datetime4">
              <a:rPr lang="en-US" smtClean="0"/>
              <a:t>August 13, 2025</a:t>
            </a:fld>
            <a:endParaRPr lang="en-US"/>
          </a:p>
        </p:txBody>
      </p:sp>
      <p:sp>
        <p:nvSpPr>
          <p:cNvPr id="4" name="Footer Placeholder 3">
            <a:extLst>
              <a:ext uri="{FF2B5EF4-FFF2-40B4-BE49-F238E27FC236}">
                <a16:creationId xmlns:a16="http://schemas.microsoft.com/office/drawing/2014/main" id="{1A20B511-0D7A-4A24-9866-4840698E5AE1}"/>
              </a:ext>
            </a:extLst>
          </p:cNvPr>
          <p:cNvSpPr>
            <a:spLocks noGrp="1"/>
          </p:cNvSpPr>
          <p:nvPr>
            <p:ph type="ftr" sz="quarter" idx="19"/>
          </p:nvPr>
        </p:nvSpPr>
        <p:spPr>
          <a:xfrm>
            <a:off x="4627538" y="6403792"/>
            <a:ext cx="4098553" cy="214805"/>
          </a:xfrm>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593F625B-66C7-41A6-B79F-7688FC3BFBB2}"/>
              </a:ext>
            </a:extLst>
          </p:cNvPr>
          <p:cNvSpPr>
            <a:spLocks noGrp="1"/>
          </p:cNvSpPr>
          <p:nvPr>
            <p:ph type="sldNum" sz="quarter" idx="20"/>
          </p:nvPr>
        </p:nvSpPr>
        <p:spPr>
          <a:xfrm>
            <a:off x="9148870" y="6900067"/>
            <a:ext cx="41148" cy="54864"/>
          </a:xfrm>
        </p:spPr>
        <p:txBody>
          <a:bodyPr/>
          <a:lstStyle>
            <a:lvl1pPr>
              <a:defRPr>
                <a:noFill/>
              </a:defRPr>
            </a:lvl1pPr>
          </a:lstStyle>
          <a:p>
            <a:fld id="{5CFA18E4-D58E-4B28-B105-28D9665A8EBC}" type="slidenum">
              <a:rPr lang="en-US" smtClean="0"/>
              <a:pPr/>
              <a:t>‹#›</a:t>
            </a:fld>
            <a:endParaRPr lang="en-US"/>
          </a:p>
        </p:txBody>
      </p:sp>
      <p:pic>
        <p:nvPicPr>
          <p:cNvPr id="72" name="SPG Commodity Insights Red White Big">
            <a:extLst>
              <a:ext uri="{FF2B5EF4-FFF2-40B4-BE49-F238E27FC236}">
                <a16:creationId xmlns:a16="http://schemas.microsoft.com/office/drawing/2014/main" id="{7BF88A21-4FCC-4763-A7CB-7D26E080A82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76120" y="173933"/>
            <a:ext cx="2071116" cy="960692"/>
          </a:xfrm>
          <a:prstGeom prst="rect">
            <a:avLst/>
          </a:prstGeom>
        </p:spPr>
      </p:pic>
    </p:spTree>
    <p:extLst>
      <p:ext uri="{BB962C8B-B14F-4D97-AF65-F5344CB8AC3E}">
        <p14:creationId xmlns:p14="http://schemas.microsoft.com/office/powerpoint/2010/main" val="2303331510"/>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Title Image Right">
    <p:bg>
      <p:bgPr>
        <a:solidFill>
          <a:schemeClr val="accent4"/>
        </a:solidFill>
        <a:effectLst/>
      </p:bgPr>
    </p:bg>
    <p:spTree>
      <p:nvGrpSpPr>
        <p:cNvPr id="1" name=""/>
        <p:cNvGrpSpPr/>
        <p:nvPr/>
      </p:nvGrpSpPr>
      <p:grpSpPr>
        <a:xfrm>
          <a:off x="0" y="0"/>
          <a:ext cx="0" cy="0"/>
          <a:chOff x="0" y="0"/>
          <a:chExt cx="0" cy="0"/>
        </a:xfrm>
      </p:grpSpPr>
      <p:grpSp>
        <p:nvGrpSpPr>
          <p:cNvPr id="73" name="Group 72">
            <a:extLst>
              <a:ext uri="{FF2B5EF4-FFF2-40B4-BE49-F238E27FC236}">
                <a16:creationId xmlns:a16="http://schemas.microsoft.com/office/drawing/2014/main" id="{2B285209-705D-4C8F-A941-8AFB2E5D2C3C}"/>
              </a:ext>
            </a:extLst>
          </p:cNvPr>
          <p:cNvGrpSpPr/>
          <p:nvPr/>
        </p:nvGrpSpPr>
        <p:grpSpPr>
          <a:xfrm>
            <a:off x="9144747" y="647701"/>
            <a:ext cx="104748" cy="5046663"/>
            <a:chOff x="12192996" y="647700"/>
            <a:chExt cx="139664" cy="5046663"/>
          </a:xfrm>
        </p:grpSpPr>
        <p:cxnSp>
          <p:nvCxnSpPr>
            <p:cNvPr id="74" name="Straight Connector 73">
              <a:extLst>
                <a:ext uri="{FF2B5EF4-FFF2-40B4-BE49-F238E27FC236}">
                  <a16:creationId xmlns:a16="http://schemas.microsoft.com/office/drawing/2014/main" id="{400D9C7D-AFD1-476D-91BD-094E88398BA2}"/>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33502D2C-FC02-413D-BF15-EA13D66FABA1}"/>
                </a:ext>
              </a:extLst>
            </p:cNvPr>
            <p:cNvGrpSpPr/>
            <p:nvPr/>
          </p:nvGrpSpPr>
          <p:grpSpPr>
            <a:xfrm>
              <a:off x="12202508" y="647700"/>
              <a:ext cx="130152" cy="5046663"/>
              <a:chOff x="12202508" y="647700"/>
              <a:chExt cx="130152" cy="5046663"/>
            </a:xfrm>
          </p:grpSpPr>
          <p:cxnSp>
            <p:nvCxnSpPr>
              <p:cNvPr id="76" name="Straight Connector 75">
                <a:extLst>
                  <a:ext uri="{FF2B5EF4-FFF2-40B4-BE49-F238E27FC236}">
                    <a16:creationId xmlns:a16="http://schemas.microsoft.com/office/drawing/2014/main" id="{68DC0787-9556-40FF-AC3C-627A4350505C}"/>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3FA25D3-273D-403A-B304-0E4B1ECD5EA7}"/>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ACAA6DA2-3739-4786-9A03-964028DD6D69}"/>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43EAD03-19C3-4C08-9106-17F0D381CE38}"/>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48F96AAC-0FDC-487A-8798-7C5DB274AB64}"/>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1" name="Group 80">
            <a:extLst>
              <a:ext uri="{FF2B5EF4-FFF2-40B4-BE49-F238E27FC236}">
                <a16:creationId xmlns:a16="http://schemas.microsoft.com/office/drawing/2014/main" id="{A6919D5B-5686-43F8-8D85-E3882C56212C}"/>
              </a:ext>
            </a:extLst>
          </p:cNvPr>
          <p:cNvGrpSpPr/>
          <p:nvPr/>
        </p:nvGrpSpPr>
        <p:grpSpPr>
          <a:xfrm>
            <a:off x="-97614" y="647701"/>
            <a:ext cx="97614" cy="5046663"/>
            <a:chOff x="-130152" y="647700"/>
            <a:chExt cx="130152" cy="5046663"/>
          </a:xfrm>
        </p:grpSpPr>
        <p:cxnSp>
          <p:nvCxnSpPr>
            <p:cNvPr id="82" name="Straight Connector 81">
              <a:extLst>
                <a:ext uri="{FF2B5EF4-FFF2-40B4-BE49-F238E27FC236}">
                  <a16:creationId xmlns:a16="http://schemas.microsoft.com/office/drawing/2014/main" id="{DC478C54-CEF6-4A4B-9778-A640C995E01C}"/>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6141E0D-12DE-44E7-9DD8-08CCF68120E2}"/>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AC17A532-E264-4325-96BE-495137456920}"/>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15742C64-2422-4CDE-8C93-D3BA635E744C}"/>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5DE561FE-45F1-45FF-89E9-6C99E3BDF7A9}"/>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B04D02C-BC6F-44D6-AB2F-7CFF6E7875BE}"/>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7" name="Picture Placeholder 6">
            <a:extLst>
              <a:ext uri="{FF2B5EF4-FFF2-40B4-BE49-F238E27FC236}">
                <a16:creationId xmlns:a16="http://schemas.microsoft.com/office/drawing/2014/main" id="{287B2262-C456-455C-A903-57F749CFF68B}"/>
              </a:ext>
            </a:extLst>
          </p:cNvPr>
          <p:cNvSpPr>
            <a:spLocks noGrp="1"/>
          </p:cNvSpPr>
          <p:nvPr>
            <p:ph type="pic" sz="quarter" idx="13" hasCustomPrompt="1"/>
          </p:nvPr>
        </p:nvSpPr>
        <p:spPr>
          <a:xfrm>
            <a:off x="4249341" y="1287070"/>
            <a:ext cx="4894659" cy="4918468"/>
          </a:xfrm>
          <a:blipFill>
            <a:blip r:embed="rId2"/>
            <a:stretch>
              <a:fillRect l="-724" t="-148455" r="-550" b="-122"/>
            </a:stretch>
          </a:blipFill>
        </p:spPr>
        <p:txBody>
          <a:bodyPr anchor="ctr"/>
          <a:lstStyle>
            <a:lvl1pPr marL="0" indent="0" algn="ctr">
              <a:buNone/>
              <a:defRPr/>
            </a:lvl1pPr>
          </a:lstStyle>
          <a:p>
            <a:r>
              <a:rPr lang="en-US"/>
              <a:t>[Insert photo]</a:t>
            </a:r>
          </a:p>
        </p:txBody>
      </p:sp>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419101" y="1956283"/>
            <a:ext cx="5391765" cy="1398263"/>
          </a:xfrm>
          <a:prstGeom prst="rect">
            <a:avLst/>
          </a:prstGeom>
          <a:noFill/>
        </p:spPr>
        <p:txBody>
          <a:bodyPr anchor="b">
            <a:normAutofit/>
          </a:bodyPr>
          <a:lstStyle>
            <a:lvl1pPr>
              <a:defRPr sz="3300" b="0"/>
            </a:lvl1pPr>
          </a:lstStyle>
          <a:p>
            <a:r>
              <a:rPr lang="en-US"/>
              <a:t>[Presentation title max two lines]</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419101" y="3474667"/>
            <a:ext cx="5391765" cy="475488"/>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[Presentation subtitle]</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431462" y="4133915"/>
            <a:ext cx="2276856" cy="1166941"/>
          </a:xfrm>
        </p:spPr>
        <p:txBody>
          <a:bodyPr anchor="b">
            <a:noAutofit/>
          </a:bodyPr>
          <a:lstStyle>
            <a:lvl1pPr marL="0" indent="0">
              <a:buNone/>
              <a:defRPr sz="1200"/>
            </a:lvl1pPr>
            <a:lvl2pPr marL="0" indent="0">
              <a:buNone/>
              <a:defRPr sz="900"/>
            </a:lvl2pPr>
            <a:lvl3pPr marL="0" indent="0">
              <a:buNone/>
              <a:defRPr sz="900"/>
            </a:lvl3pPr>
            <a:lvl4pPr marL="0" indent="0">
              <a:buNone/>
              <a:defRPr sz="900"/>
            </a:lvl4pPr>
            <a:lvl5pPr marL="0" indent="0">
              <a:buNone/>
              <a:defRPr sz="9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431462" y="5556524"/>
            <a:ext cx="2276856" cy="214805"/>
          </a:xfrm>
        </p:spPr>
        <p:txBody>
          <a:bodyPr>
            <a:normAutofit/>
          </a:bodyPr>
          <a:lstStyle>
            <a:lvl1pPr marL="0" indent="0" algn="l">
              <a:buNone/>
              <a:defRPr sz="900"/>
            </a:lvl1pPr>
            <a:lvl2pPr marL="0" indent="0">
              <a:buNone/>
              <a:defRPr/>
            </a:lvl2pPr>
            <a:lvl3pPr marL="0" indent="0">
              <a:buNone/>
              <a:defRPr/>
            </a:lvl3pPr>
            <a:lvl4pPr marL="0" indent="0">
              <a:buNone/>
              <a:defRPr/>
            </a:lvl4pPr>
            <a:lvl5pPr marL="0" indent="0">
              <a:buNone/>
              <a:defRPr/>
            </a:lvl5pPr>
          </a:lstStyle>
          <a:p>
            <a:pPr lvl="0"/>
            <a:r>
              <a:rPr lang="en-US"/>
              <a:t>[Insert date]</a:t>
            </a:r>
          </a:p>
        </p:txBody>
      </p:sp>
      <p:cxnSp>
        <p:nvCxnSpPr>
          <p:cNvPr id="13" name="Straight Connector 12">
            <a:extLst>
              <a:ext uri="{FF2B5EF4-FFF2-40B4-BE49-F238E27FC236}">
                <a16:creationId xmlns:a16="http://schemas.microsoft.com/office/drawing/2014/main" id="{893DEC7C-79A3-4144-A817-AE81708959B2}"/>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5CC483F-468B-416B-B6B1-6BE884C52047}"/>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86479E2-9DF3-4DEA-9C4D-CCAD42FF9CCA}"/>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7" name="TextBox 16">
            <a:extLst>
              <a:ext uri="{FF2B5EF4-FFF2-40B4-BE49-F238E27FC236}">
                <a16:creationId xmlns:a16="http://schemas.microsoft.com/office/drawing/2014/main" id="{FB90B3E7-0C5B-48B3-8561-36F18D7CB2C6}"/>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D5341EC9-B150-4429-843B-E5ADA3C39978}"/>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96CDF022-0744-4164-952F-14D8303C4B39}"/>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CA96E9CE-9F89-4534-AFC1-85731F0664C8}"/>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3DBE3881-0D07-4998-9F92-92FB5C60BD44}"/>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8" name="Rectangle 87">
            <a:extLst>
              <a:ext uri="{FF2B5EF4-FFF2-40B4-BE49-F238E27FC236}">
                <a16:creationId xmlns:a16="http://schemas.microsoft.com/office/drawing/2014/main" id="{99495E87-ABAD-4B57-9E98-7FFE41054BFA}"/>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89" name="Group 88">
            <a:extLst>
              <a:ext uri="{FF2B5EF4-FFF2-40B4-BE49-F238E27FC236}">
                <a16:creationId xmlns:a16="http://schemas.microsoft.com/office/drawing/2014/main" id="{684DBF18-21E3-4C4F-AB0B-B7C6C9A45784}"/>
              </a:ext>
            </a:extLst>
          </p:cNvPr>
          <p:cNvGrpSpPr/>
          <p:nvPr/>
        </p:nvGrpSpPr>
        <p:grpSpPr>
          <a:xfrm>
            <a:off x="9192986" y="1051487"/>
            <a:ext cx="954405" cy="3085386"/>
            <a:chOff x="12257314" y="1051487"/>
            <a:chExt cx="1272540" cy="3085386"/>
          </a:xfrm>
        </p:grpSpPr>
        <p:sp>
          <p:nvSpPr>
            <p:cNvPr id="90" name="Rectangle 89">
              <a:extLst>
                <a:ext uri="{FF2B5EF4-FFF2-40B4-BE49-F238E27FC236}">
                  <a16:creationId xmlns:a16="http://schemas.microsoft.com/office/drawing/2014/main" id="{45ECE3A5-3B8A-4832-80BC-DD14F41F7732}"/>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1" name="TextBox 90">
              <a:extLst>
                <a:ext uri="{FF2B5EF4-FFF2-40B4-BE49-F238E27FC236}">
                  <a16:creationId xmlns:a16="http://schemas.microsoft.com/office/drawing/2014/main" id="{E7117544-529D-4E7F-BCCB-C875394B3B95}"/>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2" name="Freeform: Shape 91">
              <a:extLst>
                <a:ext uri="{FF2B5EF4-FFF2-40B4-BE49-F238E27FC236}">
                  <a16:creationId xmlns:a16="http://schemas.microsoft.com/office/drawing/2014/main" id="{FC72210F-12D9-4693-86C8-71981AD5C4B3}"/>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3" name="TextBox 92">
              <a:extLst>
                <a:ext uri="{FF2B5EF4-FFF2-40B4-BE49-F238E27FC236}">
                  <a16:creationId xmlns:a16="http://schemas.microsoft.com/office/drawing/2014/main" id="{9194E8DB-D0FB-4E20-94B6-138504DD9A0E}"/>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4" name="Freeform: Shape 93">
              <a:extLst>
                <a:ext uri="{FF2B5EF4-FFF2-40B4-BE49-F238E27FC236}">
                  <a16:creationId xmlns:a16="http://schemas.microsoft.com/office/drawing/2014/main" id="{2BE48F46-090C-44D4-AF94-1D5F8F2B569A}"/>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5" name="Freeform: Shape 94">
              <a:extLst>
                <a:ext uri="{FF2B5EF4-FFF2-40B4-BE49-F238E27FC236}">
                  <a16:creationId xmlns:a16="http://schemas.microsoft.com/office/drawing/2014/main" id="{1E080D52-6AE6-4675-81F8-07C78B9F8D03}"/>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TextBox 95">
              <a:extLst>
                <a:ext uri="{FF2B5EF4-FFF2-40B4-BE49-F238E27FC236}">
                  <a16:creationId xmlns:a16="http://schemas.microsoft.com/office/drawing/2014/main" id="{CF09E73A-FE20-4BD9-8D66-AF94023D782A}"/>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7" name="Picture 96">
              <a:extLst>
                <a:ext uri="{FF2B5EF4-FFF2-40B4-BE49-F238E27FC236}">
                  <a16:creationId xmlns:a16="http://schemas.microsoft.com/office/drawing/2014/main" id="{4BFA87CA-E109-4FF2-B172-A94DFB268EF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8" name="Rectangle 97">
              <a:extLst>
                <a:ext uri="{FF2B5EF4-FFF2-40B4-BE49-F238E27FC236}">
                  <a16:creationId xmlns:a16="http://schemas.microsoft.com/office/drawing/2014/main" id="{F4E24E0B-A12A-45D9-AB57-5A590D3ECCA3}"/>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9" name="Rectangle 98">
              <a:extLst>
                <a:ext uri="{FF2B5EF4-FFF2-40B4-BE49-F238E27FC236}">
                  <a16:creationId xmlns:a16="http://schemas.microsoft.com/office/drawing/2014/main" id="{8C6B9DFE-14A1-4340-BB78-3196C843359E}"/>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0" name="Rectangle 99">
              <a:extLst>
                <a:ext uri="{FF2B5EF4-FFF2-40B4-BE49-F238E27FC236}">
                  <a16:creationId xmlns:a16="http://schemas.microsoft.com/office/drawing/2014/main" id="{8CC2D451-C22A-4F2F-A874-38E8B2E8584E}"/>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1" name="Rectangle 100">
              <a:extLst>
                <a:ext uri="{FF2B5EF4-FFF2-40B4-BE49-F238E27FC236}">
                  <a16:creationId xmlns:a16="http://schemas.microsoft.com/office/drawing/2014/main" id="{70732C7C-6967-40E4-BE40-9323AEB729E9}"/>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2" name="Group 101">
              <a:extLst>
                <a:ext uri="{FF2B5EF4-FFF2-40B4-BE49-F238E27FC236}">
                  <a16:creationId xmlns:a16="http://schemas.microsoft.com/office/drawing/2014/main" id="{240FC81C-279B-4512-8F30-1779A524F352}"/>
                </a:ext>
              </a:extLst>
            </p:cNvPr>
            <p:cNvGrpSpPr/>
            <p:nvPr/>
          </p:nvGrpSpPr>
          <p:grpSpPr>
            <a:xfrm>
              <a:off x="12364752" y="2345932"/>
              <a:ext cx="1055431" cy="88186"/>
              <a:chOff x="914335" y="6913770"/>
              <a:chExt cx="1109884" cy="100584"/>
            </a:xfrm>
            <a:noFill/>
          </p:grpSpPr>
          <p:sp>
            <p:nvSpPr>
              <p:cNvPr id="113" name="Rectangle 112">
                <a:extLst>
                  <a:ext uri="{FF2B5EF4-FFF2-40B4-BE49-F238E27FC236}">
                    <a16:creationId xmlns:a16="http://schemas.microsoft.com/office/drawing/2014/main" id="{4ABABA4F-6CE0-44E9-9200-51BC5DA549DF}"/>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4" name="Rectangle 113">
                <a:extLst>
                  <a:ext uri="{FF2B5EF4-FFF2-40B4-BE49-F238E27FC236}">
                    <a16:creationId xmlns:a16="http://schemas.microsoft.com/office/drawing/2014/main" id="{59B5C93E-3932-4419-8454-5E4AAD910B48}"/>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5" name="Rectangle 114">
                <a:extLst>
                  <a:ext uri="{FF2B5EF4-FFF2-40B4-BE49-F238E27FC236}">
                    <a16:creationId xmlns:a16="http://schemas.microsoft.com/office/drawing/2014/main" id="{77597AE8-74B5-4588-B09F-4788D6F4E8D3}"/>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6" name="Rectangle 115">
                <a:extLst>
                  <a:ext uri="{FF2B5EF4-FFF2-40B4-BE49-F238E27FC236}">
                    <a16:creationId xmlns:a16="http://schemas.microsoft.com/office/drawing/2014/main" id="{37FB415E-DCDC-4000-9766-9DD3CB938835}"/>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7" name="Rectangle 116">
                <a:extLst>
                  <a:ext uri="{FF2B5EF4-FFF2-40B4-BE49-F238E27FC236}">
                    <a16:creationId xmlns:a16="http://schemas.microsoft.com/office/drawing/2014/main" id="{4C33F656-4167-4CE1-9AD4-40C37E056BED}"/>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8" name="Rectangle 117">
                <a:extLst>
                  <a:ext uri="{FF2B5EF4-FFF2-40B4-BE49-F238E27FC236}">
                    <a16:creationId xmlns:a16="http://schemas.microsoft.com/office/drawing/2014/main" id="{595083B2-9F83-4528-AAF4-7C52D9AB1A02}"/>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9" name="Rectangle 118">
                <a:extLst>
                  <a:ext uri="{FF2B5EF4-FFF2-40B4-BE49-F238E27FC236}">
                    <a16:creationId xmlns:a16="http://schemas.microsoft.com/office/drawing/2014/main" id="{29CD0836-52F9-45C7-A86A-35B4377EDBED}"/>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0" name="Rectangle 119">
                <a:extLst>
                  <a:ext uri="{FF2B5EF4-FFF2-40B4-BE49-F238E27FC236}">
                    <a16:creationId xmlns:a16="http://schemas.microsoft.com/office/drawing/2014/main" id="{7A459AE0-8F2C-4633-8532-C0FA80DAE3F7}"/>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1" name="Rectangle 120">
                <a:extLst>
                  <a:ext uri="{FF2B5EF4-FFF2-40B4-BE49-F238E27FC236}">
                    <a16:creationId xmlns:a16="http://schemas.microsoft.com/office/drawing/2014/main" id="{17517B6F-D41A-4486-86DF-B5F390A8867E}"/>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2" name="Rectangle 121">
                <a:extLst>
                  <a:ext uri="{FF2B5EF4-FFF2-40B4-BE49-F238E27FC236}">
                    <a16:creationId xmlns:a16="http://schemas.microsoft.com/office/drawing/2014/main" id="{30AB530F-89EA-4891-9BC0-9BBE24D501AB}"/>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3" name="Graphic 102" descr="Close with solid fill">
              <a:extLst>
                <a:ext uri="{FF2B5EF4-FFF2-40B4-BE49-F238E27FC236}">
                  <a16:creationId xmlns:a16="http://schemas.microsoft.com/office/drawing/2014/main" id="{A61EE766-DA8C-4B11-B636-64641A0CC10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04" name="Graphic 103" descr="Close with solid fill">
              <a:extLst>
                <a:ext uri="{FF2B5EF4-FFF2-40B4-BE49-F238E27FC236}">
                  <a16:creationId xmlns:a16="http://schemas.microsoft.com/office/drawing/2014/main" id="{4C1BEF7C-C7AE-4C02-97F1-E131B947CBD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05" name="Graphic 104" descr="Close with solid fill">
              <a:extLst>
                <a:ext uri="{FF2B5EF4-FFF2-40B4-BE49-F238E27FC236}">
                  <a16:creationId xmlns:a16="http://schemas.microsoft.com/office/drawing/2014/main" id="{1A20D4E3-61B3-4659-9F45-75626327B7A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06" name="Graphic 105" descr="Close with solid fill">
              <a:extLst>
                <a:ext uri="{FF2B5EF4-FFF2-40B4-BE49-F238E27FC236}">
                  <a16:creationId xmlns:a16="http://schemas.microsoft.com/office/drawing/2014/main" id="{9FDF2732-D7CB-4658-91CC-5A77D23DA1A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07" name="Graphic 106" descr="Close with solid fill">
              <a:extLst>
                <a:ext uri="{FF2B5EF4-FFF2-40B4-BE49-F238E27FC236}">
                  <a16:creationId xmlns:a16="http://schemas.microsoft.com/office/drawing/2014/main" id="{9B7BDC60-1EF5-4806-9A77-5052A2D4641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08" name="Graphic 107" descr="Close with solid fill">
              <a:extLst>
                <a:ext uri="{FF2B5EF4-FFF2-40B4-BE49-F238E27FC236}">
                  <a16:creationId xmlns:a16="http://schemas.microsoft.com/office/drawing/2014/main" id="{9DEE8FC4-A0D7-4AF1-A9B7-727B71FB054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09" name="Graphic 108" descr="Close with solid fill">
              <a:extLst>
                <a:ext uri="{FF2B5EF4-FFF2-40B4-BE49-F238E27FC236}">
                  <a16:creationId xmlns:a16="http://schemas.microsoft.com/office/drawing/2014/main" id="{AE6731F5-4F2A-4BA6-86DB-F95709DC6B8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10" name="Graphic 109" descr="Close with solid fill">
              <a:extLst>
                <a:ext uri="{FF2B5EF4-FFF2-40B4-BE49-F238E27FC236}">
                  <a16:creationId xmlns:a16="http://schemas.microsoft.com/office/drawing/2014/main" id="{2F9778D0-206E-4FC0-B0E0-D32FE96569C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11" name="Graphic 110" descr="Close with solid fill">
              <a:extLst>
                <a:ext uri="{FF2B5EF4-FFF2-40B4-BE49-F238E27FC236}">
                  <a16:creationId xmlns:a16="http://schemas.microsoft.com/office/drawing/2014/main" id="{DFA1B4CD-0D95-4FFC-BA36-3823DEC95F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12" name="Graphic 111" descr="Close with solid fill">
              <a:extLst>
                <a:ext uri="{FF2B5EF4-FFF2-40B4-BE49-F238E27FC236}">
                  <a16:creationId xmlns:a16="http://schemas.microsoft.com/office/drawing/2014/main" id="{453B95BB-E6EC-4FF5-8BB9-6857193EAE9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sp>
        <p:nvSpPr>
          <p:cNvPr id="3" name="Date Placeholder 2">
            <a:extLst>
              <a:ext uri="{FF2B5EF4-FFF2-40B4-BE49-F238E27FC236}">
                <a16:creationId xmlns:a16="http://schemas.microsoft.com/office/drawing/2014/main" id="{2F4B2B6F-489A-487A-B10A-F4D2464CA129}"/>
              </a:ext>
            </a:extLst>
          </p:cNvPr>
          <p:cNvSpPr>
            <a:spLocks noGrp="1"/>
          </p:cNvSpPr>
          <p:nvPr>
            <p:ph type="dt" sz="half" idx="18"/>
          </p:nvPr>
        </p:nvSpPr>
        <p:spPr>
          <a:xfrm>
            <a:off x="-68894" y="6899830"/>
            <a:ext cx="41148" cy="54864"/>
          </a:xfrm>
        </p:spPr>
        <p:txBody>
          <a:bodyPr/>
          <a:lstStyle>
            <a:lvl1pPr>
              <a:defRPr sz="100">
                <a:noFill/>
              </a:defRPr>
            </a:lvl1pPr>
          </a:lstStyle>
          <a:p>
            <a:fld id="{F3B46971-4D15-424F-9C28-D1FB6CB0543C}" type="datetime4">
              <a:rPr lang="en-US" smtClean="0"/>
              <a:t>August 13, 2025</a:t>
            </a:fld>
            <a:endParaRPr lang="en-US"/>
          </a:p>
        </p:txBody>
      </p:sp>
      <p:sp>
        <p:nvSpPr>
          <p:cNvPr id="4" name="Footer Placeholder 3">
            <a:extLst>
              <a:ext uri="{FF2B5EF4-FFF2-40B4-BE49-F238E27FC236}">
                <a16:creationId xmlns:a16="http://schemas.microsoft.com/office/drawing/2014/main" id="{3CA42B13-DC57-419A-8756-4F81A1EDB959}"/>
              </a:ext>
            </a:extLst>
          </p:cNvPr>
          <p:cNvSpPr>
            <a:spLocks noGrp="1"/>
          </p:cNvSpPr>
          <p:nvPr>
            <p:ph type="ftr" sz="quarter" idx="19"/>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29F1D4C7-82F0-4511-A668-F8E8F1C0D502}"/>
              </a:ext>
            </a:extLst>
          </p:cNvPr>
          <p:cNvSpPr>
            <a:spLocks noGrp="1"/>
          </p:cNvSpPr>
          <p:nvPr>
            <p:ph type="sldNum" sz="quarter" idx="20"/>
          </p:nvPr>
        </p:nvSpPr>
        <p:spPr>
          <a:xfrm>
            <a:off x="9155925" y="6875928"/>
            <a:ext cx="41148" cy="54864"/>
          </a:xfrm>
        </p:spPr>
        <p:txBody>
          <a:bodyPr/>
          <a:lstStyle>
            <a:lvl1pPr>
              <a:defRPr sz="100">
                <a:noFill/>
              </a:defRPr>
            </a:lvl1pPr>
          </a:lstStyle>
          <a:p>
            <a:fld id="{5CFA18E4-D58E-4B28-B105-28D9665A8EBC}" type="slidenum">
              <a:rPr lang="en-US" smtClean="0"/>
              <a:pPr/>
              <a:t>‹#›</a:t>
            </a:fld>
            <a:endParaRPr lang="en-US"/>
          </a:p>
        </p:txBody>
      </p:sp>
      <p:pic>
        <p:nvPicPr>
          <p:cNvPr id="70" name="SPG Commodity Insights White Big">
            <a:extLst>
              <a:ext uri="{FF2B5EF4-FFF2-40B4-BE49-F238E27FC236}">
                <a16:creationId xmlns:a16="http://schemas.microsoft.com/office/drawing/2014/main" id="{70241632-E006-4408-8413-1DB40F54B9A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76120" y="173933"/>
            <a:ext cx="2071116" cy="960692"/>
          </a:xfrm>
          <a:prstGeom prst="rect">
            <a:avLst/>
          </a:prstGeom>
        </p:spPr>
      </p:pic>
    </p:spTree>
    <p:extLst>
      <p:ext uri="{BB962C8B-B14F-4D97-AF65-F5344CB8AC3E}">
        <p14:creationId xmlns:p14="http://schemas.microsoft.com/office/powerpoint/2010/main" val="3956484658"/>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Title Blank Red">
    <p:bg>
      <p:bgPr>
        <a:solidFill>
          <a:schemeClr val="accent1"/>
        </a:solidFill>
        <a:effectLst/>
      </p:bgPr>
    </p:bg>
    <p:spTree>
      <p:nvGrpSpPr>
        <p:cNvPr id="1" name=""/>
        <p:cNvGrpSpPr/>
        <p:nvPr/>
      </p:nvGrpSpPr>
      <p:grpSpPr>
        <a:xfrm>
          <a:off x="0" y="0"/>
          <a:ext cx="0" cy="0"/>
          <a:chOff x="0" y="0"/>
          <a:chExt cx="0" cy="0"/>
        </a:xfrm>
      </p:grpSpPr>
      <p:grpSp>
        <p:nvGrpSpPr>
          <p:cNvPr id="72" name="Group 71">
            <a:extLst>
              <a:ext uri="{FF2B5EF4-FFF2-40B4-BE49-F238E27FC236}">
                <a16:creationId xmlns:a16="http://schemas.microsoft.com/office/drawing/2014/main" id="{6EB64E27-0618-4E65-8CB4-FCD7F4351DF3}"/>
              </a:ext>
            </a:extLst>
          </p:cNvPr>
          <p:cNvGrpSpPr/>
          <p:nvPr/>
        </p:nvGrpSpPr>
        <p:grpSpPr>
          <a:xfrm>
            <a:off x="9144747" y="647701"/>
            <a:ext cx="104748" cy="5046663"/>
            <a:chOff x="12192996" y="647700"/>
            <a:chExt cx="139664" cy="5046663"/>
          </a:xfrm>
        </p:grpSpPr>
        <p:cxnSp>
          <p:nvCxnSpPr>
            <p:cNvPr id="73" name="Straight Connector 72">
              <a:extLst>
                <a:ext uri="{FF2B5EF4-FFF2-40B4-BE49-F238E27FC236}">
                  <a16:creationId xmlns:a16="http://schemas.microsoft.com/office/drawing/2014/main" id="{5DEA62B0-2835-4EDE-8B75-2FB85E7666BC}"/>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8C1FC8A2-36B3-400F-A042-75077492A9BF}"/>
                </a:ext>
              </a:extLst>
            </p:cNvPr>
            <p:cNvGrpSpPr/>
            <p:nvPr/>
          </p:nvGrpSpPr>
          <p:grpSpPr>
            <a:xfrm>
              <a:off x="12202508" y="647700"/>
              <a:ext cx="130152" cy="5046663"/>
              <a:chOff x="12202508" y="647700"/>
              <a:chExt cx="130152" cy="5046663"/>
            </a:xfrm>
          </p:grpSpPr>
          <p:cxnSp>
            <p:nvCxnSpPr>
              <p:cNvPr id="75" name="Straight Connector 74">
                <a:extLst>
                  <a:ext uri="{FF2B5EF4-FFF2-40B4-BE49-F238E27FC236}">
                    <a16:creationId xmlns:a16="http://schemas.microsoft.com/office/drawing/2014/main" id="{240CCC65-28AB-49B1-9813-C39743DDA9C3}"/>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A2AA5D0D-D26E-48A9-9B47-A5BB998C4FCC}"/>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4D94432-CB1F-4EE3-BC6B-B174E7B5B39B}"/>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A38DC04E-1A74-4114-95EE-871364D9B49B}"/>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8B27100-F447-416B-8752-DC9C3465B79C}"/>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0" name="Group 79">
            <a:extLst>
              <a:ext uri="{FF2B5EF4-FFF2-40B4-BE49-F238E27FC236}">
                <a16:creationId xmlns:a16="http://schemas.microsoft.com/office/drawing/2014/main" id="{441370FA-E0C5-4DDC-8946-4958159BA8AC}"/>
              </a:ext>
            </a:extLst>
          </p:cNvPr>
          <p:cNvGrpSpPr/>
          <p:nvPr/>
        </p:nvGrpSpPr>
        <p:grpSpPr>
          <a:xfrm>
            <a:off x="-97614" y="647701"/>
            <a:ext cx="97614" cy="5046663"/>
            <a:chOff x="-130152" y="647700"/>
            <a:chExt cx="130152" cy="5046663"/>
          </a:xfrm>
        </p:grpSpPr>
        <p:cxnSp>
          <p:nvCxnSpPr>
            <p:cNvPr id="81" name="Straight Connector 80">
              <a:extLst>
                <a:ext uri="{FF2B5EF4-FFF2-40B4-BE49-F238E27FC236}">
                  <a16:creationId xmlns:a16="http://schemas.microsoft.com/office/drawing/2014/main" id="{DE1133AF-7AB4-4FCC-A06F-35F8B4048E4C}"/>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93D40113-1CD2-4F59-8F83-B9415CAD8B58}"/>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BEB38F7D-9222-4C5F-B84F-007925FEDFBD}"/>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99913A1E-6909-4DF7-8232-57CCBDC51134}"/>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7435DCD-381E-40A7-8575-75387DEDEC1B}"/>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4CA3929-073D-4A99-BA6D-9F5FBA190879}"/>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419101" y="1959841"/>
            <a:ext cx="5391765" cy="1398263"/>
          </a:xfrm>
          <a:prstGeom prst="rect">
            <a:avLst/>
          </a:prstGeom>
          <a:noFill/>
        </p:spPr>
        <p:txBody>
          <a:bodyPr anchor="b">
            <a:normAutofit/>
          </a:bodyPr>
          <a:lstStyle>
            <a:lvl1pPr>
              <a:defRPr sz="3300" b="0"/>
            </a:lvl1pPr>
          </a:lstStyle>
          <a:p>
            <a:r>
              <a:rPr lang="en-US"/>
              <a:t>[Presentation title max two lines]</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419101" y="3478225"/>
            <a:ext cx="5391765" cy="475488"/>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[Presentation subtitle]</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431462" y="4133915"/>
            <a:ext cx="2276856" cy="1166941"/>
          </a:xfrm>
        </p:spPr>
        <p:txBody>
          <a:bodyPr anchor="b">
            <a:noAutofit/>
          </a:bodyPr>
          <a:lstStyle>
            <a:lvl1pPr marL="0" indent="0">
              <a:buNone/>
              <a:defRPr sz="1200"/>
            </a:lvl1pPr>
            <a:lvl2pPr marL="0" indent="0">
              <a:buNone/>
              <a:defRPr sz="900"/>
            </a:lvl2pPr>
            <a:lvl3pPr marL="0" indent="0">
              <a:buNone/>
              <a:defRPr sz="900"/>
            </a:lvl3pPr>
            <a:lvl4pPr marL="0" indent="0">
              <a:buNone/>
              <a:defRPr sz="900"/>
            </a:lvl4pPr>
            <a:lvl5pPr marL="0" indent="0">
              <a:buNone/>
              <a:defRPr sz="9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431462" y="5556524"/>
            <a:ext cx="2276856" cy="214805"/>
          </a:xfrm>
        </p:spPr>
        <p:txBody>
          <a:bodyPr>
            <a:normAutofit/>
          </a:bodyPr>
          <a:lstStyle>
            <a:lvl1pPr marL="0" indent="0" algn="l">
              <a:buNone/>
              <a:defRPr sz="900"/>
            </a:lvl1pPr>
            <a:lvl2pPr marL="0" indent="0">
              <a:buNone/>
              <a:defRPr/>
            </a:lvl2pPr>
            <a:lvl3pPr marL="0" indent="0">
              <a:buNone/>
              <a:defRPr/>
            </a:lvl3pPr>
            <a:lvl4pPr marL="0" indent="0">
              <a:buNone/>
              <a:defRPr/>
            </a:lvl4pPr>
            <a:lvl5pPr marL="0" indent="0">
              <a:buNone/>
              <a:defRPr/>
            </a:lvl5pPr>
          </a:lstStyle>
          <a:p>
            <a:pPr lvl="0"/>
            <a:r>
              <a:rPr lang="en-US"/>
              <a:t>[Insert date]</a:t>
            </a:r>
          </a:p>
        </p:txBody>
      </p:sp>
      <p:cxnSp>
        <p:nvCxnSpPr>
          <p:cNvPr id="12" name="Straight Connector 11">
            <a:extLst>
              <a:ext uri="{FF2B5EF4-FFF2-40B4-BE49-F238E27FC236}">
                <a16:creationId xmlns:a16="http://schemas.microsoft.com/office/drawing/2014/main" id="{F948F06B-101D-4AC6-B5A1-D4C6DC1DC1E4}"/>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E9A438F-EC51-4D26-B661-2EAD720C07CA}"/>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2BD921F-4EE9-40CB-99AD-3B60994C2D55}"/>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7" name="TextBox 16">
            <a:extLst>
              <a:ext uri="{FF2B5EF4-FFF2-40B4-BE49-F238E27FC236}">
                <a16:creationId xmlns:a16="http://schemas.microsoft.com/office/drawing/2014/main" id="{6B05D682-0C07-468D-8664-04E726BF794A}"/>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3" name="Group 62">
            <a:extLst>
              <a:ext uri="{FF2B5EF4-FFF2-40B4-BE49-F238E27FC236}">
                <a16:creationId xmlns:a16="http://schemas.microsoft.com/office/drawing/2014/main" id="{225AFF6D-273A-4DDD-B466-929EBD166B52}"/>
              </a:ext>
            </a:extLst>
          </p:cNvPr>
          <p:cNvGrpSpPr/>
          <p:nvPr/>
        </p:nvGrpSpPr>
        <p:grpSpPr>
          <a:xfrm>
            <a:off x="-994" y="6871034"/>
            <a:ext cx="9144000" cy="143299"/>
            <a:chOff x="-1325" y="6871033"/>
            <a:chExt cx="12192000" cy="143299"/>
          </a:xfrm>
        </p:grpSpPr>
        <p:sp>
          <p:nvSpPr>
            <p:cNvPr id="64" name="Rectangle 63">
              <a:extLst>
                <a:ext uri="{FF2B5EF4-FFF2-40B4-BE49-F238E27FC236}">
                  <a16:creationId xmlns:a16="http://schemas.microsoft.com/office/drawing/2014/main" id="{1F76FDE2-A8A3-4534-9F53-836640B701EF}"/>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5" name="Rectangle 64">
              <a:extLst>
                <a:ext uri="{FF2B5EF4-FFF2-40B4-BE49-F238E27FC236}">
                  <a16:creationId xmlns:a16="http://schemas.microsoft.com/office/drawing/2014/main" id="{7E47F59E-74E5-4D19-B087-1409F7DADF1D}"/>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6" name="Rectangle 65">
            <a:extLst>
              <a:ext uri="{FF2B5EF4-FFF2-40B4-BE49-F238E27FC236}">
                <a16:creationId xmlns:a16="http://schemas.microsoft.com/office/drawing/2014/main" id="{5E1F82C3-DAD1-4EB6-B300-D338DC3B22E3}"/>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7" name="Rectangle 86">
            <a:extLst>
              <a:ext uri="{FF2B5EF4-FFF2-40B4-BE49-F238E27FC236}">
                <a16:creationId xmlns:a16="http://schemas.microsoft.com/office/drawing/2014/main" id="{46E26F63-06C3-4579-B7AB-F7A1ED499230}"/>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88" name="Group 87">
            <a:extLst>
              <a:ext uri="{FF2B5EF4-FFF2-40B4-BE49-F238E27FC236}">
                <a16:creationId xmlns:a16="http://schemas.microsoft.com/office/drawing/2014/main" id="{E0D07729-3939-43F4-A302-C5F3EA4780C4}"/>
              </a:ext>
            </a:extLst>
          </p:cNvPr>
          <p:cNvGrpSpPr/>
          <p:nvPr/>
        </p:nvGrpSpPr>
        <p:grpSpPr>
          <a:xfrm>
            <a:off x="9192986" y="1051487"/>
            <a:ext cx="954405" cy="3085386"/>
            <a:chOff x="12257314" y="1051487"/>
            <a:chExt cx="1272540" cy="3085386"/>
          </a:xfrm>
        </p:grpSpPr>
        <p:sp>
          <p:nvSpPr>
            <p:cNvPr id="89" name="Rectangle 88">
              <a:extLst>
                <a:ext uri="{FF2B5EF4-FFF2-40B4-BE49-F238E27FC236}">
                  <a16:creationId xmlns:a16="http://schemas.microsoft.com/office/drawing/2014/main" id="{7E71D360-9AF5-4645-97F3-C612E964C60B}"/>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0" name="TextBox 89">
              <a:extLst>
                <a:ext uri="{FF2B5EF4-FFF2-40B4-BE49-F238E27FC236}">
                  <a16:creationId xmlns:a16="http://schemas.microsoft.com/office/drawing/2014/main" id="{D3346FA0-D716-4F51-B586-A091F8B0E2D9}"/>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1" name="Freeform: Shape 90">
              <a:extLst>
                <a:ext uri="{FF2B5EF4-FFF2-40B4-BE49-F238E27FC236}">
                  <a16:creationId xmlns:a16="http://schemas.microsoft.com/office/drawing/2014/main" id="{6A732932-7B06-4798-8198-3DE8FF70E895}"/>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2" name="TextBox 91">
              <a:extLst>
                <a:ext uri="{FF2B5EF4-FFF2-40B4-BE49-F238E27FC236}">
                  <a16:creationId xmlns:a16="http://schemas.microsoft.com/office/drawing/2014/main" id="{5CE8B367-9285-4955-8FF6-B1A5ABC45C23}"/>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3" name="Freeform: Shape 92">
              <a:extLst>
                <a:ext uri="{FF2B5EF4-FFF2-40B4-BE49-F238E27FC236}">
                  <a16:creationId xmlns:a16="http://schemas.microsoft.com/office/drawing/2014/main" id="{B48FC7EB-BA31-441C-8876-F248DBBF4F93}"/>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Freeform: Shape 93">
              <a:extLst>
                <a:ext uri="{FF2B5EF4-FFF2-40B4-BE49-F238E27FC236}">
                  <a16:creationId xmlns:a16="http://schemas.microsoft.com/office/drawing/2014/main" id="{DA9EE824-6934-464A-87AB-5B7510D0D976}"/>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5" name="TextBox 94">
              <a:extLst>
                <a:ext uri="{FF2B5EF4-FFF2-40B4-BE49-F238E27FC236}">
                  <a16:creationId xmlns:a16="http://schemas.microsoft.com/office/drawing/2014/main" id="{DF1917B8-85C1-4582-B15C-7D69D1E14943}"/>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6" name="Picture 95">
              <a:extLst>
                <a:ext uri="{FF2B5EF4-FFF2-40B4-BE49-F238E27FC236}">
                  <a16:creationId xmlns:a16="http://schemas.microsoft.com/office/drawing/2014/main" id="{9A694079-5DB8-42FB-99FB-670FDAE8A27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7" name="Rectangle 96">
              <a:extLst>
                <a:ext uri="{FF2B5EF4-FFF2-40B4-BE49-F238E27FC236}">
                  <a16:creationId xmlns:a16="http://schemas.microsoft.com/office/drawing/2014/main" id="{64BA07E1-8B91-45F1-B874-C6C2CBEE91D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8" name="Rectangle 97">
              <a:extLst>
                <a:ext uri="{FF2B5EF4-FFF2-40B4-BE49-F238E27FC236}">
                  <a16:creationId xmlns:a16="http://schemas.microsoft.com/office/drawing/2014/main" id="{A3B84B6C-21AA-4B0F-9AE5-357C158D8358}"/>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9" name="Rectangle 98">
              <a:extLst>
                <a:ext uri="{FF2B5EF4-FFF2-40B4-BE49-F238E27FC236}">
                  <a16:creationId xmlns:a16="http://schemas.microsoft.com/office/drawing/2014/main" id="{B1CB1052-EDAB-4A44-A9F6-02CF8C25825E}"/>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0" name="Rectangle 99">
              <a:extLst>
                <a:ext uri="{FF2B5EF4-FFF2-40B4-BE49-F238E27FC236}">
                  <a16:creationId xmlns:a16="http://schemas.microsoft.com/office/drawing/2014/main" id="{72642DBF-311C-45CB-B45A-013D8DC9A7DD}"/>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1" name="Group 100">
              <a:extLst>
                <a:ext uri="{FF2B5EF4-FFF2-40B4-BE49-F238E27FC236}">
                  <a16:creationId xmlns:a16="http://schemas.microsoft.com/office/drawing/2014/main" id="{D88760E3-D8A9-4644-BB47-4A39A0C0ED3A}"/>
                </a:ext>
              </a:extLst>
            </p:cNvPr>
            <p:cNvGrpSpPr/>
            <p:nvPr/>
          </p:nvGrpSpPr>
          <p:grpSpPr>
            <a:xfrm>
              <a:off x="12364752" y="2345932"/>
              <a:ext cx="1055431" cy="88186"/>
              <a:chOff x="914335" y="6913770"/>
              <a:chExt cx="1109884" cy="100584"/>
            </a:xfrm>
            <a:noFill/>
          </p:grpSpPr>
          <p:sp>
            <p:nvSpPr>
              <p:cNvPr id="112" name="Rectangle 111">
                <a:extLst>
                  <a:ext uri="{FF2B5EF4-FFF2-40B4-BE49-F238E27FC236}">
                    <a16:creationId xmlns:a16="http://schemas.microsoft.com/office/drawing/2014/main" id="{10E155DF-0A2A-489F-A204-F0139546EBEA}"/>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3" name="Rectangle 112">
                <a:extLst>
                  <a:ext uri="{FF2B5EF4-FFF2-40B4-BE49-F238E27FC236}">
                    <a16:creationId xmlns:a16="http://schemas.microsoft.com/office/drawing/2014/main" id="{1608BE06-2C89-4041-AE83-0F5765D7A808}"/>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4" name="Rectangle 113">
                <a:extLst>
                  <a:ext uri="{FF2B5EF4-FFF2-40B4-BE49-F238E27FC236}">
                    <a16:creationId xmlns:a16="http://schemas.microsoft.com/office/drawing/2014/main" id="{042C10B9-9530-404D-B23F-BD78942C3B56}"/>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5" name="Rectangle 114">
                <a:extLst>
                  <a:ext uri="{FF2B5EF4-FFF2-40B4-BE49-F238E27FC236}">
                    <a16:creationId xmlns:a16="http://schemas.microsoft.com/office/drawing/2014/main" id="{CA7A198E-0BA2-44E3-8240-55B454CDACF2}"/>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6" name="Rectangle 115">
                <a:extLst>
                  <a:ext uri="{FF2B5EF4-FFF2-40B4-BE49-F238E27FC236}">
                    <a16:creationId xmlns:a16="http://schemas.microsoft.com/office/drawing/2014/main" id="{2C5F2D5E-03B9-4F18-8463-0639DD8E4BF0}"/>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7" name="Rectangle 116">
                <a:extLst>
                  <a:ext uri="{FF2B5EF4-FFF2-40B4-BE49-F238E27FC236}">
                    <a16:creationId xmlns:a16="http://schemas.microsoft.com/office/drawing/2014/main" id="{662BE8F9-39AA-43C6-AFE0-1BF8A88CB5CD}"/>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8" name="Rectangle 117">
                <a:extLst>
                  <a:ext uri="{FF2B5EF4-FFF2-40B4-BE49-F238E27FC236}">
                    <a16:creationId xmlns:a16="http://schemas.microsoft.com/office/drawing/2014/main" id="{A5DA3E52-2EBC-4545-BE40-EE2557028C9A}"/>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9" name="Rectangle 118">
                <a:extLst>
                  <a:ext uri="{FF2B5EF4-FFF2-40B4-BE49-F238E27FC236}">
                    <a16:creationId xmlns:a16="http://schemas.microsoft.com/office/drawing/2014/main" id="{D9DAC4A6-077C-4A31-9C24-F07EA7E7C103}"/>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0" name="Rectangle 119">
                <a:extLst>
                  <a:ext uri="{FF2B5EF4-FFF2-40B4-BE49-F238E27FC236}">
                    <a16:creationId xmlns:a16="http://schemas.microsoft.com/office/drawing/2014/main" id="{2D2C074D-F360-43EE-915F-6303A53ED5D2}"/>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1" name="Rectangle 120">
                <a:extLst>
                  <a:ext uri="{FF2B5EF4-FFF2-40B4-BE49-F238E27FC236}">
                    <a16:creationId xmlns:a16="http://schemas.microsoft.com/office/drawing/2014/main" id="{016009BB-FA9B-401E-A10B-C1B048CF4412}"/>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2" name="Graphic 101" descr="Close with solid fill">
              <a:extLst>
                <a:ext uri="{FF2B5EF4-FFF2-40B4-BE49-F238E27FC236}">
                  <a16:creationId xmlns:a16="http://schemas.microsoft.com/office/drawing/2014/main" id="{FA226DF7-9868-4328-8240-58041EAE2D1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03" name="Graphic 102" descr="Close with solid fill">
              <a:extLst>
                <a:ext uri="{FF2B5EF4-FFF2-40B4-BE49-F238E27FC236}">
                  <a16:creationId xmlns:a16="http://schemas.microsoft.com/office/drawing/2014/main" id="{1D781BCD-EEF0-4C69-BB93-6F1F97FCFEF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4" name="Graphic 103" descr="Close with solid fill">
              <a:extLst>
                <a:ext uri="{FF2B5EF4-FFF2-40B4-BE49-F238E27FC236}">
                  <a16:creationId xmlns:a16="http://schemas.microsoft.com/office/drawing/2014/main" id="{966042FF-6FBE-4E6E-87D0-A7CB41FC504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5" name="Graphic 104" descr="Close with solid fill">
              <a:extLst>
                <a:ext uri="{FF2B5EF4-FFF2-40B4-BE49-F238E27FC236}">
                  <a16:creationId xmlns:a16="http://schemas.microsoft.com/office/drawing/2014/main" id="{6CA283C2-AECD-498D-BE39-3E166184E15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6" name="Graphic 105" descr="Close with solid fill">
              <a:extLst>
                <a:ext uri="{FF2B5EF4-FFF2-40B4-BE49-F238E27FC236}">
                  <a16:creationId xmlns:a16="http://schemas.microsoft.com/office/drawing/2014/main" id="{3244FAB6-051F-4B73-9E8F-4C61F319EED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7" name="Graphic 106" descr="Close with solid fill">
              <a:extLst>
                <a:ext uri="{FF2B5EF4-FFF2-40B4-BE49-F238E27FC236}">
                  <a16:creationId xmlns:a16="http://schemas.microsoft.com/office/drawing/2014/main" id="{1172A977-FABD-4493-A203-8849598A1B2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8" name="Graphic 107" descr="Close with solid fill">
              <a:extLst>
                <a:ext uri="{FF2B5EF4-FFF2-40B4-BE49-F238E27FC236}">
                  <a16:creationId xmlns:a16="http://schemas.microsoft.com/office/drawing/2014/main" id="{7D5E0D52-CAE2-4CAD-B03B-D3EC9982EE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9" name="Graphic 108" descr="Close with solid fill">
              <a:extLst>
                <a:ext uri="{FF2B5EF4-FFF2-40B4-BE49-F238E27FC236}">
                  <a16:creationId xmlns:a16="http://schemas.microsoft.com/office/drawing/2014/main" id="{695E94A7-C5BF-484D-9E84-82AFDE6BF5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10" name="Graphic 109" descr="Close with solid fill">
              <a:extLst>
                <a:ext uri="{FF2B5EF4-FFF2-40B4-BE49-F238E27FC236}">
                  <a16:creationId xmlns:a16="http://schemas.microsoft.com/office/drawing/2014/main" id="{05373362-115D-49FA-8C68-A8B4E3E3C5A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1" name="Graphic 110" descr="Close with solid fill">
              <a:extLst>
                <a:ext uri="{FF2B5EF4-FFF2-40B4-BE49-F238E27FC236}">
                  <a16:creationId xmlns:a16="http://schemas.microsoft.com/office/drawing/2014/main" id="{622539A0-36E7-48F5-A397-E045B44472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
        <p:nvSpPr>
          <p:cNvPr id="3" name="Date Placeholder 2">
            <a:extLst>
              <a:ext uri="{FF2B5EF4-FFF2-40B4-BE49-F238E27FC236}">
                <a16:creationId xmlns:a16="http://schemas.microsoft.com/office/drawing/2014/main" id="{5064D30C-936C-4967-AFC6-B93F623CA6F5}"/>
              </a:ext>
            </a:extLst>
          </p:cNvPr>
          <p:cNvSpPr>
            <a:spLocks noGrp="1"/>
          </p:cNvSpPr>
          <p:nvPr>
            <p:ph type="dt" sz="half" idx="18"/>
          </p:nvPr>
        </p:nvSpPr>
        <p:spPr>
          <a:xfrm>
            <a:off x="-65993" y="6895674"/>
            <a:ext cx="41148" cy="54864"/>
          </a:xfrm>
        </p:spPr>
        <p:txBody>
          <a:bodyPr/>
          <a:lstStyle>
            <a:lvl1pPr>
              <a:defRPr sz="100">
                <a:noFill/>
              </a:defRPr>
            </a:lvl1pPr>
          </a:lstStyle>
          <a:p>
            <a:fld id="{2CCD725F-E5D0-43FE-9C5C-489B5DC7E57B}" type="datetime4">
              <a:rPr lang="en-US" smtClean="0"/>
              <a:t>August 13, 2025</a:t>
            </a:fld>
            <a:endParaRPr lang="en-US"/>
          </a:p>
        </p:txBody>
      </p:sp>
      <p:sp>
        <p:nvSpPr>
          <p:cNvPr id="4" name="Footer Placeholder 3">
            <a:extLst>
              <a:ext uri="{FF2B5EF4-FFF2-40B4-BE49-F238E27FC236}">
                <a16:creationId xmlns:a16="http://schemas.microsoft.com/office/drawing/2014/main" id="{AFF87BD7-3AD4-41A6-85D5-142F30CCDA5D}"/>
              </a:ext>
            </a:extLst>
          </p:cNvPr>
          <p:cNvSpPr>
            <a:spLocks noGrp="1"/>
          </p:cNvSpPr>
          <p:nvPr>
            <p:ph type="ftr" sz="quarter" idx="19"/>
          </p:nvPr>
        </p:nvSpPr>
        <p:spPr>
          <a:xfrm>
            <a:off x="4627538" y="6403792"/>
            <a:ext cx="4098553" cy="214805"/>
          </a:xfrm>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F3BEF5F0-4550-4190-9246-F1A51D3CF48B}"/>
              </a:ext>
            </a:extLst>
          </p:cNvPr>
          <p:cNvSpPr>
            <a:spLocks noGrp="1"/>
          </p:cNvSpPr>
          <p:nvPr>
            <p:ph type="sldNum" sz="quarter" idx="20"/>
          </p:nvPr>
        </p:nvSpPr>
        <p:spPr>
          <a:xfrm>
            <a:off x="9159398" y="6895673"/>
            <a:ext cx="41148" cy="54864"/>
          </a:xfrm>
        </p:spPr>
        <p:txBody>
          <a:bodyPr/>
          <a:lstStyle>
            <a:lvl1pPr>
              <a:defRPr sz="100">
                <a:noFill/>
              </a:defRPr>
            </a:lvl1pPr>
          </a:lstStyle>
          <a:p>
            <a:fld id="{5CFA18E4-D58E-4B28-B105-28D9665A8EBC}" type="slidenum">
              <a:rPr lang="en-US" smtClean="0"/>
              <a:pPr/>
              <a:t>‹#›</a:t>
            </a:fld>
            <a:endParaRPr lang="en-US"/>
          </a:p>
        </p:txBody>
      </p:sp>
      <p:pic>
        <p:nvPicPr>
          <p:cNvPr id="69" name="SPG Commodity Insights White Big">
            <a:extLst>
              <a:ext uri="{FF2B5EF4-FFF2-40B4-BE49-F238E27FC236}">
                <a16:creationId xmlns:a16="http://schemas.microsoft.com/office/drawing/2014/main" id="{E7A4C76E-B5E0-47B5-BEBC-D299E7DF7BE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76120" y="173933"/>
            <a:ext cx="2071116" cy="960692"/>
          </a:xfrm>
          <a:prstGeom prst="rect">
            <a:avLst/>
          </a:prstGeom>
        </p:spPr>
      </p:pic>
    </p:spTree>
    <p:extLst>
      <p:ext uri="{BB962C8B-B14F-4D97-AF65-F5344CB8AC3E}">
        <p14:creationId xmlns:p14="http://schemas.microsoft.com/office/powerpoint/2010/main" val="1103726437"/>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83" name="Group 82">
            <a:extLst>
              <a:ext uri="{FF2B5EF4-FFF2-40B4-BE49-F238E27FC236}">
                <a16:creationId xmlns:a16="http://schemas.microsoft.com/office/drawing/2014/main" id="{CBDE4C0C-1F1C-4F02-A6EB-F2554ADE887B}"/>
              </a:ext>
            </a:extLst>
          </p:cNvPr>
          <p:cNvGrpSpPr/>
          <p:nvPr/>
        </p:nvGrpSpPr>
        <p:grpSpPr>
          <a:xfrm>
            <a:off x="9144747" y="647701"/>
            <a:ext cx="104748" cy="5046663"/>
            <a:chOff x="12192996" y="647700"/>
            <a:chExt cx="139664" cy="5046663"/>
          </a:xfrm>
        </p:grpSpPr>
        <p:cxnSp>
          <p:nvCxnSpPr>
            <p:cNvPr id="84" name="Straight Connector 83">
              <a:extLst>
                <a:ext uri="{FF2B5EF4-FFF2-40B4-BE49-F238E27FC236}">
                  <a16:creationId xmlns:a16="http://schemas.microsoft.com/office/drawing/2014/main" id="{AB2B82C4-5A7B-4C3E-85F1-302BA123FDF8}"/>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5" name="Group 84">
              <a:extLst>
                <a:ext uri="{FF2B5EF4-FFF2-40B4-BE49-F238E27FC236}">
                  <a16:creationId xmlns:a16="http://schemas.microsoft.com/office/drawing/2014/main" id="{BC4CA50C-DC6B-4532-80EA-F28E8B51C0E1}"/>
                </a:ext>
              </a:extLst>
            </p:cNvPr>
            <p:cNvGrpSpPr/>
            <p:nvPr/>
          </p:nvGrpSpPr>
          <p:grpSpPr>
            <a:xfrm>
              <a:off x="12202508" y="647700"/>
              <a:ext cx="130152" cy="5046663"/>
              <a:chOff x="12202508" y="647700"/>
              <a:chExt cx="130152" cy="5046663"/>
            </a:xfrm>
          </p:grpSpPr>
          <p:cxnSp>
            <p:nvCxnSpPr>
              <p:cNvPr id="86" name="Straight Connector 85">
                <a:extLst>
                  <a:ext uri="{FF2B5EF4-FFF2-40B4-BE49-F238E27FC236}">
                    <a16:creationId xmlns:a16="http://schemas.microsoft.com/office/drawing/2014/main" id="{D4227544-25B8-43F2-A382-09126CE1D53D}"/>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DE0598B-21E1-4AC9-9DD3-9587CF3B2E21}"/>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4965106-C953-4340-ADAD-E33C3D5AB84E}"/>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268C2DAF-71D0-4E92-89F7-63BF5CCA1964}"/>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5C85142-108D-4D31-8381-651F3B71FEC3}"/>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91" name="Group 90">
            <a:extLst>
              <a:ext uri="{FF2B5EF4-FFF2-40B4-BE49-F238E27FC236}">
                <a16:creationId xmlns:a16="http://schemas.microsoft.com/office/drawing/2014/main" id="{3126A0FC-AB3D-4457-832F-9CAA4807D44D}"/>
              </a:ext>
            </a:extLst>
          </p:cNvPr>
          <p:cNvGrpSpPr/>
          <p:nvPr/>
        </p:nvGrpSpPr>
        <p:grpSpPr>
          <a:xfrm>
            <a:off x="-97614" y="647701"/>
            <a:ext cx="97614" cy="5046663"/>
            <a:chOff x="-130152" y="647700"/>
            <a:chExt cx="130152" cy="5046663"/>
          </a:xfrm>
        </p:grpSpPr>
        <p:cxnSp>
          <p:nvCxnSpPr>
            <p:cNvPr id="92" name="Straight Connector 91">
              <a:extLst>
                <a:ext uri="{FF2B5EF4-FFF2-40B4-BE49-F238E27FC236}">
                  <a16:creationId xmlns:a16="http://schemas.microsoft.com/office/drawing/2014/main" id="{17D5183D-E7EC-4733-A453-DD3011C74727}"/>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4CE7D18F-A860-4DD8-9A7F-DA37E4C3AA63}"/>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B76B2D8-9387-4E72-A78D-008F7B1DE7A6}"/>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96D2839-C002-4B6C-8039-6A2215DD0921}"/>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42CA74D5-3BD1-4495-8E67-2D08372A8A79}"/>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A53572D4-8E61-4A83-8938-8C0CB8CA936C}"/>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hasCustomPrompt="1"/>
          </p:nvPr>
        </p:nvSpPr>
        <p:spPr>
          <a:xfrm>
            <a:off x="418338" y="1956816"/>
            <a:ext cx="5390388" cy="1399032"/>
          </a:xfrm>
          <a:prstGeom prst="rect">
            <a:avLst/>
          </a:prstGeom>
        </p:spPr>
        <p:txBody>
          <a:bodyPr anchor="b">
            <a:normAutofit/>
          </a:bodyPr>
          <a:lstStyle>
            <a:lvl1pPr algn="l">
              <a:defRPr sz="3300" b="0"/>
            </a:lvl1pPr>
          </a:lstStyle>
          <a:p>
            <a:r>
              <a:rPr lang="en-US"/>
              <a:t>[Presentation title max two lines]</a:t>
            </a:r>
          </a:p>
        </p:txBody>
      </p:sp>
      <p:sp>
        <p:nvSpPr>
          <p:cNvPr id="3" name="Subtitle 2"/>
          <p:cNvSpPr>
            <a:spLocks noGrp="1"/>
          </p:cNvSpPr>
          <p:nvPr>
            <p:ph type="subTitle" idx="1" hasCustomPrompt="1"/>
          </p:nvPr>
        </p:nvSpPr>
        <p:spPr>
          <a:xfrm>
            <a:off x="419099" y="3474720"/>
            <a:ext cx="5390388" cy="739308"/>
          </a:xfrm>
        </p:spPr>
        <p:txBody>
          <a:bodyPr>
            <a:normAutofit/>
          </a:bodyPr>
          <a:lstStyle>
            <a:lvl1pPr marL="0" indent="0" algn="l">
              <a:buNone/>
              <a:defRPr sz="1800">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lvl="0"/>
            <a:r>
              <a:rPr lang="en-US"/>
              <a:t>[Presentation subtitle]</a:t>
            </a:r>
          </a:p>
        </p:txBody>
      </p:sp>
      <p:cxnSp>
        <p:nvCxnSpPr>
          <p:cNvPr id="10" name="Straight Connector 9">
            <a:extLst>
              <a:ext uri="{FF2B5EF4-FFF2-40B4-BE49-F238E27FC236}">
                <a16:creationId xmlns:a16="http://schemas.microsoft.com/office/drawing/2014/main" id="{376BA038-2C76-4471-9639-0C56434FB7B6}"/>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41C0E8F-74CC-4F47-A92F-139B6B63BAED}"/>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FF48AF1-AFFB-470F-AA8A-E6D9D296D966}"/>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4" name="TextBox 13">
            <a:extLst>
              <a:ext uri="{FF2B5EF4-FFF2-40B4-BE49-F238E27FC236}">
                <a16:creationId xmlns:a16="http://schemas.microsoft.com/office/drawing/2014/main" id="{AF1FAC2A-8D2A-43FA-A89A-FD41958C13C8}"/>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2" name="Group 61">
            <a:extLst>
              <a:ext uri="{FF2B5EF4-FFF2-40B4-BE49-F238E27FC236}">
                <a16:creationId xmlns:a16="http://schemas.microsoft.com/office/drawing/2014/main" id="{64E9768B-A287-45E9-B93C-8F74CC3CBCEE}"/>
              </a:ext>
            </a:extLst>
          </p:cNvPr>
          <p:cNvGrpSpPr/>
          <p:nvPr/>
        </p:nvGrpSpPr>
        <p:grpSpPr>
          <a:xfrm>
            <a:off x="-994" y="6871034"/>
            <a:ext cx="9144000" cy="143299"/>
            <a:chOff x="-1325" y="6871033"/>
            <a:chExt cx="12192000" cy="143299"/>
          </a:xfrm>
        </p:grpSpPr>
        <p:sp>
          <p:nvSpPr>
            <p:cNvPr id="63" name="Rectangle 62">
              <a:extLst>
                <a:ext uri="{FF2B5EF4-FFF2-40B4-BE49-F238E27FC236}">
                  <a16:creationId xmlns:a16="http://schemas.microsoft.com/office/drawing/2014/main" id="{C475D874-C0C6-4E4B-BB98-E542146BD63C}"/>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4" name="Rectangle 63">
              <a:extLst>
                <a:ext uri="{FF2B5EF4-FFF2-40B4-BE49-F238E27FC236}">
                  <a16:creationId xmlns:a16="http://schemas.microsoft.com/office/drawing/2014/main" id="{0785CC4C-3F34-42B2-9537-BFD82F7DE4BA}"/>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5" name="Rectangle 64">
            <a:extLst>
              <a:ext uri="{FF2B5EF4-FFF2-40B4-BE49-F238E27FC236}">
                <a16:creationId xmlns:a16="http://schemas.microsoft.com/office/drawing/2014/main" id="{E6806D8E-6A7F-40D9-BCCF-3FD869EFAA9A}"/>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8" name="Rectangle 67">
            <a:extLst>
              <a:ext uri="{FF2B5EF4-FFF2-40B4-BE49-F238E27FC236}">
                <a16:creationId xmlns:a16="http://schemas.microsoft.com/office/drawing/2014/main" id="{3D822507-3E4E-4D69-9341-50B46011FEA6}"/>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9" name="Group 68">
            <a:extLst>
              <a:ext uri="{FF2B5EF4-FFF2-40B4-BE49-F238E27FC236}">
                <a16:creationId xmlns:a16="http://schemas.microsoft.com/office/drawing/2014/main" id="{5A761A62-846B-4E24-B6A9-9F8BACC73FBA}"/>
              </a:ext>
            </a:extLst>
          </p:cNvPr>
          <p:cNvGrpSpPr/>
          <p:nvPr/>
        </p:nvGrpSpPr>
        <p:grpSpPr>
          <a:xfrm>
            <a:off x="9192986" y="1051487"/>
            <a:ext cx="954405" cy="3085386"/>
            <a:chOff x="12257314" y="1051487"/>
            <a:chExt cx="1272540" cy="3085386"/>
          </a:xfrm>
        </p:grpSpPr>
        <p:sp>
          <p:nvSpPr>
            <p:cNvPr id="70" name="Rectangle 69">
              <a:extLst>
                <a:ext uri="{FF2B5EF4-FFF2-40B4-BE49-F238E27FC236}">
                  <a16:creationId xmlns:a16="http://schemas.microsoft.com/office/drawing/2014/main" id="{970B1166-4B5E-482E-AEA8-AF5754445A57}"/>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1" name="TextBox 70">
              <a:extLst>
                <a:ext uri="{FF2B5EF4-FFF2-40B4-BE49-F238E27FC236}">
                  <a16:creationId xmlns:a16="http://schemas.microsoft.com/office/drawing/2014/main" id="{7625261F-9012-45CB-ABAF-4C1AEDD19CF7}"/>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72" name="Freeform: Shape 71">
              <a:extLst>
                <a:ext uri="{FF2B5EF4-FFF2-40B4-BE49-F238E27FC236}">
                  <a16:creationId xmlns:a16="http://schemas.microsoft.com/office/drawing/2014/main" id="{F1A4EF8C-B05F-4C2D-B895-B21347BB6B92}"/>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3" name="TextBox 72">
              <a:extLst>
                <a:ext uri="{FF2B5EF4-FFF2-40B4-BE49-F238E27FC236}">
                  <a16:creationId xmlns:a16="http://schemas.microsoft.com/office/drawing/2014/main" id="{FEF527E8-5CCD-4E35-BD18-5BE908F8147A}"/>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74" name="Freeform: Shape 73">
              <a:extLst>
                <a:ext uri="{FF2B5EF4-FFF2-40B4-BE49-F238E27FC236}">
                  <a16:creationId xmlns:a16="http://schemas.microsoft.com/office/drawing/2014/main" id="{46EFB865-E95C-4D65-81B9-DADE001CAED5}"/>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5" name="Freeform: Shape 74">
              <a:extLst>
                <a:ext uri="{FF2B5EF4-FFF2-40B4-BE49-F238E27FC236}">
                  <a16:creationId xmlns:a16="http://schemas.microsoft.com/office/drawing/2014/main" id="{E9756AD0-29AE-4990-BF99-3E465902C1F8}"/>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6" name="TextBox 75">
              <a:extLst>
                <a:ext uri="{FF2B5EF4-FFF2-40B4-BE49-F238E27FC236}">
                  <a16:creationId xmlns:a16="http://schemas.microsoft.com/office/drawing/2014/main" id="{D3EA4F1D-DAE8-4A6E-A65C-C9A39B328E39}"/>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77" name="Picture 76">
              <a:extLst>
                <a:ext uri="{FF2B5EF4-FFF2-40B4-BE49-F238E27FC236}">
                  <a16:creationId xmlns:a16="http://schemas.microsoft.com/office/drawing/2014/main" id="{47D9D4B7-6F5D-45E3-965B-9B647508C72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78" name="Rectangle 77">
              <a:extLst>
                <a:ext uri="{FF2B5EF4-FFF2-40B4-BE49-F238E27FC236}">
                  <a16:creationId xmlns:a16="http://schemas.microsoft.com/office/drawing/2014/main" id="{88630BDD-787D-4482-BF31-6E548A628380}"/>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79" name="Rectangle 78">
              <a:extLst>
                <a:ext uri="{FF2B5EF4-FFF2-40B4-BE49-F238E27FC236}">
                  <a16:creationId xmlns:a16="http://schemas.microsoft.com/office/drawing/2014/main" id="{4DF7C0F0-B7CE-4A90-914D-652755BC8C5C}"/>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80" name="Rectangle 79">
              <a:extLst>
                <a:ext uri="{FF2B5EF4-FFF2-40B4-BE49-F238E27FC236}">
                  <a16:creationId xmlns:a16="http://schemas.microsoft.com/office/drawing/2014/main" id="{7022B6B0-B5B1-4FA7-AD7A-56FC4EFF5A63}"/>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81" name="Rectangle 80">
              <a:extLst>
                <a:ext uri="{FF2B5EF4-FFF2-40B4-BE49-F238E27FC236}">
                  <a16:creationId xmlns:a16="http://schemas.microsoft.com/office/drawing/2014/main" id="{3C3114C0-9B04-4745-B0B2-8A2A899971C6}"/>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82" name="Group 81">
              <a:extLst>
                <a:ext uri="{FF2B5EF4-FFF2-40B4-BE49-F238E27FC236}">
                  <a16:creationId xmlns:a16="http://schemas.microsoft.com/office/drawing/2014/main" id="{2F8B8185-CCD7-4451-ACD5-6C91CB4A6B81}"/>
                </a:ext>
              </a:extLst>
            </p:cNvPr>
            <p:cNvGrpSpPr/>
            <p:nvPr/>
          </p:nvGrpSpPr>
          <p:grpSpPr>
            <a:xfrm>
              <a:off x="12364752" y="2345932"/>
              <a:ext cx="1055431" cy="88186"/>
              <a:chOff x="914335" y="6913770"/>
              <a:chExt cx="1109884" cy="100584"/>
            </a:xfrm>
            <a:noFill/>
          </p:grpSpPr>
          <p:sp>
            <p:nvSpPr>
              <p:cNvPr id="108" name="Rectangle 107">
                <a:extLst>
                  <a:ext uri="{FF2B5EF4-FFF2-40B4-BE49-F238E27FC236}">
                    <a16:creationId xmlns:a16="http://schemas.microsoft.com/office/drawing/2014/main" id="{772BF05C-B7F4-4317-8F18-A4BE9F50BCED}"/>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9" name="Rectangle 108">
                <a:extLst>
                  <a:ext uri="{FF2B5EF4-FFF2-40B4-BE49-F238E27FC236}">
                    <a16:creationId xmlns:a16="http://schemas.microsoft.com/office/drawing/2014/main" id="{98C1F182-54AA-47C5-AA3D-F47B1BB74530}"/>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0" name="Rectangle 109">
                <a:extLst>
                  <a:ext uri="{FF2B5EF4-FFF2-40B4-BE49-F238E27FC236}">
                    <a16:creationId xmlns:a16="http://schemas.microsoft.com/office/drawing/2014/main" id="{EDC44974-480B-4F6A-879E-B1E110585E73}"/>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1" name="Rectangle 110">
                <a:extLst>
                  <a:ext uri="{FF2B5EF4-FFF2-40B4-BE49-F238E27FC236}">
                    <a16:creationId xmlns:a16="http://schemas.microsoft.com/office/drawing/2014/main" id="{D3596518-DC4F-4D88-A25D-AFA59B77BB42}"/>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2" name="Rectangle 111">
                <a:extLst>
                  <a:ext uri="{FF2B5EF4-FFF2-40B4-BE49-F238E27FC236}">
                    <a16:creationId xmlns:a16="http://schemas.microsoft.com/office/drawing/2014/main" id="{FDA888A0-5BF5-42D0-9544-D6DE4CA5EBB7}"/>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3" name="Rectangle 112">
                <a:extLst>
                  <a:ext uri="{FF2B5EF4-FFF2-40B4-BE49-F238E27FC236}">
                    <a16:creationId xmlns:a16="http://schemas.microsoft.com/office/drawing/2014/main" id="{61A7793E-A0E5-4CCE-9C97-8DBFA520F878}"/>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4" name="Rectangle 113">
                <a:extLst>
                  <a:ext uri="{FF2B5EF4-FFF2-40B4-BE49-F238E27FC236}">
                    <a16:creationId xmlns:a16="http://schemas.microsoft.com/office/drawing/2014/main" id="{A82ACCF2-F05E-470D-BCF5-1560C619CE0F}"/>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5" name="Rectangle 114">
                <a:extLst>
                  <a:ext uri="{FF2B5EF4-FFF2-40B4-BE49-F238E27FC236}">
                    <a16:creationId xmlns:a16="http://schemas.microsoft.com/office/drawing/2014/main" id="{796EB321-FBBB-4629-92E6-3DBC06FD8D16}"/>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6" name="Rectangle 115">
                <a:extLst>
                  <a:ext uri="{FF2B5EF4-FFF2-40B4-BE49-F238E27FC236}">
                    <a16:creationId xmlns:a16="http://schemas.microsoft.com/office/drawing/2014/main" id="{C1D301F2-511F-433B-81B9-306C4F9BBDFF}"/>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7" name="Rectangle 116">
                <a:extLst>
                  <a:ext uri="{FF2B5EF4-FFF2-40B4-BE49-F238E27FC236}">
                    <a16:creationId xmlns:a16="http://schemas.microsoft.com/office/drawing/2014/main" id="{F4F70A24-6327-49AA-9A45-24B6C1649258}"/>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98" name="Graphic 97" descr="Close with solid fill">
              <a:extLst>
                <a:ext uri="{FF2B5EF4-FFF2-40B4-BE49-F238E27FC236}">
                  <a16:creationId xmlns:a16="http://schemas.microsoft.com/office/drawing/2014/main" id="{A687F511-0A68-483D-9776-63F8B1257A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99" name="Graphic 98" descr="Close with solid fill">
              <a:extLst>
                <a:ext uri="{FF2B5EF4-FFF2-40B4-BE49-F238E27FC236}">
                  <a16:creationId xmlns:a16="http://schemas.microsoft.com/office/drawing/2014/main" id="{E0907C52-44BE-4C09-BA55-A6F3A52AA2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0" name="Graphic 99" descr="Close with solid fill">
              <a:extLst>
                <a:ext uri="{FF2B5EF4-FFF2-40B4-BE49-F238E27FC236}">
                  <a16:creationId xmlns:a16="http://schemas.microsoft.com/office/drawing/2014/main" id="{AFB67541-AE70-4AA1-9656-2123BBAB6A7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1" name="Graphic 100" descr="Close with solid fill">
              <a:extLst>
                <a:ext uri="{FF2B5EF4-FFF2-40B4-BE49-F238E27FC236}">
                  <a16:creationId xmlns:a16="http://schemas.microsoft.com/office/drawing/2014/main" id="{718C701C-5E97-4D56-B432-AD696732ABC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2" name="Graphic 101" descr="Close with solid fill">
              <a:extLst>
                <a:ext uri="{FF2B5EF4-FFF2-40B4-BE49-F238E27FC236}">
                  <a16:creationId xmlns:a16="http://schemas.microsoft.com/office/drawing/2014/main" id="{B3E9595E-4F55-4501-94BF-0FB57F478E4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3" name="Graphic 102" descr="Close with solid fill">
              <a:extLst>
                <a:ext uri="{FF2B5EF4-FFF2-40B4-BE49-F238E27FC236}">
                  <a16:creationId xmlns:a16="http://schemas.microsoft.com/office/drawing/2014/main" id="{9A584820-7F6D-4CC1-940D-460D46731CF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4" name="Graphic 103" descr="Close with solid fill">
              <a:extLst>
                <a:ext uri="{FF2B5EF4-FFF2-40B4-BE49-F238E27FC236}">
                  <a16:creationId xmlns:a16="http://schemas.microsoft.com/office/drawing/2014/main" id="{A1A37EF2-CB6A-463E-A002-C90485D2240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5" name="Graphic 104" descr="Close with solid fill">
              <a:extLst>
                <a:ext uri="{FF2B5EF4-FFF2-40B4-BE49-F238E27FC236}">
                  <a16:creationId xmlns:a16="http://schemas.microsoft.com/office/drawing/2014/main" id="{48C855CC-3AB0-41B0-9BBF-9B7BB0D35B0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6" name="Graphic 105" descr="Close with solid fill">
              <a:extLst>
                <a:ext uri="{FF2B5EF4-FFF2-40B4-BE49-F238E27FC236}">
                  <a16:creationId xmlns:a16="http://schemas.microsoft.com/office/drawing/2014/main" id="{489DB8FD-920A-418F-AA9B-45F79A59BF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7" name="Graphic 106" descr="Close with solid fill">
              <a:extLst>
                <a:ext uri="{FF2B5EF4-FFF2-40B4-BE49-F238E27FC236}">
                  <a16:creationId xmlns:a16="http://schemas.microsoft.com/office/drawing/2014/main" id="{9BBE7E3C-8A35-41D6-86A2-B821B8FEE46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
        <p:nvSpPr>
          <p:cNvPr id="4" name="Date Placeholder 3">
            <a:extLst>
              <a:ext uri="{FF2B5EF4-FFF2-40B4-BE49-F238E27FC236}">
                <a16:creationId xmlns:a16="http://schemas.microsoft.com/office/drawing/2014/main" id="{A8821B2B-FF47-4712-B01E-603572454706}"/>
              </a:ext>
            </a:extLst>
          </p:cNvPr>
          <p:cNvSpPr>
            <a:spLocks noGrp="1"/>
          </p:cNvSpPr>
          <p:nvPr>
            <p:ph type="dt" sz="half" idx="10"/>
          </p:nvPr>
        </p:nvSpPr>
        <p:spPr>
          <a:xfrm>
            <a:off x="-84909" y="6895670"/>
            <a:ext cx="41148" cy="54864"/>
          </a:xfrm>
        </p:spPr>
        <p:txBody>
          <a:bodyPr/>
          <a:lstStyle>
            <a:lvl1pPr>
              <a:defRPr sz="100">
                <a:noFill/>
              </a:defRPr>
            </a:lvl1pPr>
          </a:lstStyle>
          <a:p>
            <a:fld id="{9D096F1F-C83F-4ACB-BDBF-C932B5B1405A}" type="datetime4">
              <a:rPr lang="en-US" smtClean="0"/>
              <a:t>August 13, 2025</a:t>
            </a:fld>
            <a:endParaRPr lang="en-US"/>
          </a:p>
        </p:txBody>
      </p:sp>
      <p:sp>
        <p:nvSpPr>
          <p:cNvPr id="5" name="Footer Placeholder 4">
            <a:extLst>
              <a:ext uri="{FF2B5EF4-FFF2-40B4-BE49-F238E27FC236}">
                <a16:creationId xmlns:a16="http://schemas.microsoft.com/office/drawing/2014/main" id="{6B9D4A80-775D-4252-875E-247FD042AC6C}"/>
              </a:ext>
            </a:extLst>
          </p:cNvPr>
          <p:cNvSpPr>
            <a:spLocks noGrp="1"/>
          </p:cNvSpPr>
          <p:nvPr>
            <p:ph type="ftr" sz="quarter" idx="11"/>
          </p:nvPr>
        </p:nvSpPr>
        <p:spPr/>
        <p:txBody>
          <a:bodyPr/>
          <a:lstStyle/>
          <a:p>
            <a:r>
              <a:rPr lang="en-US"/>
              <a:t>S&amp;P Global Commodity Insights – Internal Use Only</a:t>
            </a:r>
          </a:p>
        </p:txBody>
      </p:sp>
      <p:sp>
        <p:nvSpPr>
          <p:cNvPr id="6" name="Slide Number Placeholder 5">
            <a:extLst>
              <a:ext uri="{FF2B5EF4-FFF2-40B4-BE49-F238E27FC236}">
                <a16:creationId xmlns:a16="http://schemas.microsoft.com/office/drawing/2014/main" id="{744CE996-91E9-401D-B376-AACD01423D72}"/>
              </a:ext>
            </a:extLst>
          </p:cNvPr>
          <p:cNvSpPr>
            <a:spLocks noGrp="1"/>
          </p:cNvSpPr>
          <p:nvPr>
            <p:ph type="sldNum" sz="quarter" idx="12"/>
          </p:nvPr>
        </p:nvSpPr>
        <p:spPr>
          <a:xfrm>
            <a:off x="9164128" y="6920899"/>
            <a:ext cx="41148" cy="54864"/>
          </a:xfrm>
        </p:spPr>
        <p:txBody>
          <a:bodyPr/>
          <a:lstStyle>
            <a:lvl1pPr>
              <a:defRPr sz="100">
                <a:noFill/>
              </a:defRPr>
            </a:lvl1pPr>
          </a:lstStyle>
          <a:p>
            <a:fld id="{5CFA18E4-D58E-4B28-B105-28D9665A8EBC}" type="slidenum">
              <a:rPr lang="en-US" smtClean="0"/>
              <a:pPr/>
              <a:t>‹#›</a:t>
            </a:fld>
            <a:endParaRPr lang="en-US"/>
          </a:p>
        </p:txBody>
      </p:sp>
      <p:pic>
        <p:nvPicPr>
          <p:cNvPr id="67" name="SPG Commodity Insights Red White Big">
            <a:extLst>
              <a:ext uri="{FF2B5EF4-FFF2-40B4-BE49-F238E27FC236}">
                <a16:creationId xmlns:a16="http://schemas.microsoft.com/office/drawing/2014/main" id="{6E8D5550-4753-424D-94AC-7FE7175EBB7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76120" y="180706"/>
            <a:ext cx="2071116" cy="960692"/>
          </a:xfrm>
          <a:prstGeom prst="rect">
            <a:avLst/>
          </a:prstGeom>
        </p:spPr>
      </p:pic>
    </p:spTree>
    <p:extLst>
      <p:ext uri="{BB962C8B-B14F-4D97-AF65-F5344CB8AC3E}">
        <p14:creationId xmlns:p14="http://schemas.microsoft.com/office/powerpoint/2010/main" val="250717141"/>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7" name="Text Placeholder 11"/>
          <p:cNvSpPr>
            <a:spLocks noGrp="1"/>
          </p:cNvSpPr>
          <p:nvPr>
            <p:ph type="body" sz="quarter" idx="15" hasCustomPrompt="1"/>
          </p:nvPr>
        </p:nvSpPr>
        <p:spPr>
          <a:xfrm>
            <a:off x="417910" y="647700"/>
            <a:ext cx="8308181" cy="5557838"/>
          </a:xfrm>
        </p:spPr>
        <p:txBody>
          <a:bodyPr tIns="0" bIns="0" anchor="t">
            <a:normAutofit/>
          </a:bodyPr>
          <a:lstStyle>
            <a:lvl1pPr marL="0" indent="0">
              <a:lnSpc>
                <a:spcPct val="70000"/>
              </a:lnSpc>
              <a:spcBef>
                <a:spcPts val="0"/>
              </a:spcBef>
              <a:spcAft>
                <a:spcPts val="150"/>
              </a:spcAft>
              <a:buSzPct val="25000"/>
              <a:buFont typeface="Arial" panose="020B0604020202020204" pitchFamily="34" charset="0"/>
              <a:buChar char=" "/>
              <a:defRPr sz="67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[Click to add non-bulleted content use Tab / Increase List Level for Second Level with bullet]</a:t>
            </a:r>
          </a:p>
          <a:p>
            <a:pPr lvl="1"/>
            <a:r>
              <a:rPr lang="en-US"/>
              <a:t>Second level</a:t>
            </a:r>
          </a:p>
        </p:txBody>
      </p:sp>
      <p:sp>
        <p:nvSpPr>
          <p:cNvPr id="2" name="Date Placeholder 1">
            <a:extLst>
              <a:ext uri="{FF2B5EF4-FFF2-40B4-BE49-F238E27FC236}">
                <a16:creationId xmlns:a16="http://schemas.microsoft.com/office/drawing/2014/main" id="{2E8387B7-F763-4C34-94C4-97132B4B4946}"/>
              </a:ext>
            </a:extLst>
          </p:cNvPr>
          <p:cNvSpPr>
            <a:spLocks noGrp="1"/>
          </p:cNvSpPr>
          <p:nvPr>
            <p:ph type="dt" sz="half" idx="16"/>
          </p:nvPr>
        </p:nvSpPr>
        <p:spPr/>
        <p:txBody>
          <a:bodyPr/>
          <a:lstStyle/>
          <a:p>
            <a:fld id="{DD8C6A1C-1714-4A3A-985B-494EC3675387}" type="datetime4">
              <a:rPr lang="en-US" smtClean="0"/>
              <a:t>August 13, 2025</a:t>
            </a:fld>
            <a:endParaRPr lang="en-US"/>
          </a:p>
        </p:txBody>
      </p:sp>
      <p:sp>
        <p:nvSpPr>
          <p:cNvPr id="8" name="Footer Placeholder 7">
            <a:extLst>
              <a:ext uri="{FF2B5EF4-FFF2-40B4-BE49-F238E27FC236}">
                <a16:creationId xmlns:a16="http://schemas.microsoft.com/office/drawing/2014/main" id="{C717362C-2F74-4297-90B9-A57E4AEA86D5}"/>
              </a:ext>
            </a:extLst>
          </p:cNvPr>
          <p:cNvSpPr>
            <a:spLocks noGrp="1"/>
          </p:cNvSpPr>
          <p:nvPr>
            <p:ph type="ftr" sz="quarter" idx="17"/>
          </p:nvPr>
        </p:nvSpPr>
        <p:spPr/>
        <p:txBody>
          <a:bodyPr/>
          <a:lstStyle/>
          <a:p>
            <a:r>
              <a:rPr lang="en-US"/>
              <a:t>S&amp;P Global Commodity Insights – Internal Use Only</a:t>
            </a:r>
          </a:p>
        </p:txBody>
      </p:sp>
      <p:sp>
        <p:nvSpPr>
          <p:cNvPr id="12" name="Slide Number Placeholder 11">
            <a:extLst>
              <a:ext uri="{FF2B5EF4-FFF2-40B4-BE49-F238E27FC236}">
                <a16:creationId xmlns:a16="http://schemas.microsoft.com/office/drawing/2014/main" id="{71396959-DB01-48A2-93AE-24CB6D631423}"/>
              </a:ext>
            </a:extLst>
          </p:cNvPr>
          <p:cNvSpPr>
            <a:spLocks noGrp="1"/>
          </p:cNvSpPr>
          <p:nvPr>
            <p:ph type="sldNum" sz="quarter" idx="18"/>
          </p:nvPr>
        </p:nvSpPr>
        <p:spPr/>
        <p:txBody>
          <a:bodyPr/>
          <a:lstStyle/>
          <a:p>
            <a:fld id="{5CFA18E4-D58E-4B28-B105-28D9665A8EBC}" type="slidenum">
              <a:rPr lang="en-US" smtClean="0"/>
              <a:pPr/>
              <a:t>‹#›</a:t>
            </a:fld>
            <a:endParaRPr lang="en-US"/>
          </a:p>
        </p:txBody>
      </p:sp>
    </p:spTree>
    <p:extLst>
      <p:ext uri="{BB962C8B-B14F-4D97-AF65-F5344CB8AC3E}">
        <p14:creationId xmlns:p14="http://schemas.microsoft.com/office/powerpoint/2010/main" val="3579697481"/>
      </p:ext>
    </p:extLst>
  </p:cSld>
  <p:clrMapOvr>
    <a:masterClrMapping/>
  </p:clrMapOvr>
  <p:hf hdr="0" ftr="0" dt="0"/>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    ">
    <p:bg>
      <p:bgPr>
        <a:solidFill>
          <a:schemeClr val="accent5"/>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p:nvSpPr>
        <p:spPr>
          <a:xfrm>
            <a:off x="0" y="0"/>
            <a:ext cx="9144000" cy="6858000"/>
          </a:xfrm>
          <a:prstGeom prst="rect">
            <a:avLst/>
          </a:prstGeom>
          <a:solidFill>
            <a:schemeClr val="accent5"/>
          </a:solidFill>
        </p:spPr>
        <p:txBody>
          <a:bodyPr wrap="square" rtlCol="0" anchor="ctr">
            <a:noAutofit/>
          </a:bodyPr>
          <a:lstStyle/>
          <a:p>
            <a:pPr algn="ctr">
              <a:lnSpc>
                <a:spcPct val="90000"/>
              </a:lnSpc>
            </a:pPr>
            <a:r>
              <a:rPr lang="en-US" sz="8625" b="1"/>
              <a:t>DO NOT USE LAYOUTS AFTER THIS! </a:t>
            </a:r>
          </a:p>
        </p:txBody>
      </p:sp>
      <p:sp>
        <p:nvSpPr>
          <p:cNvPr id="39" name="Rectangle 38">
            <a:extLst>
              <a:ext uri="{FF2B5EF4-FFF2-40B4-BE49-F238E27FC236}">
                <a16:creationId xmlns:a16="http://schemas.microsoft.com/office/drawing/2014/main" id="{CE32137E-BEAB-4227-B846-44FA913DAE42}"/>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40" name="Group 39">
            <a:extLst>
              <a:ext uri="{FF2B5EF4-FFF2-40B4-BE49-F238E27FC236}">
                <a16:creationId xmlns:a16="http://schemas.microsoft.com/office/drawing/2014/main" id="{69939F3E-74E5-44F1-9240-48E58834DF45}"/>
              </a:ext>
            </a:extLst>
          </p:cNvPr>
          <p:cNvGrpSpPr/>
          <p:nvPr/>
        </p:nvGrpSpPr>
        <p:grpSpPr>
          <a:xfrm>
            <a:off x="9192986" y="1051487"/>
            <a:ext cx="954405" cy="3085386"/>
            <a:chOff x="12257314" y="1051487"/>
            <a:chExt cx="1272540" cy="3085386"/>
          </a:xfrm>
        </p:grpSpPr>
        <p:sp>
          <p:nvSpPr>
            <p:cNvPr id="41" name="Rectangle 40">
              <a:extLst>
                <a:ext uri="{FF2B5EF4-FFF2-40B4-BE49-F238E27FC236}">
                  <a16:creationId xmlns:a16="http://schemas.microsoft.com/office/drawing/2014/main" id="{5D7AC190-6D13-491A-A146-FB42D15A54A6}"/>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42" name="TextBox 41">
              <a:extLst>
                <a:ext uri="{FF2B5EF4-FFF2-40B4-BE49-F238E27FC236}">
                  <a16:creationId xmlns:a16="http://schemas.microsoft.com/office/drawing/2014/main" id="{BBB96B0B-9EF1-4F44-9D15-C2F5FAE2C72F}"/>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43" name="Freeform: Shape 42">
              <a:extLst>
                <a:ext uri="{FF2B5EF4-FFF2-40B4-BE49-F238E27FC236}">
                  <a16:creationId xmlns:a16="http://schemas.microsoft.com/office/drawing/2014/main" id="{73790DEF-B040-4375-B50D-2E75D106AF88}"/>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4" name="TextBox 43">
              <a:extLst>
                <a:ext uri="{FF2B5EF4-FFF2-40B4-BE49-F238E27FC236}">
                  <a16:creationId xmlns:a16="http://schemas.microsoft.com/office/drawing/2014/main" id="{76BC3F5E-CB1C-47AD-A420-D44AF6A539EF}"/>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45" name="Freeform: Shape 44">
              <a:extLst>
                <a:ext uri="{FF2B5EF4-FFF2-40B4-BE49-F238E27FC236}">
                  <a16:creationId xmlns:a16="http://schemas.microsoft.com/office/drawing/2014/main" id="{0A4DDF4B-F5E6-4774-B89B-17BA6DF305EB}"/>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6" name="Freeform: Shape 45">
              <a:extLst>
                <a:ext uri="{FF2B5EF4-FFF2-40B4-BE49-F238E27FC236}">
                  <a16:creationId xmlns:a16="http://schemas.microsoft.com/office/drawing/2014/main" id="{7E3EA3A4-B959-4E87-9825-2BF632AE4441}"/>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7" name="TextBox 46">
              <a:extLst>
                <a:ext uri="{FF2B5EF4-FFF2-40B4-BE49-F238E27FC236}">
                  <a16:creationId xmlns:a16="http://schemas.microsoft.com/office/drawing/2014/main" id="{26F0D607-2FE9-4C0B-A4B4-B91087BCBBD7}"/>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48" name="Picture 47">
              <a:extLst>
                <a:ext uri="{FF2B5EF4-FFF2-40B4-BE49-F238E27FC236}">
                  <a16:creationId xmlns:a16="http://schemas.microsoft.com/office/drawing/2014/main" id="{33E063C8-30BA-4E29-AD0A-98373A1AB3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49" name="Rectangle 48">
              <a:extLst>
                <a:ext uri="{FF2B5EF4-FFF2-40B4-BE49-F238E27FC236}">
                  <a16:creationId xmlns:a16="http://schemas.microsoft.com/office/drawing/2014/main" id="{5D48A37F-F745-44A0-98C8-CA1A76B046F6}"/>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50" name="Rectangle 49">
              <a:extLst>
                <a:ext uri="{FF2B5EF4-FFF2-40B4-BE49-F238E27FC236}">
                  <a16:creationId xmlns:a16="http://schemas.microsoft.com/office/drawing/2014/main" id="{CDFA2AE4-FF5D-46B6-87B4-77EB5A522541}"/>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1" name="Rectangle 50">
              <a:extLst>
                <a:ext uri="{FF2B5EF4-FFF2-40B4-BE49-F238E27FC236}">
                  <a16:creationId xmlns:a16="http://schemas.microsoft.com/office/drawing/2014/main" id="{F36BE5EF-85EC-4E85-81DE-C07584B0FA46}"/>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2" name="Rectangle 51">
              <a:extLst>
                <a:ext uri="{FF2B5EF4-FFF2-40B4-BE49-F238E27FC236}">
                  <a16:creationId xmlns:a16="http://schemas.microsoft.com/office/drawing/2014/main" id="{A9B956C9-082C-4B27-AD93-0C603C121881}"/>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53" name="Group 52">
              <a:extLst>
                <a:ext uri="{FF2B5EF4-FFF2-40B4-BE49-F238E27FC236}">
                  <a16:creationId xmlns:a16="http://schemas.microsoft.com/office/drawing/2014/main" id="{B4712D24-C98D-4BA9-983F-49CB970D38EE}"/>
                </a:ext>
              </a:extLst>
            </p:cNvPr>
            <p:cNvGrpSpPr/>
            <p:nvPr/>
          </p:nvGrpSpPr>
          <p:grpSpPr>
            <a:xfrm>
              <a:off x="12364752" y="2345932"/>
              <a:ext cx="1055431" cy="88186"/>
              <a:chOff x="914335" y="6913770"/>
              <a:chExt cx="1109884" cy="100584"/>
            </a:xfrm>
            <a:noFill/>
          </p:grpSpPr>
          <p:sp>
            <p:nvSpPr>
              <p:cNvPr id="64" name="Rectangle 63">
                <a:extLst>
                  <a:ext uri="{FF2B5EF4-FFF2-40B4-BE49-F238E27FC236}">
                    <a16:creationId xmlns:a16="http://schemas.microsoft.com/office/drawing/2014/main" id="{EDA93D8A-1D14-4733-93D5-A04B1993F1D8}"/>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65" name="Rectangle 64">
                <a:extLst>
                  <a:ext uri="{FF2B5EF4-FFF2-40B4-BE49-F238E27FC236}">
                    <a16:creationId xmlns:a16="http://schemas.microsoft.com/office/drawing/2014/main" id="{0B4E07B5-BB1F-4AE6-9F68-8BA108D159FF}"/>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66" name="Rectangle 65">
                <a:extLst>
                  <a:ext uri="{FF2B5EF4-FFF2-40B4-BE49-F238E27FC236}">
                    <a16:creationId xmlns:a16="http://schemas.microsoft.com/office/drawing/2014/main" id="{5161CBFA-3A0B-469F-B774-CFFEAD3F0AB4}"/>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67" name="Rectangle 66">
                <a:extLst>
                  <a:ext uri="{FF2B5EF4-FFF2-40B4-BE49-F238E27FC236}">
                    <a16:creationId xmlns:a16="http://schemas.microsoft.com/office/drawing/2014/main" id="{180E91D1-EB2F-4496-B88C-CE1A533E402A}"/>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68" name="Rectangle 67">
                <a:extLst>
                  <a:ext uri="{FF2B5EF4-FFF2-40B4-BE49-F238E27FC236}">
                    <a16:creationId xmlns:a16="http://schemas.microsoft.com/office/drawing/2014/main" id="{F96F4D83-759D-4016-9F0F-EDB086D969FA}"/>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69" name="Rectangle 68">
                <a:extLst>
                  <a:ext uri="{FF2B5EF4-FFF2-40B4-BE49-F238E27FC236}">
                    <a16:creationId xmlns:a16="http://schemas.microsoft.com/office/drawing/2014/main" id="{29B63B26-9A2E-4C5B-BA98-AA0ACD83E37B}"/>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70" name="Rectangle 69">
                <a:extLst>
                  <a:ext uri="{FF2B5EF4-FFF2-40B4-BE49-F238E27FC236}">
                    <a16:creationId xmlns:a16="http://schemas.microsoft.com/office/drawing/2014/main" id="{379BE47D-8EBF-4BC0-AD9C-1E304A5308BB}"/>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71" name="Rectangle 70">
                <a:extLst>
                  <a:ext uri="{FF2B5EF4-FFF2-40B4-BE49-F238E27FC236}">
                    <a16:creationId xmlns:a16="http://schemas.microsoft.com/office/drawing/2014/main" id="{83CACD62-1D2A-4C9A-82A8-DE26F2D21528}"/>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72" name="Rectangle 71">
                <a:extLst>
                  <a:ext uri="{FF2B5EF4-FFF2-40B4-BE49-F238E27FC236}">
                    <a16:creationId xmlns:a16="http://schemas.microsoft.com/office/drawing/2014/main" id="{1044C6D4-8350-42FD-B1CB-0CF4C9D9F82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73" name="Rectangle 72">
                <a:extLst>
                  <a:ext uri="{FF2B5EF4-FFF2-40B4-BE49-F238E27FC236}">
                    <a16:creationId xmlns:a16="http://schemas.microsoft.com/office/drawing/2014/main" id="{7D9ABC90-61E7-4E90-9073-F86C3B747532}"/>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54" name="Graphic 53" descr="Close with solid fill">
              <a:extLst>
                <a:ext uri="{FF2B5EF4-FFF2-40B4-BE49-F238E27FC236}">
                  <a16:creationId xmlns:a16="http://schemas.microsoft.com/office/drawing/2014/main" id="{37EB55F8-E8D5-4198-89DE-B0E01E1B8E7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55" name="Graphic 54" descr="Close with solid fill">
              <a:extLst>
                <a:ext uri="{FF2B5EF4-FFF2-40B4-BE49-F238E27FC236}">
                  <a16:creationId xmlns:a16="http://schemas.microsoft.com/office/drawing/2014/main" id="{B6F5A250-BFFA-42A1-8D25-CFB0DA72B5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56" name="Graphic 55" descr="Close with solid fill">
              <a:extLst>
                <a:ext uri="{FF2B5EF4-FFF2-40B4-BE49-F238E27FC236}">
                  <a16:creationId xmlns:a16="http://schemas.microsoft.com/office/drawing/2014/main" id="{D53EE910-D134-4547-8737-B95277EF089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57" name="Graphic 56" descr="Close with solid fill">
              <a:extLst>
                <a:ext uri="{FF2B5EF4-FFF2-40B4-BE49-F238E27FC236}">
                  <a16:creationId xmlns:a16="http://schemas.microsoft.com/office/drawing/2014/main" id="{AA0C8EBC-8A95-4FF7-81FF-FD6B0F067E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58" name="Graphic 57" descr="Close with solid fill">
              <a:extLst>
                <a:ext uri="{FF2B5EF4-FFF2-40B4-BE49-F238E27FC236}">
                  <a16:creationId xmlns:a16="http://schemas.microsoft.com/office/drawing/2014/main" id="{8598951F-5A5A-49A5-9545-77D3E825924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59" name="Graphic 58" descr="Close with solid fill">
              <a:extLst>
                <a:ext uri="{FF2B5EF4-FFF2-40B4-BE49-F238E27FC236}">
                  <a16:creationId xmlns:a16="http://schemas.microsoft.com/office/drawing/2014/main" id="{95929A5B-A2CD-4D5E-AF71-CD01AD787D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60" name="Graphic 59" descr="Close with solid fill">
              <a:extLst>
                <a:ext uri="{FF2B5EF4-FFF2-40B4-BE49-F238E27FC236}">
                  <a16:creationId xmlns:a16="http://schemas.microsoft.com/office/drawing/2014/main" id="{042C97FB-A1B0-4B71-B65E-9F3DBB9B68D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61" name="Graphic 60" descr="Close with solid fill">
              <a:extLst>
                <a:ext uri="{FF2B5EF4-FFF2-40B4-BE49-F238E27FC236}">
                  <a16:creationId xmlns:a16="http://schemas.microsoft.com/office/drawing/2014/main" id="{13BB3A3E-31BC-4C8E-B051-3598ACA680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62" name="Graphic 61" descr="Close with solid fill">
              <a:extLst>
                <a:ext uri="{FF2B5EF4-FFF2-40B4-BE49-F238E27FC236}">
                  <a16:creationId xmlns:a16="http://schemas.microsoft.com/office/drawing/2014/main" id="{036AF13A-5529-4654-9F5F-34261CB09A9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63" name="Graphic 62" descr="Close with solid fill">
              <a:extLst>
                <a:ext uri="{FF2B5EF4-FFF2-40B4-BE49-F238E27FC236}">
                  <a16:creationId xmlns:a16="http://schemas.microsoft.com/office/drawing/2014/main" id="{8565E643-497F-4395-AD1C-B53D4B81927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3121982210"/>
      </p:ext>
    </p:extLst>
  </p:cSld>
  <p:clrMapOvr>
    <a:masterClrMapping/>
  </p:clrMapOvr>
  <p:hf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468312" y="1916113"/>
            <a:ext cx="3959225" cy="4176712"/>
          </a:xfrm>
        </p:spPr>
        <p:txBody>
          <a:bodyPr/>
          <a:lstStyle/>
          <a:p>
            <a:pPr lvl="0"/>
            <a:r>
              <a:rPr lang="en-US"/>
              <a:t>Edit Master text styles</a:t>
            </a:r>
          </a:p>
          <a:p>
            <a:pPr lvl="1"/>
            <a:r>
              <a:rPr lang="en-US"/>
              <a:t>Second level</a:t>
            </a:r>
          </a:p>
          <a:p>
            <a:pPr lvl="2"/>
            <a:r>
              <a:rPr lang="en-US"/>
              <a:t>Third level</a:t>
            </a:r>
          </a:p>
        </p:txBody>
      </p:sp>
      <p:sp>
        <p:nvSpPr>
          <p:cNvPr id="6" name="Content Placeholder 5"/>
          <p:cNvSpPr>
            <a:spLocks noGrp="1"/>
          </p:cNvSpPr>
          <p:nvPr>
            <p:ph sz="quarter" idx="4"/>
          </p:nvPr>
        </p:nvSpPr>
        <p:spPr>
          <a:xfrm>
            <a:off x="4716463" y="1916113"/>
            <a:ext cx="3959225" cy="4176712"/>
          </a:xfrm>
        </p:spPr>
        <p:txBody>
          <a:bodyPr/>
          <a:lstStyle/>
          <a:p>
            <a:pPr lvl="0"/>
            <a:r>
              <a:rPr lang="en-US"/>
              <a:t>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a:p>
        </p:txBody>
      </p:sp>
      <p:sp>
        <p:nvSpPr>
          <p:cNvPr id="7" name="Text Placeholder 2"/>
          <p:cNvSpPr>
            <a:spLocks noGrp="1"/>
          </p:cNvSpPr>
          <p:nvPr>
            <p:ph type="body" idx="1"/>
          </p:nvPr>
        </p:nvSpPr>
        <p:spPr>
          <a:xfrm>
            <a:off x="468313" y="1389887"/>
            <a:ext cx="8207375"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itle 1"/>
          <p:cNvSpPr>
            <a:spLocks noGrp="1"/>
          </p:cNvSpPr>
          <p:nvPr>
            <p:ph type="title"/>
          </p:nvPr>
        </p:nvSpPr>
        <p:spPr>
          <a:xfrm>
            <a:off x="468313" y="961012"/>
            <a:ext cx="8207375" cy="370800"/>
          </a:xfrm>
        </p:spPr>
        <p:txBody>
          <a:bodyPr/>
          <a:lstStyle/>
          <a:p>
            <a:r>
              <a:rPr lang="en-US"/>
              <a:t>Click to edit Master title style</a:t>
            </a:r>
          </a:p>
        </p:txBody>
      </p:sp>
    </p:spTree>
    <p:extLst>
      <p:ext uri="{BB962C8B-B14F-4D97-AF65-F5344CB8AC3E}">
        <p14:creationId xmlns:p14="http://schemas.microsoft.com/office/powerpoint/2010/main" val="277486305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68313" y="1916113"/>
            <a:ext cx="8207375" cy="4321175"/>
          </a:xfrm>
        </p:spPr>
        <p:txBody>
          <a:bodyPr/>
          <a:lstStyle/>
          <a:p>
            <a:pPr lvl="0"/>
            <a:r>
              <a:rPr lang="en-US"/>
              <a:t>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a:xfrm>
            <a:off x="8263830" y="270195"/>
            <a:ext cx="411858" cy="153888"/>
          </a:xfrm>
        </p:spPr>
        <p:txBody>
          <a:bodyPr/>
          <a:lstStyle/>
          <a:p>
            <a:fld id="{4704619B-9823-F845-874B-2390AC991BC7}" type="slidenum">
              <a:rPr lang="en-US" smtClean="0"/>
              <a:t>‹#›</a:t>
            </a:fld>
            <a:endParaRPr lang="en-US"/>
          </a:p>
        </p:txBody>
      </p:sp>
      <p:sp>
        <p:nvSpPr>
          <p:cNvPr id="8" name="Text Placeholder 7"/>
          <p:cNvSpPr>
            <a:spLocks noGrp="1"/>
          </p:cNvSpPr>
          <p:nvPr>
            <p:ph type="body" sz="quarter" idx="13"/>
          </p:nvPr>
        </p:nvSpPr>
        <p:spPr>
          <a:xfrm>
            <a:off x="468313" y="1389888"/>
            <a:ext cx="8207375" cy="244800"/>
          </a:xfrm>
        </p:spPr>
        <p:txBody>
          <a:bodyPr wrap="square">
            <a:spAutoFit/>
          </a:bodyPr>
          <a:lstStyle>
            <a:lvl1pPr marL="0" indent="0">
              <a:lnSpc>
                <a:spcPct val="100000"/>
              </a:lnSpc>
              <a:buNone/>
              <a:defRPr sz="1600"/>
            </a:lvl1pPr>
          </a:lstStyle>
          <a:p>
            <a:pPr lvl="0"/>
            <a:r>
              <a:rPr lang="en-US"/>
              <a:t>Edit Master text styles</a:t>
            </a:r>
          </a:p>
        </p:txBody>
      </p:sp>
    </p:spTree>
    <p:extLst>
      <p:ext uri="{BB962C8B-B14F-4D97-AF65-F5344CB8AC3E}">
        <p14:creationId xmlns:p14="http://schemas.microsoft.com/office/powerpoint/2010/main" val="2861864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image" Target="../media/image1.png"/><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theme" Target="../theme/theme2.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60.xml"/><Relationship Id="rId21" Type="http://schemas.openxmlformats.org/officeDocument/2006/relationships/slideLayout" Target="../slideLayouts/slideLayout55.xml"/><Relationship Id="rId42" Type="http://schemas.openxmlformats.org/officeDocument/2006/relationships/slideLayout" Target="../slideLayouts/slideLayout76.xml"/><Relationship Id="rId47" Type="http://schemas.openxmlformats.org/officeDocument/2006/relationships/slideLayout" Target="../slideLayouts/slideLayout81.xml"/><Relationship Id="rId63" Type="http://schemas.openxmlformats.org/officeDocument/2006/relationships/slideLayout" Target="../slideLayouts/slideLayout97.xml"/><Relationship Id="rId68" Type="http://schemas.openxmlformats.org/officeDocument/2006/relationships/image" Target="../media/image8.png"/><Relationship Id="rId7" Type="http://schemas.openxmlformats.org/officeDocument/2006/relationships/slideLayout" Target="../slideLayouts/slideLayout41.xml"/><Relationship Id="rId71" Type="http://schemas.openxmlformats.org/officeDocument/2006/relationships/image" Target="../media/image11.png"/><Relationship Id="rId2" Type="http://schemas.openxmlformats.org/officeDocument/2006/relationships/slideLayout" Target="../slideLayouts/slideLayout36.xml"/><Relationship Id="rId16" Type="http://schemas.openxmlformats.org/officeDocument/2006/relationships/slideLayout" Target="../slideLayouts/slideLayout50.xml"/><Relationship Id="rId29" Type="http://schemas.openxmlformats.org/officeDocument/2006/relationships/slideLayout" Target="../slideLayouts/slideLayout63.xml"/><Relationship Id="rId11" Type="http://schemas.openxmlformats.org/officeDocument/2006/relationships/slideLayout" Target="../slideLayouts/slideLayout45.xml"/><Relationship Id="rId24" Type="http://schemas.openxmlformats.org/officeDocument/2006/relationships/slideLayout" Target="../slideLayouts/slideLayout58.xml"/><Relationship Id="rId32" Type="http://schemas.openxmlformats.org/officeDocument/2006/relationships/slideLayout" Target="../slideLayouts/slideLayout66.xml"/><Relationship Id="rId37" Type="http://schemas.openxmlformats.org/officeDocument/2006/relationships/slideLayout" Target="../slideLayouts/slideLayout71.xml"/><Relationship Id="rId40" Type="http://schemas.openxmlformats.org/officeDocument/2006/relationships/slideLayout" Target="../slideLayouts/slideLayout74.xml"/><Relationship Id="rId45" Type="http://schemas.openxmlformats.org/officeDocument/2006/relationships/slideLayout" Target="../slideLayouts/slideLayout79.xml"/><Relationship Id="rId53" Type="http://schemas.openxmlformats.org/officeDocument/2006/relationships/slideLayout" Target="../slideLayouts/slideLayout87.xml"/><Relationship Id="rId58" Type="http://schemas.openxmlformats.org/officeDocument/2006/relationships/slideLayout" Target="../slideLayouts/slideLayout92.xml"/><Relationship Id="rId66" Type="http://schemas.openxmlformats.org/officeDocument/2006/relationships/slideLayout" Target="../slideLayouts/slideLayout100.xml"/><Relationship Id="rId5" Type="http://schemas.openxmlformats.org/officeDocument/2006/relationships/slideLayout" Target="../slideLayouts/slideLayout39.xml"/><Relationship Id="rId61" Type="http://schemas.openxmlformats.org/officeDocument/2006/relationships/slideLayout" Target="../slideLayouts/slideLayout95.xml"/><Relationship Id="rId19" Type="http://schemas.openxmlformats.org/officeDocument/2006/relationships/slideLayout" Target="../slideLayouts/slideLayout53.xml"/><Relationship Id="rId14" Type="http://schemas.openxmlformats.org/officeDocument/2006/relationships/slideLayout" Target="../slideLayouts/slideLayout48.xml"/><Relationship Id="rId22" Type="http://schemas.openxmlformats.org/officeDocument/2006/relationships/slideLayout" Target="../slideLayouts/slideLayout56.xml"/><Relationship Id="rId27" Type="http://schemas.openxmlformats.org/officeDocument/2006/relationships/slideLayout" Target="../slideLayouts/slideLayout61.xml"/><Relationship Id="rId30" Type="http://schemas.openxmlformats.org/officeDocument/2006/relationships/slideLayout" Target="../slideLayouts/slideLayout64.xml"/><Relationship Id="rId35" Type="http://schemas.openxmlformats.org/officeDocument/2006/relationships/slideLayout" Target="../slideLayouts/slideLayout69.xml"/><Relationship Id="rId43" Type="http://schemas.openxmlformats.org/officeDocument/2006/relationships/slideLayout" Target="../slideLayouts/slideLayout77.xml"/><Relationship Id="rId48" Type="http://schemas.openxmlformats.org/officeDocument/2006/relationships/slideLayout" Target="../slideLayouts/slideLayout82.xml"/><Relationship Id="rId56" Type="http://schemas.openxmlformats.org/officeDocument/2006/relationships/slideLayout" Target="../slideLayouts/slideLayout90.xml"/><Relationship Id="rId64" Type="http://schemas.openxmlformats.org/officeDocument/2006/relationships/slideLayout" Target="../slideLayouts/slideLayout98.xml"/><Relationship Id="rId69" Type="http://schemas.openxmlformats.org/officeDocument/2006/relationships/image" Target="../media/image9.png"/><Relationship Id="rId8" Type="http://schemas.openxmlformats.org/officeDocument/2006/relationships/slideLayout" Target="../slideLayouts/slideLayout42.xml"/><Relationship Id="rId51" Type="http://schemas.openxmlformats.org/officeDocument/2006/relationships/slideLayout" Target="../slideLayouts/slideLayout85.xml"/><Relationship Id="rId72" Type="http://schemas.openxmlformats.org/officeDocument/2006/relationships/image" Target="../media/image12.svg"/><Relationship Id="rId3" Type="http://schemas.openxmlformats.org/officeDocument/2006/relationships/slideLayout" Target="../slideLayouts/slideLayout37.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5" Type="http://schemas.openxmlformats.org/officeDocument/2006/relationships/slideLayout" Target="../slideLayouts/slideLayout59.xml"/><Relationship Id="rId33" Type="http://schemas.openxmlformats.org/officeDocument/2006/relationships/slideLayout" Target="../slideLayouts/slideLayout67.xml"/><Relationship Id="rId38" Type="http://schemas.openxmlformats.org/officeDocument/2006/relationships/slideLayout" Target="../slideLayouts/slideLayout72.xml"/><Relationship Id="rId46" Type="http://schemas.openxmlformats.org/officeDocument/2006/relationships/slideLayout" Target="../slideLayouts/slideLayout80.xml"/><Relationship Id="rId59" Type="http://schemas.openxmlformats.org/officeDocument/2006/relationships/slideLayout" Target="../slideLayouts/slideLayout93.xml"/><Relationship Id="rId67" Type="http://schemas.openxmlformats.org/officeDocument/2006/relationships/theme" Target="../theme/theme3.xml"/><Relationship Id="rId20" Type="http://schemas.openxmlformats.org/officeDocument/2006/relationships/slideLayout" Target="../slideLayouts/slideLayout54.xml"/><Relationship Id="rId41" Type="http://schemas.openxmlformats.org/officeDocument/2006/relationships/slideLayout" Target="../slideLayouts/slideLayout75.xml"/><Relationship Id="rId54" Type="http://schemas.openxmlformats.org/officeDocument/2006/relationships/slideLayout" Target="../slideLayouts/slideLayout88.xml"/><Relationship Id="rId62" Type="http://schemas.openxmlformats.org/officeDocument/2006/relationships/slideLayout" Target="../slideLayouts/slideLayout96.xml"/><Relationship Id="rId70" Type="http://schemas.openxmlformats.org/officeDocument/2006/relationships/image" Target="../media/image10.svg"/><Relationship Id="rId1" Type="http://schemas.openxmlformats.org/officeDocument/2006/relationships/slideLayout" Target="../slideLayouts/slideLayout35.xml"/><Relationship Id="rId6" Type="http://schemas.openxmlformats.org/officeDocument/2006/relationships/slideLayout" Target="../slideLayouts/slideLayout40.xml"/><Relationship Id="rId15" Type="http://schemas.openxmlformats.org/officeDocument/2006/relationships/slideLayout" Target="../slideLayouts/slideLayout49.xml"/><Relationship Id="rId23" Type="http://schemas.openxmlformats.org/officeDocument/2006/relationships/slideLayout" Target="../slideLayouts/slideLayout57.xml"/><Relationship Id="rId28" Type="http://schemas.openxmlformats.org/officeDocument/2006/relationships/slideLayout" Target="../slideLayouts/slideLayout62.xml"/><Relationship Id="rId36" Type="http://schemas.openxmlformats.org/officeDocument/2006/relationships/slideLayout" Target="../slideLayouts/slideLayout70.xml"/><Relationship Id="rId49" Type="http://schemas.openxmlformats.org/officeDocument/2006/relationships/slideLayout" Target="../slideLayouts/slideLayout83.xml"/><Relationship Id="rId57" Type="http://schemas.openxmlformats.org/officeDocument/2006/relationships/slideLayout" Target="../slideLayouts/slideLayout91.xml"/><Relationship Id="rId10" Type="http://schemas.openxmlformats.org/officeDocument/2006/relationships/slideLayout" Target="../slideLayouts/slideLayout44.xml"/><Relationship Id="rId31" Type="http://schemas.openxmlformats.org/officeDocument/2006/relationships/slideLayout" Target="../slideLayouts/slideLayout65.xml"/><Relationship Id="rId44" Type="http://schemas.openxmlformats.org/officeDocument/2006/relationships/slideLayout" Target="../slideLayouts/slideLayout78.xml"/><Relationship Id="rId52" Type="http://schemas.openxmlformats.org/officeDocument/2006/relationships/slideLayout" Target="../slideLayouts/slideLayout86.xml"/><Relationship Id="rId60" Type="http://schemas.openxmlformats.org/officeDocument/2006/relationships/slideLayout" Target="../slideLayouts/slideLayout94.xml"/><Relationship Id="rId65" Type="http://schemas.openxmlformats.org/officeDocument/2006/relationships/slideLayout" Target="../slideLayouts/slideLayout99.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3" Type="http://schemas.openxmlformats.org/officeDocument/2006/relationships/slideLayout" Target="../slideLayouts/slideLayout47.xml"/><Relationship Id="rId18" Type="http://schemas.openxmlformats.org/officeDocument/2006/relationships/slideLayout" Target="../slideLayouts/slideLayout52.xml"/><Relationship Id="rId39" Type="http://schemas.openxmlformats.org/officeDocument/2006/relationships/slideLayout" Target="../slideLayouts/slideLayout73.xml"/><Relationship Id="rId34" Type="http://schemas.openxmlformats.org/officeDocument/2006/relationships/slideLayout" Target="../slideLayouts/slideLayout68.xml"/><Relationship Id="rId50" Type="http://schemas.openxmlformats.org/officeDocument/2006/relationships/slideLayout" Target="../slideLayouts/slideLayout84.xml"/><Relationship Id="rId55" Type="http://schemas.openxmlformats.org/officeDocument/2006/relationships/slideLayout" Target="../slideLayouts/slideLayout8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6" name="Picture 15"/>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4306"/>
            <a:ext cx="9153144" cy="689536"/>
          </a:xfrm>
          <a:prstGeom prst="rect">
            <a:avLst/>
          </a:prstGeom>
        </p:spPr>
      </p:pic>
      <p:sp>
        <p:nvSpPr>
          <p:cNvPr id="2" name="Title Placeholder 1"/>
          <p:cNvSpPr>
            <a:spLocks noGrp="1"/>
          </p:cNvSpPr>
          <p:nvPr>
            <p:ph type="title"/>
          </p:nvPr>
        </p:nvSpPr>
        <p:spPr>
          <a:xfrm>
            <a:off x="468312" y="961012"/>
            <a:ext cx="8207375" cy="369332"/>
          </a:xfrm>
          <a:prstGeom prst="rect">
            <a:avLst/>
          </a:prstGeom>
        </p:spPr>
        <p:txBody>
          <a:bodyPr vert="horz" wrap="square" lIns="0" tIns="0" rIns="0" bIns="0" rtlCol="0" anchor="t" anchorCtr="0">
            <a:spAutoFit/>
          </a:bodyPr>
          <a:lstStyle/>
          <a:p>
            <a:r>
              <a:rPr lang="en-US"/>
              <a:t>Click to edit Master title style</a:t>
            </a:r>
          </a:p>
        </p:txBody>
      </p:sp>
      <p:sp>
        <p:nvSpPr>
          <p:cNvPr id="3" name="Text Placeholder 2"/>
          <p:cNvSpPr>
            <a:spLocks noGrp="1"/>
          </p:cNvSpPr>
          <p:nvPr>
            <p:ph type="body" idx="1"/>
          </p:nvPr>
        </p:nvSpPr>
        <p:spPr>
          <a:xfrm>
            <a:off x="468313" y="1916112"/>
            <a:ext cx="8207375" cy="4321176"/>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p:ph type="sldNum" sz="quarter" idx="4"/>
          </p:nvPr>
        </p:nvSpPr>
        <p:spPr>
          <a:xfrm>
            <a:off x="8263830" y="270195"/>
            <a:ext cx="411858" cy="153888"/>
          </a:xfrm>
          <a:prstGeom prst="rect">
            <a:avLst/>
          </a:prstGeom>
        </p:spPr>
        <p:txBody>
          <a:bodyPr vert="horz" wrap="square" lIns="0" tIns="0" rIns="0" bIns="0" rtlCol="0" anchor="ctr">
            <a:spAutoFit/>
          </a:bodyPr>
          <a:lstStyle>
            <a:lvl1pPr algn="r">
              <a:defRPr sz="1000">
                <a:solidFill>
                  <a:schemeClr val="bg1"/>
                </a:solidFill>
              </a:defRPr>
            </a:lvl1pPr>
          </a:lstStyle>
          <a:p>
            <a:fld id="{4704619B-9823-F845-874B-2390AC991BC7}" type="slidenum">
              <a:rPr lang="en-US" smtClean="0"/>
              <a:pPr/>
              <a:t>‹#›</a:t>
            </a:fld>
            <a:endParaRPr lang="en-US"/>
          </a:p>
        </p:txBody>
      </p:sp>
      <p:sp>
        <p:nvSpPr>
          <p:cNvPr id="8" name="TextBox 7"/>
          <p:cNvSpPr txBox="1"/>
          <p:nvPr/>
        </p:nvSpPr>
        <p:spPr>
          <a:xfrm>
            <a:off x="468313" y="6621521"/>
            <a:ext cx="1899559" cy="184666"/>
          </a:xfrm>
          <a:prstGeom prst="rect">
            <a:avLst/>
          </a:prstGeom>
          <a:noFill/>
        </p:spPr>
        <p:txBody>
          <a:bodyPr wrap="none" lIns="0" rIns="0" rtlCol="0" anchor="ctr">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baseline="0">
                <a:solidFill>
                  <a:srgbClr val="58595B"/>
                </a:solidFill>
                <a:latin typeface="+mn-lt"/>
              </a:rPr>
              <a:t>Confidential. © 2020 IHS Markit</a:t>
            </a:r>
            <a:r>
              <a:rPr lang="en-US" sz="600" baseline="30000">
                <a:solidFill>
                  <a:srgbClr val="58595B"/>
                </a:solidFill>
                <a:latin typeface="+mn-lt"/>
              </a:rPr>
              <a:t>TM</a:t>
            </a:r>
            <a:r>
              <a:rPr lang="en-US" sz="600" baseline="0">
                <a:solidFill>
                  <a:srgbClr val="58595B"/>
                </a:solidFill>
                <a:latin typeface="+mn-lt"/>
              </a:rPr>
              <a:t>. All Rights Reserved.</a:t>
            </a:r>
            <a:endParaRPr lang="en-GB" sz="600">
              <a:solidFill>
                <a:srgbClr val="58595B"/>
              </a:solidFill>
              <a:latin typeface="+mn-lt"/>
            </a:endParaRPr>
          </a:p>
        </p:txBody>
      </p:sp>
      <p:pic>
        <p:nvPicPr>
          <p:cNvPr id="10" name="Picture 9"/>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336080" y="42339"/>
            <a:ext cx="1499616" cy="609600"/>
          </a:xfrm>
          <a:prstGeom prst="rect">
            <a:avLst/>
          </a:prstGeom>
        </p:spPr>
      </p:pic>
    </p:spTree>
    <p:extLst>
      <p:ext uri="{BB962C8B-B14F-4D97-AF65-F5344CB8AC3E}">
        <p14:creationId xmlns:p14="http://schemas.microsoft.com/office/powerpoint/2010/main" val="17326586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63" r:id="rId4"/>
    <p:sldLayoutId id="2147483673" r:id="rId5"/>
    <p:sldLayoutId id="2147483664" r:id="rId6"/>
    <p:sldLayoutId id="2147483665" r:id="rId7"/>
    <p:sldLayoutId id="2147483674" r:id="rId8"/>
    <p:sldLayoutId id="2147483680" r:id="rId9"/>
    <p:sldLayoutId id="2147483675" r:id="rId10"/>
    <p:sldLayoutId id="2147483676" r:id="rId11"/>
    <p:sldLayoutId id="2147483699" r:id="rId12"/>
    <p:sldLayoutId id="2147483677" r:id="rId13"/>
    <p:sldLayoutId id="2147483678" r:id="rId14"/>
    <p:sldLayoutId id="2147483679" r:id="rId15"/>
    <p:sldLayoutId id="2147483666" r:id="rId16"/>
    <p:sldLayoutId id="2147483667" r:id="rId17"/>
    <p:sldLayoutId id="2147483698" r:id="rId18"/>
  </p:sldLayoutIdLst>
  <p:hf hdr="0" ftr="0" dt="0"/>
  <p:txStyles>
    <p:titleStyle>
      <a:lvl1pPr algn="l" defTabSz="914400" rtl="0" eaLnBrk="1" latinLnBrk="0" hangingPunct="1">
        <a:lnSpc>
          <a:spcPct val="100000"/>
        </a:lnSpc>
        <a:spcBef>
          <a:spcPct val="0"/>
        </a:spcBef>
        <a:buNone/>
        <a:defRPr sz="2400" kern="1200">
          <a:solidFill>
            <a:schemeClr val="accent1"/>
          </a:solidFill>
          <a:latin typeface="+mj-lt"/>
          <a:ea typeface="+mj-ea"/>
          <a:cs typeface="+mj-cs"/>
        </a:defRPr>
      </a:lvl1pPr>
    </p:titleStyle>
    <p:bodyStyle>
      <a:lvl1pPr marL="171450" indent="-171450" algn="l" defTabSz="914400" rtl="0" eaLnBrk="1" latinLnBrk="0" hangingPunct="1">
        <a:lnSpc>
          <a:spcPct val="100000"/>
        </a:lnSpc>
        <a:spcBef>
          <a:spcPts val="1000"/>
        </a:spcBef>
        <a:buClr>
          <a:schemeClr val="accent1"/>
        </a:buClr>
        <a:buFont typeface="Arial" panose="020B0604020202020204" pitchFamily="34" charset="0"/>
        <a:buChar char="•"/>
        <a:tabLst/>
        <a:defRPr sz="1400" kern="1200">
          <a:solidFill>
            <a:schemeClr val="tx2"/>
          </a:solidFill>
          <a:latin typeface="+mn-lt"/>
          <a:ea typeface="+mn-ea"/>
          <a:cs typeface="+mn-cs"/>
        </a:defRPr>
      </a:lvl1pPr>
      <a:lvl2pPr marL="344488" indent="-173038" algn="l" defTabSz="914400" rtl="0" eaLnBrk="1" latinLnBrk="0" hangingPunct="1">
        <a:lnSpc>
          <a:spcPct val="100000"/>
        </a:lnSpc>
        <a:spcBef>
          <a:spcPts val="1000"/>
        </a:spcBef>
        <a:buClr>
          <a:schemeClr val="accent1"/>
        </a:buClr>
        <a:buFont typeface=".HelveticaNeueDeskInterface-Regular" charset="0"/>
        <a:buChar char="&gt;"/>
        <a:tabLst/>
        <a:defRPr sz="1400" kern="1200">
          <a:solidFill>
            <a:schemeClr val="tx2"/>
          </a:solidFill>
          <a:latin typeface="+mn-lt"/>
          <a:ea typeface="+mn-ea"/>
          <a:cs typeface="+mn-cs"/>
        </a:defRPr>
      </a:lvl2pPr>
      <a:lvl3pPr marL="515938" indent="-171450" algn="l" defTabSz="914400" rtl="0" eaLnBrk="1" latinLnBrk="0" hangingPunct="1">
        <a:lnSpc>
          <a:spcPct val="100000"/>
        </a:lnSpc>
        <a:spcBef>
          <a:spcPts val="1000"/>
        </a:spcBef>
        <a:buClr>
          <a:schemeClr val="accent1"/>
        </a:buClr>
        <a:buFont typeface=".HelveticaNeueDeskInterface-Regular" charset="0"/>
        <a:buChar char="–"/>
        <a:tabLst/>
        <a:defRPr sz="14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 userDrawn="1">
          <p15:clr>
            <a:srgbClr val="F26B43"/>
          </p15:clr>
        </p15:guide>
        <p15:guide id="2" pos="5472" userDrawn="1">
          <p15:clr>
            <a:srgbClr val="F26B43"/>
          </p15:clr>
        </p15:guide>
        <p15:guide id="3" orient="horz" pos="606" userDrawn="1">
          <p15:clr>
            <a:srgbClr val="F26B43"/>
          </p15:clr>
        </p15:guide>
        <p15:guide id="4" orient="horz" pos="1187" userDrawn="1">
          <p15:clr>
            <a:srgbClr val="F26B43"/>
          </p15:clr>
        </p15:guide>
        <p15:guide id="7" orient="horz" pos="3828" userDrawn="1">
          <p15:clr>
            <a:srgbClr val="F26B43"/>
          </p15:clr>
        </p15:guide>
        <p15:guide id="8" orient="horz" pos="88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1" name="Picture 10" descr="image1.png"/>
          <p:cNvPicPr>
            <a:picLocks noChangeAspect="1"/>
          </p:cNvPicPr>
          <p:nvPr/>
        </p:nvPicPr>
        <p:blipFill>
          <a:blip r:embed="rId18"/>
          <a:stretch>
            <a:fillRect/>
          </a:stretch>
        </p:blipFill>
        <p:spPr>
          <a:xfrm>
            <a:off x="566" y="0"/>
            <a:ext cx="9143434" cy="360000"/>
          </a:xfrm>
          <a:prstGeom prst="rect">
            <a:avLst/>
          </a:prstGeom>
        </p:spPr>
      </p:pic>
      <p:sp>
        <p:nvSpPr>
          <p:cNvPr id="14" name="Title Placeholder 1"/>
          <p:cNvSpPr>
            <a:spLocks noGrp="1"/>
          </p:cNvSpPr>
          <p:nvPr>
            <p:ph type="title"/>
          </p:nvPr>
        </p:nvSpPr>
        <p:spPr>
          <a:xfrm>
            <a:off x="468313" y="549275"/>
            <a:ext cx="8207375" cy="755489"/>
          </a:xfrm>
          <a:prstGeom prst="rect">
            <a:avLst/>
          </a:prstGeom>
        </p:spPr>
        <p:txBody>
          <a:bodyPr vert="horz" lIns="0" tIns="0" rIns="0" bIns="0" rtlCol="0" anchor="t">
            <a:noAutofit/>
          </a:bodyPr>
          <a:lstStyle/>
          <a:p>
            <a:r>
              <a:rPr lang="en-US"/>
              <a:t>Click to edit Master title style</a:t>
            </a:r>
          </a:p>
        </p:txBody>
      </p:sp>
      <p:sp>
        <p:nvSpPr>
          <p:cNvPr id="15" name="Footer Placeholder 4"/>
          <p:cNvSpPr>
            <a:spLocks noGrp="1"/>
          </p:cNvSpPr>
          <p:nvPr>
            <p:ph type="ftr" sz="quarter" idx="3"/>
          </p:nvPr>
        </p:nvSpPr>
        <p:spPr>
          <a:xfrm>
            <a:off x="4716462" y="0"/>
            <a:ext cx="3959225" cy="360000"/>
          </a:xfrm>
          <a:prstGeom prst="rect">
            <a:avLst/>
          </a:prstGeom>
        </p:spPr>
        <p:txBody>
          <a:bodyPr vert="horz" wrap="none" lIns="0" tIns="0" rIns="0" bIns="0" rtlCol="0" anchor="ctr"/>
          <a:lstStyle>
            <a:lvl1pPr algn="r">
              <a:defRPr sz="800" b="1">
                <a:solidFill>
                  <a:schemeClr val="bg1"/>
                </a:solidFill>
              </a:defRPr>
            </a:lvl1pPr>
          </a:lstStyle>
          <a:p>
            <a:r>
              <a:rPr lang="en-US">
                <a:solidFill>
                  <a:srgbClr val="FFFFFF"/>
                </a:solidFill>
              </a:rPr>
              <a:t>Presentation Name / Month 2017</a:t>
            </a:r>
          </a:p>
        </p:txBody>
      </p:sp>
      <p:sp>
        <p:nvSpPr>
          <p:cNvPr id="16"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a:p>
        </p:txBody>
      </p:sp>
      <p:cxnSp>
        <p:nvCxnSpPr>
          <p:cNvPr id="8" name="Straight Connector 7"/>
          <p:cNvCxnSpPr/>
          <p:nvPr/>
        </p:nvCxnSpPr>
        <p:spPr>
          <a:xfrm>
            <a:off x="468313" y="6489700"/>
            <a:ext cx="8207375" cy="0"/>
          </a:xfrm>
          <a:prstGeom prst="line">
            <a:avLst/>
          </a:prstGeom>
          <a:ln w="6350">
            <a:solidFill>
              <a:srgbClr val="58595B"/>
            </a:solidFill>
          </a:ln>
        </p:spPr>
        <p:style>
          <a:lnRef idx="1">
            <a:schemeClr val="accent1"/>
          </a:lnRef>
          <a:fillRef idx="0">
            <a:schemeClr val="accent1"/>
          </a:fillRef>
          <a:effectRef idx="0">
            <a:schemeClr val="accent1"/>
          </a:effectRef>
          <a:fontRef idx="minor">
            <a:schemeClr val="tx1"/>
          </a:fontRef>
        </p:style>
      </p:cxnSp>
      <p:sp>
        <p:nvSpPr>
          <p:cNvPr id="9" name="copyright"/>
          <p:cNvSpPr txBox="1"/>
          <p:nvPr/>
        </p:nvSpPr>
        <p:spPr>
          <a:xfrm>
            <a:off x="468313" y="6489380"/>
            <a:ext cx="3959226" cy="368620"/>
          </a:xfrm>
          <a:prstGeom prst="rect">
            <a:avLst/>
          </a:prstGeom>
          <a:noFill/>
        </p:spPr>
        <p:txBody>
          <a:bodyPr wrap="none" lIns="0" tIns="0" rIns="0" bIns="0" rtlCol="0" anchor="ctr">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00" baseline="0">
                <a:solidFill>
                  <a:srgbClr val="58595B"/>
                </a:solidFill>
                <a:latin typeface="+mn-lt"/>
              </a:rPr>
              <a:t>Confidential. © 2020 IHS Markit</a:t>
            </a:r>
            <a:r>
              <a:rPr lang="en-US" sz="700" baseline="30000">
                <a:solidFill>
                  <a:srgbClr val="58595B"/>
                </a:solidFill>
                <a:latin typeface="+mn-lt"/>
              </a:rPr>
              <a:t>TM</a:t>
            </a:r>
            <a:r>
              <a:rPr lang="en-US" sz="700" baseline="0">
                <a:solidFill>
                  <a:srgbClr val="58595B"/>
                </a:solidFill>
                <a:latin typeface="+mn-lt"/>
              </a:rPr>
              <a:t>. All Rights Reserved.</a:t>
            </a:r>
            <a:endParaRPr lang="en-GB" sz="700">
              <a:solidFill>
                <a:srgbClr val="58595B"/>
              </a:solidFill>
              <a:latin typeface="+mn-lt"/>
            </a:endParaRPr>
          </a:p>
        </p:txBody>
      </p:sp>
      <p:sp>
        <p:nvSpPr>
          <p:cNvPr id="10" name="Text Placeholder 2"/>
          <p:cNvSpPr>
            <a:spLocks noGrp="1"/>
          </p:cNvSpPr>
          <p:nvPr>
            <p:ph type="body" idx="1"/>
          </p:nvPr>
        </p:nvSpPr>
        <p:spPr>
          <a:xfrm>
            <a:off x="468313" y="1484313"/>
            <a:ext cx="8207375" cy="4752975"/>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9339951"/>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Lst>
  <p:hf hdr="0" dt="0"/>
  <p:txStyles>
    <p:titleStyle>
      <a:lvl1pPr algn="l" defTabSz="914400" rtl="0" eaLnBrk="1" latinLnBrk="0" hangingPunct="1">
        <a:spcBef>
          <a:spcPct val="0"/>
        </a:spcBef>
        <a:buNone/>
        <a:defRPr sz="2400" b="1" kern="1200" spc="0" baseline="0">
          <a:solidFill>
            <a:schemeClr val="accent1"/>
          </a:solidFill>
          <a:latin typeface="+mj-lt"/>
          <a:ea typeface="+mj-ea"/>
          <a:cs typeface="+mj-cs"/>
        </a:defRPr>
      </a:lvl1pPr>
    </p:titleStyle>
    <p:bodyStyle>
      <a:lvl1pPr marL="177800" indent="-177800" algn="l" defTabSz="914400" rtl="0" eaLnBrk="1" latinLnBrk="0" hangingPunct="1">
        <a:spcBef>
          <a:spcPts val="600"/>
        </a:spcBef>
        <a:spcAft>
          <a:spcPts val="600"/>
        </a:spcAft>
        <a:buClrTx/>
        <a:buSzPct val="90000"/>
        <a:buFont typeface="Arial" pitchFamily="34" charset="0"/>
        <a:buChar char="•"/>
        <a:defRPr lang="en-US" sz="2000" b="0" kern="1200" baseline="0" dirty="0" smtClean="0">
          <a:solidFill>
            <a:schemeClr val="tx1"/>
          </a:solidFill>
          <a:latin typeface="+mn-lt"/>
          <a:ea typeface="+mn-ea"/>
          <a:cs typeface="+mn-cs"/>
        </a:defRPr>
      </a:lvl1pPr>
      <a:lvl2pPr marL="355600" indent="-177800" algn="l" defTabSz="914400" rtl="0" eaLnBrk="1" latinLnBrk="0" hangingPunct="1">
        <a:spcBef>
          <a:spcPts val="600"/>
        </a:spcBef>
        <a:spcAft>
          <a:spcPts val="600"/>
        </a:spcAft>
        <a:buClrTx/>
        <a:buSzPct val="90000"/>
        <a:buFont typeface="Arial" pitchFamily="34" charset="0"/>
        <a:buChar char="•"/>
        <a:defRPr sz="1800" kern="1200" baseline="0">
          <a:solidFill>
            <a:schemeClr val="tx1"/>
          </a:solidFill>
          <a:latin typeface="+mn-lt"/>
          <a:ea typeface="+mn-ea"/>
          <a:cs typeface="+mn-cs"/>
        </a:defRPr>
      </a:lvl2pPr>
      <a:lvl3pPr marL="533400" indent="-179388" algn="l" defTabSz="914400" rtl="0" eaLnBrk="1" latinLnBrk="0" hangingPunct="1">
        <a:spcBef>
          <a:spcPts val="600"/>
        </a:spcBef>
        <a:spcAft>
          <a:spcPts val="600"/>
        </a:spcAft>
        <a:buClrTx/>
        <a:buSzPct val="90000"/>
        <a:buFont typeface="Arial" pitchFamily="34" charset="0"/>
        <a:buChar char="•"/>
        <a:defRPr sz="1600" kern="1200" baseline="0">
          <a:solidFill>
            <a:schemeClr val="tx1"/>
          </a:solidFill>
          <a:latin typeface="+mn-lt"/>
          <a:ea typeface="+mn-ea"/>
          <a:cs typeface="+mn-cs"/>
        </a:defRPr>
      </a:lvl3pPr>
      <a:lvl4pPr marL="727075" indent="-179388" algn="l" defTabSz="914400" rtl="0" eaLnBrk="1" latinLnBrk="0" hangingPunct="1">
        <a:spcBef>
          <a:spcPts val="600"/>
        </a:spcBef>
        <a:spcAft>
          <a:spcPts val="600"/>
        </a:spcAft>
        <a:buClrTx/>
        <a:buSzPct val="90000"/>
        <a:buFont typeface="Arial" pitchFamily="34" charset="0"/>
        <a:buChar char="•"/>
        <a:defRPr sz="1400" kern="1200" baseline="0">
          <a:solidFill>
            <a:schemeClr val="tx1"/>
          </a:solidFill>
          <a:latin typeface="+mn-lt"/>
          <a:ea typeface="+mn-ea"/>
          <a:cs typeface="+mn-cs"/>
        </a:defRPr>
      </a:lvl4pPr>
      <a:lvl5pPr marL="906463" indent="-179388" algn="l" defTabSz="914400" rtl="0" eaLnBrk="1" latinLnBrk="0" hangingPunct="1">
        <a:spcBef>
          <a:spcPts val="600"/>
        </a:spcBef>
        <a:spcAft>
          <a:spcPts val="600"/>
        </a:spcAft>
        <a:buClrTx/>
        <a:buSzPct val="90000"/>
        <a:buFont typeface="Arial" pitchFamily="34" charset="0"/>
        <a:buChar char="•"/>
        <a:defRPr sz="14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000" kern="1200">
          <a:solidFill>
            <a:schemeClr val="tx1"/>
          </a:solidFill>
          <a:latin typeface="+mn-lt"/>
          <a:ea typeface="+mn-ea"/>
          <a:cs typeface="+mn-cs"/>
        </a:defRPr>
      </a:lvl2pPr>
      <a:lvl3pPr marL="914400" algn="l" defTabSz="914400" rtl="0" eaLnBrk="1" latinLnBrk="0" hangingPunct="1">
        <a:defRPr sz="1000" kern="1200">
          <a:solidFill>
            <a:schemeClr val="tx1"/>
          </a:solidFill>
          <a:latin typeface="+mn-lt"/>
          <a:ea typeface="+mn-ea"/>
          <a:cs typeface="+mn-cs"/>
        </a:defRPr>
      </a:lvl3pPr>
      <a:lvl4pPr marL="1371600" algn="l" defTabSz="914400" rtl="0" eaLnBrk="1" latinLnBrk="0" hangingPunct="1">
        <a:defRPr sz="1000" kern="1200">
          <a:solidFill>
            <a:schemeClr val="tx1"/>
          </a:solidFill>
          <a:latin typeface="+mn-lt"/>
          <a:ea typeface="+mn-ea"/>
          <a:cs typeface="+mn-cs"/>
        </a:defRPr>
      </a:lvl4pPr>
      <a:lvl5pPr marL="182880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000" kern="1200">
          <a:solidFill>
            <a:schemeClr val="tx1"/>
          </a:solidFill>
          <a:latin typeface="+mn-lt"/>
          <a:ea typeface="+mn-ea"/>
          <a:cs typeface="+mn-cs"/>
        </a:defRPr>
      </a:lvl6pPr>
      <a:lvl7pPr marL="2743200" algn="l" defTabSz="914400" rtl="0" eaLnBrk="1" latinLnBrk="0" hangingPunct="1">
        <a:defRPr sz="1000" kern="1200">
          <a:solidFill>
            <a:schemeClr val="tx1"/>
          </a:solidFill>
          <a:latin typeface="+mn-lt"/>
          <a:ea typeface="+mn-ea"/>
          <a:cs typeface="+mn-cs"/>
        </a:defRPr>
      </a:lvl7pPr>
      <a:lvl8pPr marL="3200400" algn="l" defTabSz="914400" rtl="0" eaLnBrk="1" latinLnBrk="0" hangingPunct="1">
        <a:defRPr sz="1000" kern="1200">
          <a:solidFill>
            <a:schemeClr val="tx1"/>
          </a:solidFill>
          <a:latin typeface="+mn-lt"/>
          <a:ea typeface="+mn-ea"/>
          <a:cs typeface="+mn-cs"/>
        </a:defRPr>
      </a:lvl8pPr>
      <a:lvl9pPr marL="3657600" algn="l" defTabSz="914400" rtl="0" eaLnBrk="1" latinLnBrk="0" hangingPunct="1">
        <a:defRPr sz="1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4" name="Group 143">
            <a:extLst>
              <a:ext uri="{FF2B5EF4-FFF2-40B4-BE49-F238E27FC236}">
                <a16:creationId xmlns:a16="http://schemas.microsoft.com/office/drawing/2014/main" id="{8B53055D-29D5-4FE1-BE64-E17CAF363092}"/>
              </a:ext>
            </a:extLst>
          </p:cNvPr>
          <p:cNvGrpSpPr/>
          <p:nvPr/>
        </p:nvGrpSpPr>
        <p:grpSpPr>
          <a:xfrm>
            <a:off x="9144747" y="647701"/>
            <a:ext cx="104748" cy="5046663"/>
            <a:chOff x="12192996" y="647700"/>
            <a:chExt cx="139664" cy="5046663"/>
          </a:xfrm>
        </p:grpSpPr>
        <p:cxnSp>
          <p:nvCxnSpPr>
            <p:cNvPr id="143" name="Straight Connector 142">
              <a:extLst>
                <a:ext uri="{FF2B5EF4-FFF2-40B4-BE49-F238E27FC236}">
                  <a16:creationId xmlns:a16="http://schemas.microsoft.com/office/drawing/2014/main" id="{4239ECE5-FA9C-4670-87F6-C0D934E9AAE7}"/>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9D1EA425-A7BD-47A4-B2D5-16D157827594}"/>
                </a:ext>
              </a:extLst>
            </p:cNvPr>
            <p:cNvGrpSpPr/>
            <p:nvPr/>
          </p:nvGrpSpPr>
          <p:grpSpPr>
            <a:xfrm>
              <a:off x="12202508" y="647700"/>
              <a:ext cx="130152" cy="5046663"/>
              <a:chOff x="12202508" y="647700"/>
              <a:chExt cx="130152" cy="5046663"/>
            </a:xfrm>
          </p:grpSpPr>
          <p:cxnSp>
            <p:nvCxnSpPr>
              <p:cNvPr id="59" name="Straight Connector 58">
                <a:extLst>
                  <a:ext uri="{FF2B5EF4-FFF2-40B4-BE49-F238E27FC236}">
                    <a16:creationId xmlns:a16="http://schemas.microsoft.com/office/drawing/2014/main" id="{7D274501-4E1B-4808-B24A-1DD2E90B8BE3}"/>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C8E6B1F-3105-4A91-B970-D589ADB77A85}"/>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CB44A62-3176-45B3-B8F1-13B68150156C}"/>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3F9198C-0474-411B-B709-BB380C249BDA}"/>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E22D08E-6812-4F78-A644-C1C379E1CB6A}"/>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425280" y="651300"/>
            <a:ext cx="8297032" cy="648111"/>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425279" y="1622631"/>
            <a:ext cx="8298180" cy="4585665"/>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721359" y="6403792"/>
            <a:ext cx="1852439" cy="214805"/>
          </a:xfrm>
          <a:prstGeom prst="rect">
            <a:avLst/>
          </a:prstGeom>
        </p:spPr>
        <p:txBody>
          <a:bodyPr vert="horz" lIns="0" tIns="0" rIns="0" bIns="0" rtlCol="0" anchor="ctr"/>
          <a:lstStyle>
            <a:lvl1pPr algn="l">
              <a:defRPr sz="675">
                <a:solidFill>
                  <a:schemeClr val="tx1"/>
                </a:solidFill>
              </a:defRPr>
            </a:lvl1pPr>
          </a:lstStyle>
          <a:p>
            <a:fld id="{741705B8-0135-4861-9438-C6F1E3D9C470}" type="datetime4">
              <a:rPr lang="en-US" smtClean="0"/>
              <a:t>August 13, 2025</a:t>
            </a:fld>
            <a:endParaRPr lang="en-US"/>
          </a:p>
        </p:txBody>
      </p:sp>
      <p:sp>
        <p:nvSpPr>
          <p:cNvPr id="5" name="Footer Placeholder 4"/>
          <p:cNvSpPr>
            <a:spLocks noGrp="1"/>
          </p:cNvSpPr>
          <p:nvPr>
            <p:ph type="ftr" sz="quarter" idx="3"/>
          </p:nvPr>
        </p:nvSpPr>
        <p:spPr>
          <a:xfrm>
            <a:off x="4627538" y="6403792"/>
            <a:ext cx="3756197" cy="214805"/>
          </a:xfrm>
          <a:prstGeom prst="rect">
            <a:avLst/>
          </a:prstGeom>
        </p:spPr>
        <p:txBody>
          <a:bodyPr vert="horz" lIns="0" tIns="0" rIns="0" bIns="0" rtlCol="0" anchor="ctr"/>
          <a:lstStyle>
            <a:lvl1pPr algn="r">
              <a:defRPr sz="675">
                <a:solidFill>
                  <a:schemeClr val="tx1"/>
                </a:solidFill>
              </a:defRPr>
            </a:lvl1pPr>
          </a:lstStyle>
          <a:p>
            <a:r>
              <a:rPr lang="en-US"/>
              <a:t>S&amp;P Global Commodity Insights – Internal Use Only</a:t>
            </a:r>
          </a:p>
        </p:txBody>
      </p:sp>
      <p:sp>
        <p:nvSpPr>
          <p:cNvPr id="6" name="Slide Number Placeholder 5"/>
          <p:cNvSpPr>
            <a:spLocks noGrp="1"/>
          </p:cNvSpPr>
          <p:nvPr>
            <p:ph type="sldNum" sz="quarter" idx="4"/>
          </p:nvPr>
        </p:nvSpPr>
        <p:spPr>
          <a:xfrm>
            <a:off x="8407384" y="6403791"/>
            <a:ext cx="316487" cy="214804"/>
          </a:xfrm>
          <a:prstGeom prst="rect">
            <a:avLst/>
          </a:prstGeom>
        </p:spPr>
        <p:txBody>
          <a:bodyPr vert="horz" lIns="0" tIns="0" rIns="0" bIns="0" rtlCol="0" anchor="ctr"/>
          <a:lstStyle>
            <a:lvl1pPr algn="r">
              <a:defRPr sz="675">
                <a:solidFill>
                  <a:schemeClr val="tx1"/>
                </a:solidFill>
              </a:defRPr>
            </a:lvl1pPr>
          </a:lstStyle>
          <a:p>
            <a:fld id="{4704619B-9823-F845-874B-2390AC991BC7}" type="slidenum">
              <a:rPr lang="en-US" smtClean="0"/>
              <a:pPr/>
              <a:t>‹#›</a:t>
            </a:fld>
            <a:endParaRPr lang="en-US"/>
          </a:p>
        </p:txBody>
      </p:sp>
      <p:cxnSp>
        <p:nvCxnSpPr>
          <p:cNvPr id="22" name="Straight Connector 21">
            <a:extLst>
              <a:ext uri="{FF2B5EF4-FFF2-40B4-BE49-F238E27FC236}">
                <a16:creationId xmlns:a16="http://schemas.microsoft.com/office/drawing/2014/main" id="{F8CC70A6-20E9-484F-A6D8-8AC9F5A99694}"/>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426C736-25F9-4471-B9E2-7FDAD4B0C0F7}"/>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FA59E5F-121F-4882-AD04-A65D6DB42A46}"/>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5" name="TextBox 24">
            <a:extLst>
              <a:ext uri="{FF2B5EF4-FFF2-40B4-BE49-F238E27FC236}">
                <a16:creationId xmlns:a16="http://schemas.microsoft.com/office/drawing/2014/main" id="{924EB760-7DB9-4158-8A20-E30A256A1D62}"/>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145" name="Group 144">
            <a:extLst>
              <a:ext uri="{FF2B5EF4-FFF2-40B4-BE49-F238E27FC236}">
                <a16:creationId xmlns:a16="http://schemas.microsoft.com/office/drawing/2014/main" id="{CB39B6C1-8002-4F75-B7FC-EDAA23A0F76B}"/>
              </a:ext>
            </a:extLst>
          </p:cNvPr>
          <p:cNvGrpSpPr/>
          <p:nvPr/>
        </p:nvGrpSpPr>
        <p:grpSpPr>
          <a:xfrm>
            <a:off x="-97614" y="647701"/>
            <a:ext cx="97614" cy="5046663"/>
            <a:chOff x="-130152" y="647700"/>
            <a:chExt cx="130152" cy="5046663"/>
          </a:xfrm>
        </p:grpSpPr>
        <p:cxnSp>
          <p:nvCxnSpPr>
            <p:cNvPr id="53" name="Straight Connector 52">
              <a:extLst>
                <a:ext uri="{FF2B5EF4-FFF2-40B4-BE49-F238E27FC236}">
                  <a16:creationId xmlns:a16="http://schemas.microsoft.com/office/drawing/2014/main" id="{E3A10AFA-0D6D-43FA-9041-F48F1EDAEE3C}"/>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35406A10-0F3B-4C6E-BB94-300915DB02B5}"/>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B54C7B1-605E-4788-A9E2-5192021613D6}"/>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BF6F6D6-1AD2-4BB1-ABE1-A1E2DADB16B8}"/>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3725CBF-16E5-4686-95FC-61EDD7BAA222}"/>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9F14B1D6-A02F-4F63-8B42-6490CB75FEED}"/>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64" name="Straight Connector 63">
            <a:extLst>
              <a:ext uri="{FF2B5EF4-FFF2-40B4-BE49-F238E27FC236}">
                <a16:creationId xmlns:a16="http://schemas.microsoft.com/office/drawing/2014/main" id="{44C75B12-814D-46B5-AC2A-CF6E825BD2A6}"/>
              </a:ext>
            </a:extLst>
          </p:cNvPr>
          <p:cNvCxnSpPr>
            <a:cxnSpLocks/>
          </p:cNvCxnSpPr>
          <p:nvPr/>
        </p:nvCxnSpPr>
        <p:spPr>
          <a:xfrm rot="16200000">
            <a:off x="4116399" y="-95347"/>
            <a:ext cx="130152"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3196D04-0548-4EFC-84ED-EC48273BDB1F}"/>
              </a:ext>
            </a:extLst>
          </p:cNvPr>
          <p:cNvCxnSpPr>
            <a:cxnSpLocks/>
          </p:cNvCxnSpPr>
          <p:nvPr/>
        </p:nvCxnSpPr>
        <p:spPr>
          <a:xfrm rot="16200000">
            <a:off x="4890305" y="-95347"/>
            <a:ext cx="130152"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4CDAEB47-98C9-4B0C-95C2-0EC29C2061ED}"/>
              </a:ext>
            </a:extLst>
          </p:cNvPr>
          <p:cNvGrpSpPr/>
          <p:nvPr/>
        </p:nvGrpSpPr>
        <p:grpSpPr>
          <a:xfrm>
            <a:off x="-994" y="6871034"/>
            <a:ext cx="9144000" cy="143299"/>
            <a:chOff x="-1325" y="6871033"/>
            <a:chExt cx="12192000" cy="143299"/>
          </a:xfrm>
        </p:grpSpPr>
        <p:sp>
          <p:nvSpPr>
            <p:cNvPr id="26" name="Rectangle 25">
              <a:extLst>
                <a:ext uri="{FF2B5EF4-FFF2-40B4-BE49-F238E27FC236}">
                  <a16:creationId xmlns:a16="http://schemas.microsoft.com/office/drawing/2014/main" id="{E605001D-9AEE-4D97-B1CD-2703613BD583}"/>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1B9E2804-C808-4357-85E3-7E72AE20E804}"/>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D1B8713C-445E-4C83-92F1-E19C8C10D52A}"/>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8" name="Rectangle 67">
            <a:extLst>
              <a:ext uri="{FF2B5EF4-FFF2-40B4-BE49-F238E27FC236}">
                <a16:creationId xmlns:a16="http://schemas.microsoft.com/office/drawing/2014/main" id="{E4BEDC11-C1A2-4363-AD61-124751DC85FF}"/>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9" name="Group 68">
            <a:extLst>
              <a:ext uri="{FF2B5EF4-FFF2-40B4-BE49-F238E27FC236}">
                <a16:creationId xmlns:a16="http://schemas.microsoft.com/office/drawing/2014/main" id="{E15ADA81-F289-451E-8271-81B1C7F9E9EF}"/>
              </a:ext>
            </a:extLst>
          </p:cNvPr>
          <p:cNvGrpSpPr/>
          <p:nvPr/>
        </p:nvGrpSpPr>
        <p:grpSpPr>
          <a:xfrm>
            <a:off x="9192986" y="1051487"/>
            <a:ext cx="954405" cy="3085386"/>
            <a:chOff x="12257314" y="1051487"/>
            <a:chExt cx="1272540" cy="3085386"/>
          </a:xfrm>
        </p:grpSpPr>
        <p:sp>
          <p:nvSpPr>
            <p:cNvPr id="70" name="Rectangle 69">
              <a:extLst>
                <a:ext uri="{FF2B5EF4-FFF2-40B4-BE49-F238E27FC236}">
                  <a16:creationId xmlns:a16="http://schemas.microsoft.com/office/drawing/2014/main" id="{1A4E92C5-8939-4B55-A84F-8B6C68F6A2FC}"/>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1" name="TextBox 70">
              <a:extLst>
                <a:ext uri="{FF2B5EF4-FFF2-40B4-BE49-F238E27FC236}">
                  <a16:creationId xmlns:a16="http://schemas.microsoft.com/office/drawing/2014/main" id="{EC1083AB-631D-4A3B-8771-C6B62512D456}"/>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72" name="Freeform: Shape 71">
              <a:extLst>
                <a:ext uri="{FF2B5EF4-FFF2-40B4-BE49-F238E27FC236}">
                  <a16:creationId xmlns:a16="http://schemas.microsoft.com/office/drawing/2014/main" id="{FF86C41D-0758-43AE-A2D8-C6C2A9707FA7}"/>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3" name="TextBox 72">
              <a:extLst>
                <a:ext uri="{FF2B5EF4-FFF2-40B4-BE49-F238E27FC236}">
                  <a16:creationId xmlns:a16="http://schemas.microsoft.com/office/drawing/2014/main" id="{3DF0139A-E334-464F-A56C-5152A071597E}"/>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74" name="Freeform: Shape 73">
              <a:extLst>
                <a:ext uri="{FF2B5EF4-FFF2-40B4-BE49-F238E27FC236}">
                  <a16:creationId xmlns:a16="http://schemas.microsoft.com/office/drawing/2014/main" id="{A932836E-03AE-4492-BB6B-F8FED4E71E87}"/>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5" name="Freeform: Shape 74">
              <a:extLst>
                <a:ext uri="{FF2B5EF4-FFF2-40B4-BE49-F238E27FC236}">
                  <a16:creationId xmlns:a16="http://schemas.microsoft.com/office/drawing/2014/main" id="{C7F708EF-F923-4A24-A6D7-4BCA3EA881C6}"/>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6" name="TextBox 75">
              <a:extLst>
                <a:ext uri="{FF2B5EF4-FFF2-40B4-BE49-F238E27FC236}">
                  <a16:creationId xmlns:a16="http://schemas.microsoft.com/office/drawing/2014/main" id="{940B2C87-F899-480F-93E9-C79E951858AE}"/>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77" name="Picture 76">
              <a:extLst>
                <a:ext uri="{FF2B5EF4-FFF2-40B4-BE49-F238E27FC236}">
                  <a16:creationId xmlns:a16="http://schemas.microsoft.com/office/drawing/2014/main" id="{E5DF1AEA-298E-4AA0-B861-79AAC8A95392}"/>
                </a:ext>
              </a:extLst>
            </p:cNvPr>
            <p:cNvPicPr>
              <a:picLocks noChangeAspect="1"/>
            </p:cNvPicPr>
            <p:nvPr/>
          </p:nvPicPr>
          <p:blipFill>
            <a:blip r:embed="rId68">
              <a:extLst>
                <a:ext uri="{28A0092B-C50C-407E-A947-70E740481C1C}">
                  <a14:useLocalDpi xmlns:a14="http://schemas.microsoft.com/office/drawing/2010/main" val="0"/>
                </a:ext>
              </a:extLst>
            </a:blip>
            <a:srcRect/>
            <a:stretch/>
          </p:blipFill>
          <p:spPr>
            <a:xfrm>
              <a:off x="12343753" y="1289096"/>
              <a:ext cx="1097248" cy="2017928"/>
            </a:xfrm>
            <a:prstGeom prst="rect">
              <a:avLst/>
            </a:prstGeom>
          </p:spPr>
        </p:pic>
        <p:sp>
          <p:nvSpPr>
            <p:cNvPr id="78" name="Rectangle 77">
              <a:extLst>
                <a:ext uri="{FF2B5EF4-FFF2-40B4-BE49-F238E27FC236}">
                  <a16:creationId xmlns:a16="http://schemas.microsoft.com/office/drawing/2014/main" id="{91936950-6B61-4AF0-BAA8-E319B5E9A775}"/>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79" name="Rectangle 78">
              <a:extLst>
                <a:ext uri="{FF2B5EF4-FFF2-40B4-BE49-F238E27FC236}">
                  <a16:creationId xmlns:a16="http://schemas.microsoft.com/office/drawing/2014/main" id="{EDB7CB3A-885A-4980-B14D-0F1486237ABB}"/>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84" name="Rectangle 83">
              <a:extLst>
                <a:ext uri="{FF2B5EF4-FFF2-40B4-BE49-F238E27FC236}">
                  <a16:creationId xmlns:a16="http://schemas.microsoft.com/office/drawing/2014/main" id="{E23BEF90-B240-43F5-A7D2-FF40EB2BA42E}"/>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85" name="Rectangle 84">
              <a:extLst>
                <a:ext uri="{FF2B5EF4-FFF2-40B4-BE49-F238E27FC236}">
                  <a16:creationId xmlns:a16="http://schemas.microsoft.com/office/drawing/2014/main" id="{F4099FFA-147F-4A80-8F31-739AAC66D79E}"/>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86" name="Group 85">
              <a:extLst>
                <a:ext uri="{FF2B5EF4-FFF2-40B4-BE49-F238E27FC236}">
                  <a16:creationId xmlns:a16="http://schemas.microsoft.com/office/drawing/2014/main" id="{26126108-7849-4214-9223-9F761DE635F2}"/>
                </a:ext>
              </a:extLst>
            </p:cNvPr>
            <p:cNvGrpSpPr/>
            <p:nvPr/>
          </p:nvGrpSpPr>
          <p:grpSpPr>
            <a:xfrm>
              <a:off x="12364752" y="2345932"/>
              <a:ext cx="1055431" cy="88186"/>
              <a:chOff x="914335" y="6913770"/>
              <a:chExt cx="1109884" cy="100584"/>
            </a:xfrm>
            <a:noFill/>
          </p:grpSpPr>
          <p:sp>
            <p:nvSpPr>
              <p:cNvPr id="101" name="Rectangle 100">
                <a:extLst>
                  <a:ext uri="{FF2B5EF4-FFF2-40B4-BE49-F238E27FC236}">
                    <a16:creationId xmlns:a16="http://schemas.microsoft.com/office/drawing/2014/main" id="{D9714B2F-270E-40BD-B18C-1CABA6E328BE}"/>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2" name="Rectangle 101">
                <a:extLst>
                  <a:ext uri="{FF2B5EF4-FFF2-40B4-BE49-F238E27FC236}">
                    <a16:creationId xmlns:a16="http://schemas.microsoft.com/office/drawing/2014/main" id="{0E9EDAC8-6407-4216-ABF3-EA70809BB4FD}"/>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03" name="Rectangle 102">
                <a:extLst>
                  <a:ext uri="{FF2B5EF4-FFF2-40B4-BE49-F238E27FC236}">
                    <a16:creationId xmlns:a16="http://schemas.microsoft.com/office/drawing/2014/main" id="{C97366D4-D620-4493-BD87-54D81FBE2F40}"/>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04" name="Rectangle 103">
                <a:extLst>
                  <a:ext uri="{FF2B5EF4-FFF2-40B4-BE49-F238E27FC236}">
                    <a16:creationId xmlns:a16="http://schemas.microsoft.com/office/drawing/2014/main" id="{028BCBB1-4C8C-4515-A267-36F4D23D05E3}"/>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05" name="Rectangle 104">
                <a:extLst>
                  <a:ext uri="{FF2B5EF4-FFF2-40B4-BE49-F238E27FC236}">
                    <a16:creationId xmlns:a16="http://schemas.microsoft.com/office/drawing/2014/main" id="{044F7EB9-753F-48FA-B2B6-73C4C4096CAE}"/>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06" name="Rectangle 105">
                <a:extLst>
                  <a:ext uri="{FF2B5EF4-FFF2-40B4-BE49-F238E27FC236}">
                    <a16:creationId xmlns:a16="http://schemas.microsoft.com/office/drawing/2014/main" id="{52DAE743-1AB2-468D-B4E2-50F2FB87E794}"/>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07" name="Rectangle 106">
                <a:extLst>
                  <a:ext uri="{FF2B5EF4-FFF2-40B4-BE49-F238E27FC236}">
                    <a16:creationId xmlns:a16="http://schemas.microsoft.com/office/drawing/2014/main" id="{B46B3D31-69AA-43A1-A2E2-F09392148922}"/>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08" name="Rectangle 107">
                <a:extLst>
                  <a:ext uri="{FF2B5EF4-FFF2-40B4-BE49-F238E27FC236}">
                    <a16:creationId xmlns:a16="http://schemas.microsoft.com/office/drawing/2014/main" id="{3064BA3B-8C0F-4AFD-92AB-AC0B5E4B6B3C}"/>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09" name="Rectangle 108">
                <a:extLst>
                  <a:ext uri="{FF2B5EF4-FFF2-40B4-BE49-F238E27FC236}">
                    <a16:creationId xmlns:a16="http://schemas.microsoft.com/office/drawing/2014/main" id="{6CABC053-DAB8-4239-9575-3B71323FE84B}"/>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0" name="Rectangle 109">
                <a:extLst>
                  <a:ext uri="{FF2B5EF4-FFF2-40B4-BE49-F238E27FC236}">
                    <a16:creationId xmlns:a16="http://schemas.microsoft.com/office/drawing/2014/main" id="{06230F72-4394-4413-AF03-843676FDBA3A}"/>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87" name="Graphic 86" descr="Close with solid fill">
              <a:extLst>
                <a:ext uri="{FF2B5EF4-FFF2-40B4-BE49-F238E27FC236}">
                  <a16:creationId xmlns:a16="http://schemas.microsoft.com/office/drawing/2014/main" id="{1B831779-A669-4371-8FD1-5066D9D69E1B}"/>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12359990" y="3132474"/>
              <a:ext cx="100919" cy="100919"/>
            </a:xfrm>
            <a:prstGeom prst="rect">
              <a:avLst/>
            </a:prstGeom>
          </p:spPr>
        </p:pic>
        <p:pic>
          <p:nvPicPr>
            <p:cNvPr id="92" name="Graphic 91" descr="Close with solid fill">
              <a:extLst>
                <a:ext uri="{FF2B5EF4-FFF2-40B4-BE49-F238E27FC236}">
                  <a16:creationId xmlns:a16="http://schemas.microsoft.com/office/drawing/2014/main" id="{208D0745-DE9A-4926-B866-2B1F3923CFF5}"/>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12468758" y="3132474"/>
              <a:ext cx="100919" cy="100919"/>
            </a:xfrm>
            <a:prstGeom prst="rect">
              <a:avLst/>
            </a:prstGeom>
          </p:spPr>
        </p:pic>
        <p:pic>
          <p:nvPicPr>
            <p:cNvPr id="93" name="Graphic 92" descr="Close with solid fill">
              <a:extLst>
                <a:ext uri="{FF2B5EF4-FFF2-40B4-BE49-F238E27FC236}">
                  <a16:creationId xmlns:a16="http://schemas.microsoft.com/office/drawing/2014/main" id="{87D9F2AF-BA2B-48D6-B3AE-AF75E4624241}"/>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12572765" y="3132473"/>
              <a:ext cx="100919" cy="100919"/>
            </a:xfrm>
            <a:prstGeom prst="rect">
              <a:avLst/>
            </a:prstGeom>
          </p:spPr>
        </p:pic>
        <p:pic>
          <p:nvPicPr>
            <p:cNvPr id="94" name="Graphic 93" descr="Close with solid fill">
              <a:extLst>
                <a:ext uri="{FF2B5EF4-FFF2-40B4-BE49-F238E27FC236}">
                  <a16:creationId xmlns:a16="http://schemas.microsoft.com/office/drawing/2014/main" id="{AD967705-7CEE-4D01-818A-5D9A6396C5F5}"/>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12679153" y="3132472"/>
              <a:ext cx="100919" cy="100919"/>
            </a:xfrm>
            <a:prstGeom prst="rect">
              <a:avLst/>
            </a:prstGeom>
          </p:spPr>
        </p:pic>
        <p:pic>
          <p:nvPicPr>
            <p:cNvPr id="95" name="Graphic 94" descr="Close with solid fill">
              <a:extLst>
                <a:ext uri="{FF2B5EF4-FFF2-40B4-BE49-F238E27FC236}">
                  <a16:creationId xmlns:a16="http://schemas.microsoft.com/office/drawing/2014/main" id="{0FCA396B-0DD6-4260-93CF-050A3D8C1C8D}"/>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12785541" y="3132471"/>
              <a:ext cx="100919" cy="100919"/>
            </a:xfrm>
            <a:prstGeom prst="rect">
              <a:avLst/>
            </a:prstGeom>
          </p:spPr>
        </p:pic>
        <p:pic>
          <p:nvPicPr>
            <p:cNvPr id="96" name="Graphic 95" descr="Close with solid fill">
              <a:extLst>
                <a:ext uri="{FF2B5EF4-FFF2-40B4-BE49-F238E27FC236}">
                  <a16:creationId xmlns:a16="http://schemas.microsoft.com/office/drawing/2014/main" id="{E0B2C6CF-0507-414F-943B-3C7AE47177D1}"/>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12891929" y="3132470"/>
              <a:ext cx="100919" cy="100919"/>
            </a:xfrm>
            <a:prstGeom prst="rect">
              <a:avLst/>
            </a:prstGeom>
          </p:spPr>
        </p:pic>
        <p:pic>
          <p:nvPicPr>
            <p:cNvPr id="97" name="Graphic 96" descr="Close with solid fill">
              <a:extLst>
                <a:ext uri="{FF2B5EF4-FFF2-40B4-BE49-F238E27FC236}">
                  <a16:creationId xmlns:a16="http://schemas.microsoft.com/office/drawing/2014/main" id="{2C279900-FF81-4B6D-BB80-0EBCB6DD7DF9}"/>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12998317" y="3132469"/>
              <a:ext cx="100919" cy="100919"/>
            </a:xfrm>
            <a:prstGeom prst="rect">
              <a:avLst/>
            </a:prstGeom>
          </p:spPr>
        </p:pic>
        <p:pic>
          <p:nvPicPr>
            <p:cNvPr id="98" name="Graphic 97" descr="Close with solid fill">
              <a:extLst>
                <a:ext uri="{FF2B5EF4-FFF2-40B4-BE49-F238E27FC236}">
                  <a16:creationId xmlns:a16="http://schemas.microsoft.com/office/drawing/2014/main" id="{517BE42C-F070-4880-9C4E-2C57CE4FE9DB}"/>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13104705" y="3132468"/>
              <a:ext cx="100919" cy="100919"/>
            </a:xfrm>
            <a:prstGeom prst="rect">
              <a:avLst/>
            </a:prstGeom>
          </p:spPr>
        </p:pic>
        <p:pic>
          <p:nvPicPr>
            <p:cNvPr id="99" name="Graphic 98" descr="Close with solid fill">
              <a:extLst>
                <a:ext uri="{FF2B5EF4-FFF2-40B4-BE49-F238E27FC236}">
                  <a16:creationId xmlns:a16="http://schemas.microsoft.com/office/drawing/2014/main" id="{35D3858B-63CC-4BA2-8F51-0C58B32C186A}"/>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13211093" y="3132467"/>
              <a:ext cx="100919" cy="100919"/>
            </a:xfrm>
            <a:prstGeom prst="rect">
              <a:avLst/>
            </a:prstGeom>
          </p:spPr>
        </p:pic>
        <p:pic>
          <p:nvPicPr>
            <p:cNvPr id="100" name="Graphic 99" descr="Close with solid fill">
              <a:extLst>
                <a:ext uri="{FF2B5EF4-FFF2-40B4-BE49-F238E27FC236}">
                  <a16:creationId xmlns:a16="http://schemas.microsoft.com/office/drawing/2014/main" id="{EF3F9163-C2B0-4D5D-B619-BF25796659B4}"/>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13317481" y="3132466"/>
              <a:ext cx="100919" cy="100919"/>
            </a:xfrm>
            <a:prstGeom prst="rect">
              <a:avLst/>
            </a:prstGeom>
          </p:spPr>
        </p:pic>
      </p:grpSp>
      <p:pic>
        <p:nvPicPr>
          <p:cNvPr id="82" name="SPG Commodity Insights Colorful Small">
            <a:extLst>
              <a:ext uri="{FF2B5EF4-FFF2-40B4-BE49-F238E27FC236}">
                <a16:creationId xmlns:a16="http://schemas.microsoft.com/office/drawing/2014/main" id="{1537D3B7-75E0-4E22-8B20-CB434306778D}"/>
              </a:ext>
            </a:extLst>
          </p:cNvPr>
          <p:cNvPicPr>
            <a:picLocks noChangeAspect="1"/>
          </p:cNvPicPr>
          <p:nvPr/>
        </p:nvPicPr>
        <p:blipFill>
          <a:blip r:embed="rId71">
            <a:extLst>
              <a:ext uri="{28A0092B-C50C-407E-A947-70E740481C1C}">
                <a14:useLocalDpi xmlns:a14="http://schemas.microsoft.com/office/drawing/2010/main" val="0"/>
              </a:ext>
              <a:ext uri="{96DAC541-7B7A-43D3-8B79-37D633B846F1}">
                <asvg:svgBlip xmlns:asvg="http://schemas.microsoft.com/office/drawing/2016/SVG/main" r:embed="rId72"/>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4035114607"/>
      </p:ext>
    </p:extLst>
  </p:cSld>
  <p:clrMap bg1="lt1" tx1="dk1" bg2="lt2" tx2="dk2" accent1="accent1" accent2="accent2" accent3="accent3" accent4="accent4" accent5="accent5" accent6="accent6" hlink="hlink" folHlink="folHlink"/>
  <p:sldLayoutIdLst>
    <p:sldLayoutId id="2147483986" r:id="rId1"/>
    <p:sldLayoutId id="2147483987" r:id="rId2"/>
    <p:sldLayoutId id="2147483988" r:id="rId3"/>
    <p:sldLayoutId id="2147483989" r:id="rId4"/>
    <p:sldLayoutId id="2147483990" r:id="rId5"/>
    <p:sldLayoutId id="2147483991" r:id="rId6"/>
    <p:sldLayoutId id="2147483992" r:id="rId7"/>
    <p:sldLayoutId id="2147483993" r:id="rId8"/>
    <p:sldLayoutId id="2147483994" r:id="rId9"/>
    <p:sldLayoutId id="2147483995" r:id="rId10"/>
    <p:sldLayoutId id="2147483996" r:id="rId11"/>
    <p:sldLayoutId id="2147483997" r:id="rId12"/>
    <p:sldLayoutId id="2147483998" r:id="rId13"/>
    <p:sldLayoutId id="2147483999" r:id="rId14"/>
    <p:sldLayoutId id="2147484000" r:id="rId15"/>
    <p:sldLayoutId id="2147484001" r:id="rId16"/>
    <p:sldLayoutId id="2147484002" r:id="rId17"/>
    <p:sldLayoutId id="2147484003" r:id="rId18"/>
    <p:sldLayoutId id="2147484004" r:id="rId19"/>
    <p:sldLayoutId id="2147484005" r:id="rId20"/>
    <p:sldLayoutId id="2147484006" r:id="rId21"/>
    <p:sldLayoutId id="2147484007" r:id="rId22"/>
    <p:sldLayoutId id="2147484008" r:id="rId23"/>
    <p:sldLayoutId id="2147484009" r:id="rId24"/>
    <p:sldLayoutId id="2147484010" r:id="rId25"/>
    <p:sldLayoutId id="2147484011" r:id="rId26"/>
    <p:sldLayoutId id="2147484012" r:id="rId27"/>
    <p:sldLayoutId id="2147484013" r:id="rId28"/>
    <p:sldLayoutId id="2147484014" r:id="rId29"/>
    <p:sldLayoutId id="2147484015" r:id="rId30"/>
    <p:sldLayoutId id="2147484016" r:id="rId31"/>
    <p:sldLayoutId id="2147484017" r:id="rId32"/>
    <p:sldLayoutId id="2147484018" r:id="rId33"/>
    <p:sldLayoutId id="2147484019" r:id="rId34"/>
    <p:sldLayoutId id="2147484020" r:id="rId35"/>
    <p:sldLayoutId id="2147484021" r:id="rId36"/>
    <p:sldLayoutId id="2147484022" r:id="rId37"/>
    <p:sldLayoutId id="2147484023" r:id="rId38"/>
    <p:sldLayoutId id="2147484024" r:id="rId39"/>
    <p:sldLayoutId id="2147484025" r:id="rId40"/>
    <p:sldLayoutId id="2147484026" r:id="rId41"/>
    <p:sldLayoutId id="2147484027" r:id="rId42"/>
    <p:sldLayoutId id="2147484028" r:id="rId43"/>
    <p:sldLayoutId id="2147484029" r:id="rId44"/>
    <p:sldLayoutId id="2147484030" r:id="rId45"/>
    <p:sldLayoutId id="2147484031" r:id="rId46"/>
    <p:sldLayoutId id="2147484032" r:id="rId47"/>
    <p:sldLayoutId id="2147484033" r:id="rId48"/>
    <p:sldLayoutId id="2147484034" r:id="rId49"/>
    <p:sldLayoutId id="2147484035" r:id="rId50"/>
    <p:sldLayoutId id="2147484036" r:id="rId51"/>
    <p:sldLayoutId id="2147484037" r:id="rId52"/>
    <p:sldLayoutId id="2147484038" r:id="rId53"/>
    <p:sldLayoutId id="2147484039" r:id="rId54"/>
    <p:sldLayoutId id="2147484040" r:id="rId55"/>
    <p:sldLayoutId id="2147484041" r:id="rId56"/>
    <p:sldLayoutId id="2147484042" r:id="rId57"/>
    <p:sldLayoutId id="2147484043" r:id="rId58"/>
    <p:sldLayoutId id="2147484044" r:id="rId59"/>
    <p:sldLayoutId id="2147484045" r:id="rId60"/>
    <p:sldLayoutId id="2147484046" r:id="rId61"/>
    <p:sldLayoutId id="2147484047" r:id="rId62"/>
    <p:sldLayoutId id="2147484048" r:id="rId63"/>
    <p:sldLayoutId id="2147484049" r:id="rId64"/>
    <p:sldLayoutId id="2147484050" r:id="rId65"/>
    <p:sldLayoutId id="2147484051" r:id="rId66"/>
  </p:sldLayoutIdLst>
  <p:hf hdr="0" ftr="0" dt="0"/>
  <p:txStyles>
    <p:titleStyle>
      <a:lvl1pPr algn="l" defTabSz="685800" rtl="0" eaLnBrk="1" latinLnBrk="0" hangingPunct="1">
        <a:lnSpc>
          <a:spcPct val="90000"/>
        </a:lnSpc>
        <a:spcBef>
          <a:spcPct val="0"/>
        </a:spcBef>
        <a:buNone/>
        <a:defRPr sz="1800" kern="1200">
          <a:solidFill>
            <a:schemeClr val="tx1"/>
          </a:solidFill>
          <a:latin typeface="+mj-lt"/>
          <a:ea typeface="+mj-ea"/>
          <a:cs typeface="+mj-cs"/>
        </a:defRPr>
      </a:lvl1pPr>
    </p:titleStyle>
    <p:bodyStyle>
      <a:lvl1pPr marL="127397" indent="-127397" algn="l" defTabSz="685800" rtl="0" eaLnBrk="1" latinLnBrk="0" hangingPunct="1">
        <a:lnSpc>
          <a:spcPct val="90000"/>
        </a:lnSpc>
        <a:spcBef>
          <a:spcPts val="750"/>
        </a:spcBef>
        <a:buFont typeface="Arial" panose="020B0604020202020204" pitchFamily="34" charset="0"/>
        <a:buChar char="•"/>
        <a:defRPr sz="1200" kern="1200">
          <a:solidFill>
            <a:schemeClr val="tx1"/>
          </a:solidFill>
          <a:latin typeface="+mn-lt"/>
          <a:ea typeface="+mn-ea"/>
          <a:cs typeface="+mn-cs"/>
        </a:defRPr>
      </a:lvl1pPr>
      <a:lvl2pPr marL="255985" indent="-128588"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2pPr>
      <a:lvl3pPr marL="388144" indent="-132160" algn="l" defTabSz="685800" rtl="0" eaLnBrk="1" latinLnBrk="0" hangingPunct="1">
        <a:lnSpc>
          <a:spcPct val="90000"/>
        </a:lnSpc>
        <a:spcBef>
          <a:spcPts val="375"/>
        </a:spcBef>
        <a:buFont typeface="Arial" panose="020B0604020202020204" pitchFamily="34" charset="0"/>
        <a:buChar char="•"/>
        <a:tabLst/>
        <a:defRPr sz="1200" kern="1200">
          <a:solidFill>
            <a:schemeClr val="tx1"/>
          </a:solidFill>
          <a:latin typeface="+mn-lt"/>
          <a:ea typeface="+mn-ea"/>
          <a:cs typeface="+mn-cs"/>
        </a:defRPr>
      </a:lvl3pPr>
      <a:lvl4pPr marL="515541" indent="-127397"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685800" indent="-17026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p15:clr>
            <a:srgbClr val="A4A3A4"/>
          </p15:clr>
        </p15:guide>
        <p15:guide id="6" pos="7329">
          <p15:clr>
            <a:srgbClr val="F26B43"/>
          </p15:clr>
        </p15:guide>
        <p15:guide id="9" orient="horz" pos="408">
          <p15:clr>
            <a:srgbClr val="F26B43"/>
          </p15:clr>
        </p15:guide>
        <p15:guide id="12" orient="horz" pos="3909">
          <p15:clr>
            <a:srgbClr val="F26B43"/>
          </p15:clr>
        </p15:guide>
        <p15:guide id="14" orient="horz" pos="818">
          <p15:clr>
            <a:srgbClr val="FBAE40"/>
          </p15:clr>
        </p15:guide>
        <p15:guide id="19" pos="3512">
          <p15:clr>
            <a:srgbClr val="FBAE40"/>
          </p15:clr>
        </p15:guide>
        <p15:guide id="20" pos="4162">
          <p15:clr>
            <a:srgbClr val="FBAE40"/>
          </p15:clr>
        </p15:guide>
        <p15:guide id="21" pos="351">
          <p15:clr>
            <a:srgbClr val="F26B43"/>
          </p15:clr>
        </p15:guide>
        <p15:guide id="22" pos="288">
          <p15:clr>
            <a:srgbClr val="F26B43"/>
          </p15:clr>
        </p15:guide>
        <p15:guide id="23" pos="5472">
          <p15:clr>
            <a:srgbClr val="F26B43"/>
          </p15:clr>
        </p15:guide>
        <p15:guide id="24" orient="horz" pos="606">
          <p15:clr>
            <a:srgbClr val="F26B43"/>
          </p15:clr>
        </p15:guide>
        <p15:guide id="25" orient="horz" pos="1187">
          <p15:clr>
            <a:srgbClr val="F26B43"/>
          </p15:clr>
        </p15:guide>
        <p15:guide id="26" orient="horz" pos="3828">
          <p15:clr>
            <a:srgbClr val="F26B43"/>
          </p15:clr>
        </p15:guide>
        <p15:guide id="27" orient="horz" pos="8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9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4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4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0.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10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79787-AD5F-4570-41F5-D4838FAB468A}"/>
              </a:ext>
            </a:extLst>
          </p:cNvPr>
          <p:cNvSpPr>
            <a:spLocks noGrp="1"/>
          </p:cNvSpPr>
          <p:nvPr>
            <p:ph type="title"/>
          </p:nvPr>
        </p:nvSpPr>
        <p:spPr>
          <a:xfrm>
            <a:off x="425196" y="1959841"/>
            <a:ext cx="5391765" cy="1398263"/>
          </a:xfrm>
        </p:spPr>
        <p:txBody>
          <a:bodyPr anchor="b">
            <a:normAutofit/>
          </a:bodyPr>
          <a:lstStyle/>
          <a:p>
            <a:r>
              <a:rPr lang="en-US"/>
              <a:t>Kingdom SDK</a:t>
            </a:r>
          </a:p>
        </p:txBody>
      </p:sp>
      <p:sp>
        <p:nvSpPr>
          <p:cNvPr id="3" name="Text Placeholder 2">
            <a:extLst>
              <a:ext uri="{FF2B5EF4-FFF2-40B4-BE49-F238E27FC236}">
                <a16:creationId xmlns:a16="http://schemas.microsoft.com/office/drawing/2014/main" id="{03B95F60-47E3-ED27-B64D-708991888EF6}"/>
              </a:ext>
            </a:extLst>
          </p:cNvPr>
          <p:cNvSpPr>
            <a:spLocks noGrp="1"/>
          </p:cNvSpPr>
          <p:nvPr>
            <p:ph type="body" sz="quarter" idx="14"/>
          </p:nvPr>
        </p:nvSpPr>
        <p:spPr>
          <a:xfrm>
            <a:off x="425196" y="3478225"/>
            <a:ext cx="5391765" cy="475488"/>
          </a:xfrm>
        </p:spPr>
        <p:txBody>
          <a:bodyPr>
            <a:normAutofit/>
          </a:bodyPr>
          <a:lstStyle/>
          <a:p>
            <a:r>
              <a:rPr lang="en-US"/>
              <a:t>Overview</a:t>
            </a:r>
          </a:p>
        </p:txBody>
      </p:sp>
      <p:sp>
        <p:nvSpPr>
          <p:cNvPr id="5" name="Text Placeholder 4">
            <a:extLst>
              <a:ext uri="{FF2B5EF4-FFF2-40B4-BE49-F238E27FC236}">
                <a16:creationId xmlns:a16="http://schemas.microsoft.com/office/drawing/2014/main" id="{B684B0F3-9AEE-6AF8-1304-5363E60083AC}"/>
              </a:ext>
            </a:extLst>
          </p:cNvPr>
          <p:cNvSpPr>
            <a:spLocks noGrp="1"/>
          </p:cNvSpPr>
          <p:nvPr>
            <p:ph type="body" sz="quarter" idx="16"/>
          </p:nvPr>
        </p:nvSpPr>
        <p:spPr>
          <a:xfrm>
            <a:off x="425196" y="4133915"/>
            <a:ext cx="2276856" cy="1166941"/>
          </a:xfrm>
        </p:spPr>
        <p:txBody>
          <a:bodyPr anchor="b">
            <a:normAutofit/>
          </a:bodyPr>
          <a:lstStyle/>
          <a:p>
            <a:r>
              <a:rPr lang="en-US"/>
              <a:t>May 2020</a:t>
            </a:r>
          </a:p>
        </p:txBody>
      </p:sp>
      <p:sp>
        <p:nvSpPr>
          <p:cNvPr id="6" name="Slide Number Placeholder 5">
            <a:extLst>
              <a:ext uri="{FF2B5EF4-FFF2-40B4-BE49-F238E27FC236}">
                <a16:creationId xmlns:a16="http://schemas.microsoft.com/office/drawing/2014/main" id="{5F9D0F97-2915-9EE8-0BA5-71C00887D571}"/>
              </a:ext>
            </a:extLst>
          </p:cNvPr>
          <p:cNvSpPr>
            <a:spLocks noGrp="1"/>
          </p:cNvSpPr>
          <p:nvPr>
            <p:ph type="sldNum" sz="quarter" idx="20"/>
          </p:nvPr>
        </p:nvSpPr>
        <p:spPr/>
        <p:txBody>
          <a:bodyPr/>
          <a:lstStyle/>
          <a:p>
            <a:pPr>
              <a:spcAft>
                <a:spcPts val="600"/>
              </a:spcAft>
            </a:pPr>
            <a:fld id="{4704619B-9823-F845-874B-2390AC991BC7}" type="slidenum">
              <a:rPr lang="en-US" smtClean="0"/>
              <a:pPr>
                <a:spcAft>
                  <a:spcPts val="600"/>
                </a:spcAft>
              </a:pPr>
              <a:t>1</a:t>
            </a:fld>
            <a:endParaRPr lang="en-US"/>
          </a:p>
        </p:txBody>
      </p:sp>
    </p:spTree>
    <p:extLst>
      <p:ext uri="{BB962C8B-B14F-4D97-AF65-F5344CB8AC3E}">
        <p14:creationId xmlns:p14="http://schemas.microsoft.com/office/powerpoint/2010/main" val="2008834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sz="half" idx="2"/>
            <p:extLst>
              <p:ext uri="{D42A27DB-BD31-4B8C-83A1-F6EECF244321}">
                <p14:modId xmlns:p14="http://schemas.microsoft.com/office/powerpoint/2010/main" val="1750358110"/>
              </p:ext>
            </p:extLst>
          </p:nvPr>
        </p:nvGraphicFramePr>
        <p:xfrm>
          <a:off x="4953000" y="1676400"/>
          <a:ext cx="3959225" cy="41767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Content Placeholder 15"/>
          <p:cNvSpPr>
            <a:spLocks noGrp="1"/>
          </p:cNvSpPr>
          <p:nvPr>
            <p:ph sz="quarter" idx="4"/>
          </p:nvPr>
        </p:nvSpPr>
        <p:spPr>
          <a:xfrm>
            <a:off x="609600" y="2133599"/>
            <a:ext cx="3959225" cy="3947033"/>
          </a:xfrm>
        </p:spPr>
        <p:txBody>
          <a:bodyPr/>
          <a:lstStyle/>
          <a:p>
            <a:r>
              <a:rPr lang="en-US" sz="2400"/>
              <a:t>Empowers customers to customize workflows and embed unique technology</a:t>
            </a:r>
          </a:p>
          <a:p>
            <a:r>
              <a:rPr lang="en-US" sz="2400"/>
              <a:t>Provides a solution for technology partner plugins and connectivity</a:t>
            </a:r>
          </a:p>
          <a:p>
            <a:r>
              <a:rPr lang="en-US" sz="2400"/>
              <a:t>Enables multi-vendor collaborative workflows</a:t>
            </a:r>
          </a:p>
        </p:txBody>
      </p:sp>
      <p:sp>
        <p:nvSpPr>
          <p:cNvPr id="4" name="Slide Number Placeholder 3"/>
          <p:cNvSpPr>
            <a:spLocks noGrp="1"/>
          </p:cNvSpPr>
          <p:nvPr>
            <p:ph type="sldNum" sz="quarter" idx="12"/>
          </p:nvPr>
        </p:nvSpPr>
        <p:spPr/>
        <p:txBody>
          <a:bodyPr/>
          <a:lstStyle/>
          <a:p>
            <a:fld id="{4704619B-9823-F845-874B-2390AC991BC7}" type="slidenum">
              <a:rPr lang="en-US" smtClean="0"/>
              <a:t>2</a:t>
            </a:fld>
            <a:endParaRPr lang="en-US"/>
          </a:p>
        </p:txBody>
      </p:sp>
      <p:sp>
        <p:nvSpPr>
          <p:cNvPr id="6" name="Text Placeholder 5"/>
          <p:cNvSpPr>
            <a:spLocks noGrp="1"/>
          </p:cNvSpPr>
          <p:nvPr>
            <p:ph type="body" idx="1"/>
          </p:nvPr>
        </p:nvSpPr>
        <p:spPr>
          <a:xfrm>
            <a:off x="468313" y="1389887"/>
            <a:ext cx="8207375" cy="307777"/>
          </a:xfrm>
        </p:spPr>
        <p:txBody>
          <a:bodyPr/>
          <a:lstStyle/>
          <a:p>
            <a:r>
              <a:rPr lang="en-US" sz="2000">
                <a:solidFill>
                  <a:schemeClr val="tx1">
                    <a:lumMod val="50000"/>
                    <a:lumOff val="50000"/>
                  </a:schemeClr>
                </a:solidFill>
              </a:rPr>
              <a:t>Connectivity - Collaboration - Customization</a:t>
            </a:r>
            <a:endParaRPr lang="en-US" sz="2000"/>
          </a:p>
        </p:txBody>
      </p:sp>
      <p:sp>
        <p:nvSpPr>
          <p:cNvPr id="2" name="Title 1"/>
          <p:cNvSpPr>
            <a:spLocks noGrp="1"/>
          </p:cNvSpPr>
          <p:nvPr>
            <p:ph type="title"/>
          </p:nvPr>
        </p:nvSpPr>
        <p:spPr/>
        <p:txBody>
          <a:bodyPr/>
          <a:lstStyle/>
          <a:p>
            <a:r>
              <a:rPr lang="en-US"/>
              <a:t>Kingdom SDK</a:t>
            </a:r>
            <a:endParaRPr lang="en-US">
              <a:solidFill>
                <a:schemeClr val="tx1">
                  <a:lumMod val="50000"/>
                  <a:lumOff val="50000"/>
                </a:schemeClr>
              </a:solidFill>
            </a:endParaRPr>
          </a:p>
        </p:txBody>
      </p:sp>
    </p:spTree>
    <p:extLst>
      <p:ext uri="{BB962C8B-B14F-4D97-AF65-F5344CB8AC3E}">
        <p14:creationId xmlns:p14="http://schemas.microsoft.com/office/powerpoint/2010/main" val="1505279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2802997216"/>
              </p:ext>
            </p:extLst>
          </p:nvPr>
        </p:nvGraphicFramePr>
        <p:xfrm>
          <a:off x="3581400" y="1339868"/>
          <a:ext cx="6019800" cy="54419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fld id="{4704619B-9823-F845-874B-2390AC991BC7}" type="slidenum">
              <a:rPr lang="en-US" smtClean="0"/>
              <a:t>3</a:t>
            </a:fld>
            <a:endParaRPr lang="en-US"/>
          </a:p>
        </p:txBody>
      </p:sp>
      <p:sp>
        <p:nvSpPr>
          <p:cNvPr id="2" name="Title 1"/>
          <p:cNvSpPr>
            <a:spLocks noGrp="1"/>
          </p:cNvSpPr>
          <p:nvPr>
            <p:ph type="title"/>
          </p:nvPr>
        </p:nvSpPr>
        <p:spPr/>
        <p:txBody>
          <a:bodyPr/>
          <a:lstStyle/>
          <a:p>
            <a:r>
              <a:rPr lang="en-US" b="1"/>
              <a:t>Vision for commercial Kingdom SDK 2018 and beyond</a:t>
            </a:r>
            <a:endParaRPr lang="en-US"/>
          </a:p>
        </p:txBody>
      </p:sp>
      <p:sp>
        <p:nvSpPr>
          <p:cNvPr id="8" name="Down Arrow 7"/>
          <p:cNvSpPr/>
          <p:nvPr/>
        </p:nvSpPr>
        <p:spPr>
          <a:xfrm rot="20167882">
            <a:off x="5976828" y="2905717"/>
            <a:ext cx="529709" cy="292364"/>
          </a:xfrm>
          <a:prstGeom prst="downArrow">
            <a:avLst/>
          </a:prstGeom>
          <a:solidFill>
            <a:srgbClr val="B3D6BA">
              <a:alpha val="38039"/>
            </a:srgbClr>
          </a:solidFill>
          <a:ln w="3175"/>
        </p:spPr>
        <p:style>
          <a:lnRef idx="3">
            <a:schemeClr val="lt1">
              <a:hueOff val="0"/>
              <a:satOff val="0"/>
              <a:lumOff val="0"/>
              <a:alphaOff val="0"/>
            </a:schemeClr>
          </a:lnRef>
          <a:fillRef idx="1">
            <a:schemeClr val="accent1">
              <a:tint val="55000"/>
              <a:hueOff val="0"/>
              <a:satOff val="0"/>
              <a:lumOff val="0"/>
              <a:alphaOff val="0"/>
            </a:schemeClr>
          </a:fillRef>
          <a:effectRef idx="1">
            <a:schemeClr val="accent1">
              <a:tint val="55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9" name="Down Arrow 8"/>
          <p:cNvSpPr/>
          <p:nvPr/>
        </p:nvSpPr>
        <p:spPr>
          <a:xfrm rot="1582243">
            <a:off x="6830226" y="3120107"/>
            <a:ext cx="496523" cy="334372"/>
          </a:xfrm>
          <a:prstGeom prst="downArrow">
            <a:avLst/>
          </a:prstGeom>
          <a:solidFill>
            <a:srgbClr val="B3D6BA">
              <a:alpha val="38039"/>
            </a:srgbClr>
          </a:solidFill>
          <a:ln w="3175"/>
        </p:spPr>
        <p:style>
          <a:lnRef idx="3">
            <a:schemeClr val="lt1">
              <a:hueOff val="0"/>
              <a:satOff val="0"/>
              <a:lumOff val="0"/>
              <a:alphaOff val="0"/>
            </a:schemeClr>
          </a:lnRef>
          <a:fillRef idx="1">
            <a:schemeClr val="accent1">
              <a:tint val="55000"/>
              <a:hueOff val="0"/>
              <a:satOff val="0"/>
              <a:lumOff val="0"/>
              <a:alphaOff val="0"/>
            </a:schemeClr>
          </a:fillRef>
          <a:effectRef idx="1">
            <a:schemeClr val="accent1">
              <a:tint val="55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6" name="Content Placeholder 15"/>
          <p:cNvSpPr txBox="1">
            <a:spLocks/>
          </p:cNvSpPr>
          <p:nvPr/>
        </p:nvSpPr>
        <p:spPr>
          <a:xfrm>
            <a:off x="239486" y="1752600"/>
            <a:ext cx="4256314" cy="4557712"/>
          </a:xfrm>
          <a:prstGeom prst="rect">
            <a:avLst/>
          </a:prstGeom>
        </p:spPr>
        <p:txBody>
          <a:bodyPr/>
          <a:lstStyle>
            <a:lvl1pPr marL="171450" indent="-171450" algn="l" defTabSz="914400" rtl="0" eaLnBrk="1" latinLnBrk="0" hangingPunct="1">
              <a:lnSpc>
                <a:spcPct val="100000"/>
              </a:lnSpc>
              <a:spcBef>
                <a:spcPts val="1000"/>
              </a:spcBef>
              <a:buClr>
                <a:schemeClr val="accent1"/>
              </a:buClr>
              <a:buFont typeface="Arial" panose="020B0604020202020204" pitchFamily="34" charset="0"/>
              <a:buChar char="•"/>
              <a:tabLst/>
              <a:defRPr sz="1400" kern="1200">
                <a:solidFill>
                  <a:schemeClr val="tx2"/>
                </a:solidFill>
                <a:latin typeface="+mn-lt"/>
                <a:ea typeface="+mn-ea"/>
                <a:cs typeface="+mn-cs"/>
              </a:defRPr>
            </a:lvl1pPr>
            <a:lvl2pPr marL="344488" indent="-173038" algn="l" defTabSz="914400" rtl="0" eaLnBrk="1" latinLnBrk="0" hangingPunct="1">
              <a:lnSpc>
                <a:spcPct val="100000"/>
              </a:lnSpc>
              <a:spcBef>
                <a:spcPts val="1000"/>
              </a:spcBef>
              <a:buClr>
                <a:schemeClr val="accent1"/>
              </a:buClr>
              <a:buFont typeface=".HelveticaNeueDeskInterface-Regular" charset="0"/>
              <a:buChar char="&gt;"/>
              <a:tabLst/>
              <a:defRPr sz="1400" kern="1200">
                <a:solidFill>
                  <a:schemeClr val="tx2"/>
                </a:solidFill>
                <a:latin typeface="+mn-lt"/>
                <a:ea typeface="+mn-ea"/>
                <a:cs typeface="+mn-cs"/>
              </a:defRPr>
            </a:lvl2pPr>
            <a:lvl3pPr marL="515938" indent="-171450" algn="l" defTabSz="914400" rtl="0" eaLnBrk="1" latinLnBrk="0" hangingPunct="1">
              <a:lnSpc>
                <a:spcPct val="100000"/>
              </a:lnSpc>
              <a:spcBef>
                <a:spcPts val="1000"/>
              </a:spcBef>
              <a:buClr>
                <a:schemeClr val="accent1"/>
              </a:buClr>
              <a:buFont typeface=".HelveticaNeueDeskInterface-Regular" charset="0"/>
              <a:buChar char="–"/>
              <a:tabLst/>
              <a:defRPr sz="14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t>Tight integration on a common database infrastructure </a:t>
            </a:r>
          </a:p>
          <a:p>
            <a:r>
              <a:rPr lang="en-US" sz="1600"/>
              <a:t>Application level integration access to Kingdom and its shared components</a:t>
            </a:r>
          </a:p>
          <a:p>
            <a:r>
              <a:rPr lang="en-US" sz="1600"/>
              <a:t>Advanced user, security &amp; data management options</a:t>
            </a:r>
          </a:p>
          <a:p>
            <a:r>
              <a:rPr lang="en-US" sz="1600"/>
              <a:t>Streamlined access to IHS data</a:t>
            </a:r>
          </a:p>
          <a:p>
            <a:r>
              <a:rPr lang="en-US" sz="1600"/>
              <a:t>Integrated support &amp; licensing </a:t>
            </a:r>
          </a:p>
          <a:p>
            <a:r>
              <a:rPr lang="en-US" sz="1600"/>
              <a:t>Synchronized / tested releases</a:t>
            </a:r>
          </a:p>
          <a:p>
            <a:r>
              <a:rPr lang="en-US" sz="1600"/>
              <a:t>User driven prioritization of functionality for future versions through SDK steering committee</a:t>
            </a:r>
          </a:p>
          <a:p>
            <a:endParaRPr lang="en-US" sz="1600"/>
          </a:p>
        </p:txBody>
      </p:sp>
    </p:spTree>
    <p:extLst>
      <p:ext uri="{BB962C8B-B14F-4D97-AF65-F5344CB8AC3E}">
        <p14:creationId xmlns:p14="http://schemas.microsoft.com/office/powerpoint/2010/main" val="3131192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1489776224"/>
              </p:ext>
            </p:extLst>
          </p:nvPr>
        </p:nvGraphicFramePr>
        <p:xfrm>
          <a:off x="152401" y="1524000"/>
          <a:ext cx="876300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fld id="{4704619B-9823-F845-874B-2390AC991BC7}" type="slidenum">
              <a:rPr lang="en-US" smtClean="0"/>
              <a:t>4</a:t>
            </a:fld>
            <a:endParaRPr lang="en-US"/>
          </a:p>
        </p:txBody>
      </p:sp>
      <p:sp>
        <p:nvSpPr>
          <p:cNvPr id="6" name="Title 5"/>
          <p:cNvSpPr>
            <a:spLocks noGrp="1"/>
          </p:cNvSpPr>
          <p:nvPr>
            <p:ph type="title"/>
          </p:nvPr>
        </p:nvSpPr>
        <p:spPr/>
        <p:txBody>
          <a:bodyPr/>
          <a:lstStyle/>
          <a:p>
            <a:r>
              <a:rPr lang="en-US"/>
              <a:t>Target Market Personas</a:t>
            </a:r>
          </a:p>
        </p:txBody>
      </p:sp>
    </p:spTree>
    <p:extLst>
      <p:ext uri="{BB962C8B-B14F-4D97-AF65-F5344CB8AC3E}">
        <p14:creationId xmlns:p14="http://schemas.microsoft.com/office/powerpoint/2010/main" val="3825788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90DE3A-D77C-40BB-BF93-DA70A1479340}"/>
              </a:ext>
            </a:extLst>
          </p:cNvPr>
          <p:cNvSpPr>
            <a:spLocks noGrp="1"/>
          </p:cNvSpPr>
          <p:nvPr>
            <p:ph idx="1"/>
          </p:nvPr>
        </p:nvSpPr>
        <p:spPr/>
        <p:txBody>
          <a:bodyPr/>
          <a:lstStyle/>
          <a:p>
            <a:r>
              <a:rPr lang="en-US" sz="2000"/>
              <a:t>API: Application Programming Interface</a:t>
            </a:r>
          </a:p>
          <a:p>
            <a:r>
              <a:rPr lang="en-US" sz="2000"/>
              <a:t>SDK: Software Development Kit</a:t>
            </a:r>
          </a:p>
          <a:p>
            <a:pPr marL="0" indent="0">
              <a:buNone/>
            </a:pPr>
            <a:endParaRPr lang="en-US" sz="2400"/>
          </a:p>
        </p:txBody>
      </p:sp>
      <p:sp>
        <p:nvSpPr>
          <p:cNvPr id="4" name="Slide Number Placeholder 3">
            <a:extLst>
              <a:ext uri="{FF2B5EF4-FFF2-40B4-BE49-F238E27FC236}">
                <a16:creationId xmlns:a16="http://schemas.microsoft.com/office/drawing/2014/main" id="{5C7C8BD1-4937-4DEE-9D7C-54ADC4D531F0}"/>
              </a:ext>
            </a:extLst>
          </p:cNvPr>
          <p:cNvSpPr>
            <a:spLocks noGrp="1"/>
          </p:cNvSpPr>
          <p:nvPr>
            <p:ph type="sldNum" sz="quarter" idx="12"/>
          </p:nvPr>
        </p:nvSpPr>
        <p:spPr/>
        <p:txBody>
          <a:bodyPr/>
          <a:lstStyle/>
          <a:p>
            <a:fld id="{4704619B-9823-F845-874B-2390AC991BC7}" type="slidenum">
              <a:rPr lang="en-US" smtClean="0"/>
              <a:t>5</a:t>
            </a:fld>
            <a:endParaRPr lang="en-US"/>
          </a:p>
        </p:txBody>
      </p:sp>
      <p:sp>
        <p:nvSpPr>
          <p:cNvPr id="2" name="Title 1">
            <a:extLst>
              <a:ext uri="{FF2B5EF4-FFF2-40B4-BE49-F238E27FC236}">
                <a16:creationId xmlns:a16="http://schemas.microsoft.com/office/drawing/2014/main" id="{41CDB506-71F7-4C8D-943A-631F2C27BE0B}"/>
              </a:ext>
            </a:extLst>
          </p:cNvPr>
          <p:cNvSpPr>
            <a:spLocks noGrp="1"/>
          </p:cNvSpPr>
          <p:nvPr>
            <p:ph type="title"/>
          </p:nvPr>
        </p:nvSpPr>
        <p:spPr/>
        <p:txBody>
          <a:bodyPr/>
          <a:lstStyle/>
          <a:p>
            <a:r>
              <a:rPr lang="en-US"/>
              <a:t>SDK vs API</a:t>
            </a:r>
          </a:p>
        </p:txBody>
      </p:sp>
    </p:spTree>
    <p:extLst>
      <p:ext uri="{BB962C8B-B14F-4D97-AF65-F5344CB8AC3E}">
        <p14:creationId xmlns:p14="http://schemas.microsoft.com/office/powerpoint/2010/main" val="2652069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Kingdom SDK?</a:t>
            </a:r>
          </a:p>
        </p:txBody>
      </p:sp>
      <p:sp>
        <p:nvSpPr>
          <p:cNvPr id="3" name="Content Placeholder 2"/>
          <p:cNvSpPr>
            <a:spLocks noGrp="1"/>
          </p:cNvSpPr>
          <p:nvPr>
            <p:ph idx="1"/>
          </p:nvPr>
        </p:nvSpPr>
        <p:spPr/>
        <p:txBody>
          <a:bodyPr/>
          <a:lstStyle/>
          <a:p>
            <a:r>
              <a:rPr lang="en-US" sz="2000"/>
              <a:t>Kingdom SDK is a Software Development Kit that enables data access between third party applications and Kingdom project data.</a:t>
            </a:r>
          </a:p>
          <a:p>
            <a:r>
              <a:rPr lang="en-US" sz="2000"/>
              <a:t>Libraries and utilities based on .NET Framework. Some external dependencies are included with the package.</a:t>
            </a:r>
          </a:p>
          <a:p>
            <a:r>
              <a:rPr lang="en-US" sz="2000"/>
              <a:t>Used internally by Kingdom and its modules; also by partners.</a:t>
            </a:r>
          </a:p>
          <a:p>
            <a:endParaRPr lang="en-US" sz="2000"/>
          </a:p>
        </p:txBody>
      </p:sp>
      <p:sp>
        <p:nvSpPr>
          <p:cNvPr id="4" name="Slide Number Placeholder 3"/>
          <p:cNvSpPr>
            <a:spLocks noGrp="1"/>
          </p:cNvSpPr>
          <p:nvPr>
            <p:ph type="sldNum" sz="quarter" idx="12"/>
          </p:nvPr>
        </p:nvSpPr>
        <p:spPr/>
        <p:txBody>
          <a:bodyPr/>
          <a:lstStyle/>
          <a:p>
            <a:fld id="{4704619B-9823-F845-874B-2390AC991BC7}" type="slidenum">
              <a:rPr lang="en-US" smtClean="0"/>
              <a:t>6</a:t>
            </a:fld>
            <a:endParaRPr lang="en-US"/>
          </a:p>
        </p:txBody>
      </p:sp>
    </p:spTree>
    <p:extLst>
      <p:ext uri="{BB962C8B-B14F-4D97-AF65-F5344CB8AC3E}">
        <p14:creationId xmlns:p14="http://schemas.microsoft.com/office/powerpoint/2010/main" val="1452115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E9D27-30ED-43DD-BA45-4F26F83385B4}"/>
              </a:ext>
            </a:extLst>
          </p:cNvPr>
          <p:cNvSpPr>
            <a:spLocks noGrp="1"/>
          </p:cNvSpPr>
          <p:nvPr>
            <p:ph type="title"/>
          </p:nvPr>
        </p:nvSpPr>
        <p:spPr/>
        <p:txBody>
          <a:bodyPr/>
          <a:lstStyle/>
          <a:p>
            <a:r>
              <a:rPr lang="en-US"/>
              <a:t>Kingdom Data Architecture</a:t>
            </a:r>
          </a:p>
        </p:txBody>
      </p:sp>
      <p:graphicFrame>
        <p:nvGraphicFramePr>
          <p:cNvPr id="8" name="Content Placeholder 7">
            <a:extLst>
              <a:ext uri="{FF2B5EF4-FFF2-40B4-BE49-F238E27FC236}">
                <a16:creationId xmlns:a16="http://schemas.microsoft.com/office/drawing/2014/main" id="{F7B822C5-DAC3-4EFD-B5CF-B1F0478603AC}"/>
              </a:ext>
            </a:extLst>
          </p:cNvPr>
          <p:cNvGraphicFramePr>
            <a:graphicFrameLocks noGrp="1"/>
          </p:cNvGraphicFramePr>
          <p:nvPr>
            <p:ph idx="1"/>
            <p:extLst>
              <p:ext uri="{D42A27DB-BD31-4B8C-83A1-F6EECF244321}">
                <p14:modId xmlns:p14="http://schemas.microsoft.com/office/powerpoint/2010/main" val="287453541"/>
              </p:ext>
            </p:extLst>
          </p:nvPr>
        </p:nvGraphicFramePr>
        <p:xfrm>
          <a:off x="468313" y="1916113"/>
          <a:ext cx="8207375" cy="4321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8FFECA5E-B650-4256-A60A-8F9C074F7A7A}"/>
              </a:ext>
            </a:extLst>
          </p:cNvPr>
          <p:cNvSpPr>
            <a:spLocks noGrp="1"/>
          </p:cNvSpPr>
          <p:nvPr>
            <p:ph type="sldNum" sz="quarter" idx="12"/>
          </p:nvPr>
        </p:nvSpPr>
        <p:spPr/>
        <p:txBody>
          <a:bodyPr/>
          <a:lstStyle/>
          <a:p>
            <a:fld id="{4704619B-9823-F845-874B-2390AC991BC7}" type="slidenum">
              <a:rPr lang="en-US" smtClean="0"/>
              <a:t>7</a:t>
            </a:fld>
            <a:endParaRPr lang="en-US"/>
          </a:p>
        </p:txBody>
      </p:sp>
    </p:spTree>
    <p:extLst>
      <p:ext uri="{BB962C8B-B14F-4D97-AF65-F5344CB8AC3E}">
        <p14:creationId xmlns:p14="http://schemas.microsoft.com/office/powerpoint/2010/main" val="4020401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 Access Public API</a:t>
            </a:r>
          </a:p>
        </p:txBody>
      </p:sp>
      <p:sp>
        <p:nvSpPr>
          <p:cNvPr id="3" name="Content Placeholder 2"/>
          <p:cNvSpPr>
            <a:spLocks noGrp="1"/>
          </p:cNvSpPr>
          <p:nvPr>
            <p:ph idx="1"/>
          </p:nvPr>
        </p:nvSpPr>
        <p:spPr/>
        <p:txBody>
          <a:bodyPr/>
          <a:lstStyle/>
          <a:p>
            <a:r>
              <a:rPr lang="en-US" sz="1800"/>
              <a:t>Project Connection</a:t>
            </a:r>
          </a:p>
          <a:p>
            <a:r>
              <a:rPr lang="en-US" sz="1800"/>
              <a:t>Data Access</a:t>
            </a:r>
          </a:p>
          <a:p>
            <a:r>
              <a:rPr lang="en-US" sz="1800"/>
              <a:t>Author Locking – an author can only login to one session max. </a:t>
            </a:r>
          </a:p>
          <a:p>
            <a:r>
              <a:rPr lang="en-US" sz="1800"/>
              <a:t>Error Handling, i.e. Exceptions, Role-based Security</a:t>
            </a:r>
          </a:p>
          <a:p>
            <a:r>
              <a:rPr lang="en-US" sz="1800"/>
              <a:t>Data Validation</a:t>
            </a:r>
          </a:p>
          <a:p>
            <a:pPr marL="0" indent="0">
              <a:buNone/>
            </a:pPr>
            <a:endParaRPr lang="en-US" sz="1800"/>
          </a:p>
        </p:txBody>
      </p:sp>
      <p:sp>
        <p:nvSpPr>
          <p:cNvPr id="4" name="Slide Number Placeholder 3"/>
          <p:cNvSpPr>
            <a:spLocks noGrp="1"/>
          </p:cNvSpPr>
          <p:nvPr>
            <p:ph type="sldNum" sz="quarter" idx="12"/>
          </p:nvPr>
        </p:nvSpPr>
        <p:spPr/>
        <p:txBody>
          <a:bodyPr/>
          <a:lstStyle/>
          <a:p>
            <a:fld id="{4704619B-9823-F845-874B-2390AC991BC7}" type="slidenum">
              <a:rPr lang="en-US" smtClean="0"/>
              <a:t>8</a:t>
            </a:fld>
            <a:endParaRPr lang="en-US"/>
          </a:p>
        </p:txBody>
      </p:sp>
      <p:sp>
        <p:nvSpPr>
          <p:cNvPr id="6" name="Content Placeholder 2"/>
          <p:cNvSpPr txBox="1">
            <a:spLocks/>
          </p:cNvSpPr>
          <p:nvPr/>
        </p:nvSpPr>
        <p:spPr>
          <a:xfrm>
            <a:off x="4660901" y="1916113"/>
            <a:ext cx="4027487" cy="4321175"/>
          </a:xfrm>
          <a:prstGeom prst="rect">
            <a:avLst/>
          </a:prstGeom>
        </p:spPr>
        <p:txBody>
          <a:bodyPr vert="horz" lIns="0" tIns="0" rIns="0" bIns="0" rtlCol="0">
            <a:noAutofit/>
          </a:bodyPr>
          <a:lstStyle>
            <a:lvl1pPr marL="171450" indent="-171450" algn="l" defTabSz="914400" rtl="0" eaLnBrk="1" latinLnBrk="0" hangingPunct="1">
              <a:lnSpc>
                <a:spcPct val="100000"/>
              </a:lnSpc>
              <a:spcBef>
                <a:spcPts val="1000"/>
              </a:spcBef>
              <a:buClr>
                <a:schemeClr val="accent1"/>
              </a:buClr>
              <a:buFont typeface="Arial" panose="020B0604020202020204" pitchFamily="34" charset="0"/>
              <a:buChar char="•"/>
              <a:tabLst/>
              <a:defRPr sz="1400" kern="1200">
                <a:solidFill>
                  <a:schemeClr val="tx2"/>
                </a:solidFill>
                <a:latin typeface="+mn-lt"/>
                <a:ea typeface="+mn-ea"/>
                <a:cs typeface="+mn-cs"/>
              </a:defRPr>
            </a:lvl1pPr>
            <a:lvl2pPr marL="344488" indent="-173038" algn="l" defTabSz="914400" rtl="0" eaLnBrk="1" latinLnBrk="0" hangingPunct="1">
              <a:lnSpc>
                <a:spcPct val="100000"/>
              </a:lnSpc>
              <a:spcBef>
                <a:spcPts val="1000"/>
              </a:spcBef>
              <a:buClr>
                <a:schemeClr val="accent1"/>
              </a:buClr>
              <a:buFont typeface=".HelveticaNeueDeskInterface-Regular" charset="0"/>
              <a:buChar char="&gt;"/>
              <a:tabLst/>
              <a:defRPr sz="1400" kern="1200">
                <a:solidFill>
                  <a:schemeClr val="tx2"/>
                </a:solidFill>
                <a:latin typeface="+mn-lt"/>
                <a:ea typeface="+mn-ea"/>
                <a:cs typeface="+mn-cs"/>
              </a:defRPr>
            </a:lvl2pPr>
            <a:lvl3pPr marL="515938" indent="-171450" algn="l" defTabSz="914400" rtl="0" eaLnBrk="1" latinLnBrk="0" hangingPunct="1">
              <a:lnSpc>
                <a:spcPct val="100000"/>
              </a:lnSpc>
              <a:spcBef>
                <a:spcPts val="1000"/>
              </a:spcBef>
              <a:buClr>
                <a:schemeClr val="accent1"/>
              </a:buClr>
              <a:buFont typeface=".HelveticaNeueDeskInterface-Regular" charset="0"/>
              <a:buChar char="–"/>
              <a:tabLst/>
              <a:defRPr sz="14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3465100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Typical User Workflow</a:t>
            </a:r>
          </a:p>
        </p:txBody>
      </p:sp>
      <p:sp>
        <p:nvSpPr>
          <p:cNvPr id="12" name="Text Placeholder 3"/>
          <p:cNvSpPr>
            <a:spLocks noGrp="1"/>
          </p:cNvSpPr>
          <p:nvPr>
            <p:ph idx="1"/>
          </p:nvPr>
        </p:nvSpPr>
        <p:spPr>
          <a:xfrm>
            <a:off x="468313" y="1887266"/>
            <a:ext cx="8460170" cy="376963"/>
          </a:xfrm>
        </p:spPr>
        <p:txBody>
          <a:bodyPr/>
          <a:lstStyle/>
          <a:p>
            <a:pPr marL="0" indent="0">
              <a:buNone/>
            </a:pPr>
            <a:r>
              <a:rPr lang="en-US" sz="1600">
                <a:solidFill>
                  <a:srgbClr val="42484A"/>
                </a:solidFill>
              </a:rPr>
              <a:t>Most requests from customers follow this workflow</a:t>
            </a:r>
            <a:endParaRPr lang="en-US" sz="1600">
              <a:solidFill>
                <a:srgbClr val="42484A"/>
              </a:solidFill>
              <a:effectLst/>
            </a:endParaRPr>
          </a:p>
        </p:txBody>
      </p:sp>
      <p:sp>
        <p:nvSpPr>
          <p:cNvPr id="4" name="Slide Number Placeholder 3"/>
          <p:cNvSpPr>
            <a:spLocks noGrp="1"/>
          </p:cNvSpPr>
          <p:nvPr>
            <p:ph type="sldNum" sz="quarter" idx="12"/>
          </p:nvPr>
        </p:nvSpPr>
        <p:spPr/>
        <p:txBody>
          <a:bodyPr/>
          <a:lstStyle/>
          <a:p>
            <a:fld id="{4704619B-9823-F845-874B-2390AC991BC7}" type="slidenum">
              <a:rPr lang="en-US" smtClean="0"/>
              <a:t>9</a:t>
            </a:fld>
            <a:endParaRPr lang="en-US"/>
          </a:p>
        </p:txBody>
      </p:sp>
      <p:sp>
        <p:nvSpPr>
          <p:cNvPr id="3" name="Text Placeholder 2"/>
          <p:cNvSpPr>
            <a:spLocks noGrp="1"/>
          </p:cNvSpPr>
          <p:nvPr>
            <p:ph type="body" sz="quarter" idx="13"/>
          </p:nvPr>
        </p:nvSpPr>
        <p:spPr/>
        <p:txBody>
          <a:bodyPr/>
          <a:lstStyle/>
          <a:p>
            <a:r>
              <a:rPr lang="en-US"/>
              <a:t>Data Access</a:t>
            </a:r>
          </a:p>
        </p:txBody>
      </p:sp>
      <p:sp>
        <p:nvSpPr>
          <p:cNvPr id="5" name="Pentagon 4"/>
          <p:cNvSpPr/>
          <p:nvPr/>
        </p:nvSpPr>
        <p:spPr>
          <a:xfrm>
            <a:off x="458675" y="2849843"/>
            <a:ext cx="1844687" cy="459441"/>
          </a:xfrm>
          <a:prstGeom prst="homePlat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3087" tIns="41029" rIns="82058" bIns="41029" rtlCol="0" anchor="ctr"/>
          <a:lstStyle/>
          <a:p>
            <a:r>
              <a:rPr lang="en-US" sz="1300" b="1"/>
              <a:t>Launch 3</a:t>
            </a:r>
            <a:r>
              <a:rPr lang="en-US" sz="1300" b="1" baseline="30000"/>
              <a:t>rd</a:t>
            </a:r>
            <a:r>
              <a:rPr lang="en-US" sz="1300" b="1"/>
              <a:t> </a:t>
            </a:r>
            <a:br>
              <a:rPr lang="en-US" sz="1300" b="1"/>
            </a:br>
            <a:r>
              <a:rPr lang="en-US" sz="1300" b="1"/>
              <a:t>Party App</a:t>
            </a:r>
          </a:p>
        </p:txBody>
      </p:sp>
      <p:sp>
        <p:nvSpPr>
          <p:cNvPr id="9" name="Pentagon 8"/>
          <p:cNvSpPr/>
          <p:nvPr/>
        </p:nvSpPr>
        <p:spPr>
          <a:xfrm>
            <a:off x="2551874" y="2849843"/>
            <a:ext cx="1878345" cy="459441"/>
          </a:xfrm>
          <a:prstGeom prst="homePlat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3087" tIns="41029" rIns="82058" bIns="41029" rtlCol="0" anchor="ctr"/>
          <a:lstStyle/>
          <a:p>
            <a:r>
              <a:rPr lang="en-US" sz="1300" b="1"/>
              <a:t>Initialization</a:t>
            </a:r>
          </a:p>
        </p:txBody>
      </p:sp>
      <p:sp>
        <p:nvSpPr>
          <p:cNvPr id="10" name="Pentagon 9"/>
          <p:cNvSpPr/>
          <p:nvPr/>
        </p:nvSpPr>
        <p:spPr>
          <a:xfrm>
            <a:off x="4690488" y="2849843"/>
            <a:ext cx="1860503" cy="459441"/>
          </a:xfrm>
          <a:prstGeom prst="homePlat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3087" tIns="41029" rIns="82058" bIns="41029" rtlCol="0" anchor="ctr"/>
          <a:lstStyle/>
          <a:p>
            <a:r>
              <a:rPr lang="en-US" sz="1300" b="1"/>
              <a:t>Data Access</a:t>
            </a:r>
          </a:p>
        </p:txBody>
      </p:sp>
      <p:sp>
        <p:nvSpPr>
          <p:cNvPr id="11" name="Pentagon 10"/>
          <p:cNvSpPr/>
          <p:nvPr/>
        </p:nvSpPr>
        <p:spPr>
          <a:xfrm>
            <a:off x="6809087" y="2849843"/>
            <a:ext cx="1856796" cy="459441"/>
          </a:xfrm>
          <a:prstGeom prst="homePlat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3087" tIns="41029" rIns="82058" bIns="41029" rtlCol="0" anchor="ctr"/>
          <a:lstStyle/>
          <a:p>
            <a:r>
              <a:rPr lang="en-US" sz="1300" b="1"/>
              <a:t>Clean-up</a:t>
            </a:r>
          </a:p>
        </p:txBody>
      </p:sp>
      <p:sp>
        <p:nvSpPr>
          <p:cNvPr id="13" name="Text Placeholder 3"/>
          <p:cNvSpPr txBox="1">
            <a:spLocks/>
          </p:cNvSpPr>
          <p:nvPr/>
        </p:nvSpPr>
        <p:spPr>
          <a:xfrm>
            <a:off x="2551874" y="3611842"/>
            <a:ext cx="1659658" cy="2788957"/>
          </a:xfrm>
          <a:prstGeom prst="rect">
            <a:avLst/>
          </a:prstGeom>
        </p:spPr>
        <p:txBody>
          <a:bodyPr vert="horz" lIns="0" tIns="0" rIns="0" bIns="0" rtlCol="0" anchor="t">
            <a:noAutofit/>
          </a:bodyPr>
          <a:lstStyle/>
          <a:p>
            <a:pPr marL="0" lvl="6" defTabSz="1384138">
              <a:spcBef>
                <a:spcPts val="269"/>
              </a:spcBef>
              <a:spcAft>
                <a:spcPts val="269"/>
              </a:spcAft>
              <a:buClr>
                <a:schemeClr val="tx2"/>
              </a:buClr>
              <a:tabLst>
                <a:tab pos="1371440" algn="l"/>
                <a:tab pos="2755578" algn="l"/>
                <a:tab pos="4127018" algn="l"/>
                <a:tab pos="5498457" algn="l"/>
                <a:tab pos="6869897" algn="l"/>
              </a:tabLst>
              <a:defRPr/>
            </a:pPr>
            <a:r>
              <a:rPr lang="en-US" sz="1400">
                <a:solidFill>
                  <a:srgbClr val="42484A"/>
                </a:solidFill>
              </a:rPr>
              <a:t>Open a project using Kingdom SDK</a:t>
            </a:r>
          </a:p>
          <a:p>
            <a:pPr marL="171450" lvl="6" indent="-171450" defTabSz="1384138">
              <a:spcBef>
                <a:spcPts val="269"/>
              </a:spcBef>
              <a:spcAft>
                <a:spcPts val="269"/>
              </a:spcAft>
              <a:buClr>
                <a:schemeClr val="tx2"/>
              </a:buClr>
              <a:buFontTx/>
              <a:buChar char="-"/>
              <a:tabLst>
                <a:tab pos="1371440" algn="l"/>
                <a:tab pos="2755578" algn="l"/>
                <a:tab pos="4127018" algn="l"/>
                <a:tab pos="5498457" algn="l"/>
                <a:tab pos="6869897" algn="l"/>
              </a:tabLst>
              <a:defRPr/>
            </a:pPr>
            <a:r>
              <a:rPr lang="en-US" sz="1400">
                <a:solidFill>
                  <a:srgbClr val="42484A"/>
                </a:solidFill>
              </a:rPr>
              <a:t>Project path</a:t>
            </a:r>
          </a:p>
          <a:p>
            <a:pPr marL="171450" lvl="6" indent="-171450" defTabSz="1384138">
              <a:spcBef>
                <a:spcPts val="269"/>
              </a:spcBef>
              <a:spcAft>
                <a:spcPts val="269"/>
              </a:spcAft>
              <a:buClr>
                <a:schemeClr val="tx2"/>
              </a:buClr>
              <a:buFontTx/>
              <a:buChar char="-"/>
              <a:tabLst>
                <a:tab pos="1371440" algn="l"/>
                <a:tab pos="2755578" algn="l"/>
                <a:tab pos="4127018" algn="l"/>
                <a:tab pos="5498457" algn="l"/>
                <a:tab pos="6869897" algn="l"/>
              </a:tabLst>
              <a:defRPr/>
            </a:pPr>
            <a:r>
              <a:rPr lang="en-US" sz="1400">
                <a:solidFill>
                  <a:srgbClr val="42484A"/>
                </a:solidFill>
              </a:rPr>
              <a:t>Author</a:t>
            </a:r>
          </a:p>
          <a:p>
            <a:pPr marL="171450" lvl="6" indent="-171450" defTabSz="1384138">
              <a:spcBef>
                <a:spcPts val="269"/>
              </a:spcBef>
              <a:spcAft>
                <a:spcPts val="269"/>
              </a:spcAft>
              <a:buClr>
                <a:schemeClr val="tx2"/>
              </a:buClr>
              <a:buFontTx/>
              <a:buChar char="-"/>
              <a:tabLst>
                <a:tab pos="1371440" algn="l"/>
                <a:tab pos="2755578" algn="l"/>
                <a:tab pos="4127018" algn="l"/>
                <a:tab pos="5498457" algn="l"/>
                <a:tab pos="6869897" algn="l"/>
              </a:tabLst>
              <a:defRPr/>
            </a:pPr>
            <a:r>
              <a:rPr lang="en-US" sz="1400">
                <a:solidFill>
                  <a:srgbClr val="42484A"/>
                </a:solidFill>
              </a:rPr>
              <a:t>Db info (if needed)</a:t>
            </a:r>
          </a:p>
          <a:p>
            <a:pPr marL="171450" lvl="6" indent="-171450" defTabSz="1384138">
              <a:spcBef>
                <a:spcPts val="269"/>
              </a:spcBef>
              <a:spcAft>
                <a:spcPts val="269"/>
              </a:spcAft>
              <a:buClr>
                <a:schemeClr val="tx2"/>
              </a:buClr>
              <a:buFontTx/>
              <a:buChar char="-"/>
              <a:tabLst>
                <a:tab pos="1371440" algn="l"/>
                <a:tab pos="2755578" algn="l"/>
                <a:tab pos="4127018" algn="l"/>
                <a:tab pos="5498457" algn="l"/>
                <a:tab pos="6869897" algn="l"/>
              </a:tabLst>
              <a:defRPr/>
            </a:pPr>
            <a:r>
              <a:rPr lang="en-US" sz="1400">
                <a:solidFill>
                  <a:srgbClr val="42484A"/>
                </a:solidFill>
              </a:rPr>
              <a:t>Licensing</a:t>
            </a:r>
          </a:p>
        </p:txBody>
      </p:sp>
      <p:sp>
        <p:nvSpPr>
          <p:cNvPr id="14" name="Text Placeholder 3"/>
          <p:cNvSpPr txBox="1">
            <a:spLocks/>
          </p:cNvSpPr>
          <p:nvPr/>
        </p:nvSpPr>
        <p:spPr>
          <a:xfrm>
            <a:off x="4690487" y="3611843"/>
            <a:ext cx="1659658" cy="2636556"/>
          </a:xfrm>
          <a:prstGeom prst="rect">
            <a:avLst/>
          </a:prstGeom>
        </p:spPr>
        <p:txBody>
          <a:bodyPr vert="horz" lIns="0" tIns="0" rIns="0" bIns="0" rtlCol="0" anchor="t">
            <a:noAutofit/>
          </a:bodyPr>
          <a:lstStyle/>
          <a:p>
            <a:pPr marL="0" lvl="6" defTabSz="1384138">
              <a:spcBef>
                <a:spcPts val="269"/>
              </a:spcBef>
              <a:spcAft>
                <a:spcPts val="269"/>
              </a:spcAft>
              <a:buClr>
                <a:schemeClr val="tx2"/>
              </a:buClr>
              <a:tabLst>
                <a:tab pos="1371440" algn="l"/>
                <a:tab pos="2755578" algn="l"/>
                <a:tab pos="4127018" algn="l"/>
                <a:tab pos="5498457" algn="l"/>
                <a:tab pos="6869897" algn="l"/>
              </a:tabLst>
              <a:defRPr/>
            </a:pPr>
            <a:r>
              <a:rPr lang="en-US" sz="1400">
                <a:solidFill>
                  <a:srgbClr val="42484A"/>
                </a:solidFill>
              </a:rPr>
              <a:t>3</a:t>
            </a:r>
            <a:r>
              <a:rPr lang="en-US" sz="1400" baseline="30000">
                <a:solidFill>
                  <a:srgbClr val="42484A"/>
                </a:solidFill>
              </a:rPr>
              <a:t>rd</a:t>
            </a:r>
            <a:r>
              <a:rPr lang="en-US" sz="1400">
                <a:solidFill>
                  <a:srgbClr val="42484A"/>
                </a:solidFill>
              </a:rPr>
              <a:t> party App does CRUD operations using Kingdom SDK:</a:t>
            </a:r>
          </a:p>
          <a:p>
            <a:pPr marL="171450" lvl="6" indent="-171450" defTabSz="1384138">
              <a:spcBef>
                <a:spcPts val="269"/>
              </a:spcBef>
              <a:spcAft>
                <a:spcPts val="269"/>
              </a:spcAft>
              <a:buClr>
                <a:schemeClr val="tx2"/>
              </a:buClr>
              <a:buFont typeface="Arial" panose="020B0604020202020204" pitchFamily="34" charset="0"/>
              <a:buChar char="•"/>
              <a:tabLst>
                <a:tab pos="1371440" algn="l"/>
                <a:tab pos="2755578" algn="l"/>
                <a:tab pos="4127018" algn="l"/>
                <a:tab pos="5498457" algn="l"/>
                <a:tab pos="6869897" algn="l"/>
              </a:tabLst>
              <a:defRPr/>
            </a:pPr>
            <a:r>
              <a:rPr lang="en-US" sz="1400">
                <a:solidFill>
                  <a:srgbClr val="42484A"/>
                </a:solidFill>
              </a:rPr>
              <a:t>Well header</a:t>
            </a:r>
          </a:p>
          <a:p>
            <a:pPr marL="171450" lvl="6" indent="-171450" defTabSz="1384138">
              <a:spcBef>
                <a:spcPts val="269"/>
              </a:spcBef>
              <a:spcAft>
                <a:spcPts val="269"/>
              </a:spcAft>
              <a:buClr>
                <a:schemeClr val="tx2"/>
              </a:buClr>
              <a:buFont typeface="Arial" panose="020B0604020202020204" pitchFamily="34" charset="0"/>
              <a:buChar char="•"/>
              <a:tabLst>
                <a:tab pos="1371440" algn="l"/>
                <a:tab pos="2755578" algn="l"/>
                <a:tab pos="4127018" algn="l"/>
                <a:tab pos="5498457" algn="l"/>
                <a:tab pos="6869897" algn="l"/>
              </a:tabLst>
              <a:defRPr/>
            </a:pPr>
            <a:r>
              <a:rPr lang="en-US" sz="1400">
                <a:solidFill>
                  <a:srgbClr val="42484A"/>
                </a:solidFill>
              </a:rPr>
              <a:t>Log data</a:t>
            </a:r>
          </a:p>
          <a:p>
            <a:pPr marL="171450" lvl="6" indent="-171450" defTabSz="1384138">
              <a:spcBef>
                <a:spcPts val="269"/>
              </a:spcBef>
              <a:spcAft>
                <a:spcPts val="269"/>
              </a:spcAft>
              <a:buClr>
                <a:schemeClr val="tx2"/>
              </a:buClr>
              <a:buFont typeface="Arial" panose="020B0604020202020204" pitchFamily="34" charset="0"/>
              <a:buChar char="•"/>
              <a:tabLst>
                <a:tab pos="1371440" algn="l"/>
                <a:tab pos="2755578" algn="l"/>
                <a:tab pos="4127018" algn="l"/>
                <a:tab pos="5498457" algn="l"/>
                <a:tab pos="6869897" algn="l"/>
              </a:tabLst>
              <a:defRPr/>
            </a:pPr>
            <a:r>
              <a:rPr lang="en-US" sz="1400">
                <a:solidFill>
                  <a:srgbClr val="42484A"/>
                </a:solidFill>
              </a:rPr>
              <a:t>Directional surveys</a:t>
            </a:r>
          </a:p>
          <a:p>
            <a:pPr marL="171450" lvl="6" indent="-171450" defTabSz="1384138">
              <a:spcBef>
                <a:spcPts val="269"/>
              </a:spcBef>
              <a:spcAft>
                <a:spcPts val="269"/>
              </a:spcAft>
              <a:buClr>
                <a:schemeClr val="tx2"/>
              </a:buClr>
              <a:buFont typeface="Arial" panose="020B0604020202020204" pitchFamily="34" charset="0"/>
              <a:buChar char="•"/>
              <a:tabLst>
                <a:tab pos="1371440" algn="l"/>
                <a:tab pos="2755578" algn="l"/>
                <a:tab pos="4127018" algn="l"/>
                <a:tab pos="5498457" algn="l"/>
                <a:tab pos="6869897" algn="l"/>
              </a:tabLst>
              <a:defRPr/>
            </a:pPr>
            <a:r>
              <a:rPr lang="en-US" sz="1400">
                <a:solidFill>
                  <a:srgbClr val="42484A"/>
                </a:solidFill>
              </a:rPr>
              <a:t>Formation tops</a:t>
            </a:r>
          </a:p>
          <a:p>
            <a:pPr marL="171450" lvl="6" indent="-171450" defTabSz="1384138">
              <a:spcBef>
                <a:spcPts val="269"/>
              </a:spcBef>
              <a:spcAft>
                <a:spcPts val="269"/>
              </a:spcAft>
              <a:buClr>
                <a:schemeClr val="tx2"/>
              </a:buClr>
              <a:buFont typeface="Arial" panose="020B0604020202020204" pitchFamily="34" charset="0"/>
              <a:buChar char="•"/>
              <a:tabLst>
                <a:tab pos="1371440" algn="l"/>
                <a:tab pos="2755578" algn="l"/>
                <a:tab pos="4127018" algn="l"/>
                <a:tab pos="5498457" algn="l"/>
                <a:tab pos="6869897" algn="l"/>
              </a:tabLst>
              <a:defRPr/>
            </a:pPr>
            <a:r>
              <a:rPr lang="en-US" sz="1400">
                <a:solidFill>
                  <a:srgbClr val="42484A"/>
                </a:solidFill>
              </a:rPr>
              <a:t>Interval data</a:t>
            </a:r>
          </a:p>
          <a:p>
            <a:pPr marL="171450" lvl="6" indent="-171450" defTabSz="1384138">
              <a:spcBef>
                <a:spcPts val="269"/>
              </a:spcBef>
              <a:spcAft>
                <a:spcPts val="269"/>
              </a:spcAft>
              <a:buClr>
                <a:schemeClr val="tx2"/>
              </a:buClr>
              <a:buFont typeface="Arial" panose="020B0604020202020204" pitchFamily="34" charset="0"/>
              <a:buChar char="•"/>
              <a:tabLst>
                <a:tab pos="1371440" algn="l"/>
                <a:tab pos="2755578" algn="l"/>
                <a:tab pos="4127018" algn="l"/>
                <a:tab pos="5498457" algn="l"/>
                <a:tab pos="6869897" algn="l"/>
              </a:tabLst>
              <a:defRPr/>
            </a:pPr>
            <a:r>
              <a:rPr lang="en-US" sz="1400">
                <a:solidFill>
                  <a:srgbClr val="42484A"/>
                </a:solidFill>
              </a:rPr>
              <a:t>…</a:t>
            </a:r>
            <a:br>
              <a:rPr lang="en-US" sz="1400">
                <a:solidFill>
                  <a:srgbClr val="42484A"/>
                </a:solidFill>
              </a:rPr>
            </a:br>
            <a:endParaRPr lang="en-US" sz="1100">
              <a:solidFill>
                <a:srgbClr val="42484A"/>
              </a:solidFill>
            </a:endParaRPr>
          </a:p>
        </p:txBody>
      </p:sp>
      <p:sp>
        <p:nvSpPr>
          <p:cNvPr id="15" name="Text Placeholder 3"/>
          <p:cNvSpPr txBox="1">
            <a:spLocks/>
          </p:cNvSpPr>
          <p:nvPr/>
        </p:nvSpPr>
        <p:spPr>
          <a:xfrm>
            <a:off x="6809086" y="3611842"/>
            <a:ext cx="1725313" cy="3017558"/>
          </a:xfrm>
          <a:prstGeom prst="rect">
            <a:avLst/>
          </a:prstGeom>
        </p:spPr>
        <p:txBody>
          <a:bodyPr vert="horz" lIns="0" tIns="0" rIns="0" bIns="0" rtlCol="0" anchor="t">
            <a:noAutofit/>
          </a:bodyPr>
          <a:lstStyle/>
          <a:p>
            <a:pPr marL="0" lvl="6" defTabSz="1384138">
              <a:spcBef>
                <a:spcPts val="269"/>
              </a:spcBef>
              <a:spcAft>
                <a:spcPts val="269"/>
              </a:spcAft>
              <a:buClr>
                <a:schemeClr val="tx2"/>
              </a:buClr>
              <a:tabLst>
                <a:tab pos="1371440" algn="l"/>
                <a:tab pos="2755578" algn="l"/>
                <a:tab pos="4127018" algn="l"/>
                <a:tab pos="5498457" algn="l"/>
                <a:tab pos="6869897" algn="l"/>
              </a:tabLst>
              <a:defRPr/>
            </a:pPr>
            <a:r>
              <a:rPr lang="en-US" sz="1400">
                <a:solidFill>
                  <a:srgbClr val="42484A"/>
                </a:solidFill>
              </a:rPr>
              <a:t>Close Project</a:t>
            </a:r>
          </a:p>
        </p:txBody>
      </p:sp>
      <p:sp>
        <p:nvSpPr>
          <p:cNvPr id="16" name="Text Placeholder 3"/>
          <p:cNvSpPr txBox="1">
            <a:spLocks/>
          </p:cNvSpPr>
          <p:nvPr/>
        </p:nvSpPr>
        <p:spPr>
          <a:xfrm>
            <a:off x="458674" y="3611843"/>
            <a:ext cx="1659658" cy="1680882"/>
          </a:xfrm>
          <a:prstGeom prst="rect">
            <a:avLst/>
          </a:prstGeom>
        </p:spPr>
        <p:txBody>
          <a:bodyPr vert="horz" lIns="0" tIns="0" rIns="0" bIns="0" rtlCol="0" anchor="t">
            <a:noAutofit/>
          </a:bodyPr>
          <a:lstStyle/>
          <a:p>
            <a:pPr marL="0" lvl="6" defTabSz="1384138">
              <a:spcBef>
                <a:spcPts val="269"/>
              </a:spcBef>
              <a:spcAft>
                <a:spcPts val="269"/>
              </a:spcAft>
              <a:buClr>
                <a:schemeClr val="tx2"/>
              </a:buClr>
              <a:tabLst>
                <a:tab pos="1371440" algn="l"/>
                <a:tab pos="2755578" algn="l"/>
                <a:tab pos="4127018" algn="l"/>
                <a:tab pos="5498457" algn="l"/>
                <a:tab pos="6869897" algn="l"/>
              </a:tabLst>
              <a:defRPr/>
            </a:pPr>
            <a:r>
              <a:rPr lang="en-US" sz="1600">
                <a:solidFill>
                  <a:srgbClr val="42484A"/>
                </a:solidFill>
              </a:rPr>
              <a:t>A 3</a:t>
            </a:r>
            <a:r>
              <a:rPr lang="en-US" sz="1600" baseline="30000">
                <a:solidFill>
                  <a:srgbClr val="42484A"/>
                </a:solidFill>
              </a:rPr>
              <a:t>rd</a:t>
            </a:r>
            <a:r>
              <a:rPr lang="en-US" sz="1600">
                <a:solidFill>
                  <a:srgbClr val="42484A"/>
                </a:solidFill>
              </a:rPr>
              <a:t> party app or service is launched</a:t>
            </a:r>
          </a:p>
        </p:txBody>
      </p:sp>
    </p:spTree>
    <p:extLst>
      <p:ext uri="{BB962C8B-B14F-4D97-AF65-F5344CB8AC3E}">
        <p14:creationId xmlns:p14="http://schemas.microsoft.com/office/powerpoint/2010/main" val="2798883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C676-6504-403C-BBBE-77EF085D7A68}"/>
              </a:ext>
            </a:extLst>
          </p:cNvPr>
          <p:cNvSpPr>
            <a:spLocks noGrp="1"/>
          </p:cNvSpPr>
          <p:nvPr>
            <p:ph type="title"/>
          </p:nvPr>
        </p:nvSpPr>
        <p:spPr/>
        <p:txBody>
          <a:bodyPr/>
          <a:lstStyle/>
          <a:p>
            <a:r>
              <a:rPr lang="en-US"/>
              <a:t>Common Solutions</a:t>
            </a:r>
          </a:p>
        </p:txBody>
      </p:sp>
      <p:sp>
        <p:nvSpPr>
          <p:cNvPr id="3" name="Content Placeholder 2">
            <a:extLst>
              <a:ext uri="{FF2B5EF4-FFF2-40B4-BE49-F238E27FC236}">
                <a16:creationId xmlns:a16="http://schemas.microsoft.com/office/drawing/2014/main" id="{F3A6CB59-5AFF-4507-8580-487FCC7F80FB}"/>
              </a:ext>
            </a:extLst>
          </p:cNvPr>
          <p:cNvSpPr>
            <a:spLocks noGrp="1"/>
          </p:cNvSpPr>
          <p:nvPr>
            <p:ph idx="1"/>
          </p:nvPr>
        </p:nvSpPr>
        <p:spPr/>
        <p:txBody>
          <a:bodyPr/>
          <a:lstStyle/>
          <a:p>
            <a:r>
              <a:rPr lang="en-US" sz="1800"/>
              <a:t>Transfer data back and forth from/to centralized repository</a:t>
            </a:r>
          </a:p>
          <a:p>
            <a:r>
              <a:rPr lang="en-US" sz="1800"/>
              <a:t>Analyze an area of data with popular BI tools</a:t>
            </a:r>
          </a:p>
          <a:p>
            <a:r>
              <a:rPr lang="en-US" sz="1800"/>
              <a:t>Build spatial layer from Kingdom data</a:t>
            </a:r>
          </a:p>
        </p:txBody>
      </p:sp>
      <p:sp>
        <p:nvSpPr>
          <p:cNvPr id="4" name="Slide Number Placeholder 3">
            <a:extLst>
              <a:ext uri="{FF2B5EF4-FFF2-40B4-BE49-F238E27FC236}">
                <a16:creationId xmlns:a16="http://schemas.microsoft.com/office/drawing/2014/main" id="{768ED395-C0BF-4EBF-A376-AACD9AE19172}"/>
              </a:ext>
            </a:extLst>
          </p:cNvPr>
          <p:cNvSpPr>
            <a:spLocks noGrp="1"/>
          </p:cNvSpPr>
          <p:nvPr>
            <p:ph type="sldNum" sz="quarter" idx="12"/>
          </p:nvPr>
        </p:nvSpPr>
        <p:spPr/>
        <p:txBody>
          <a:bodyPr/>
          <a:lstStyle/>
          <a:p>
            <a:fld id="{4704619B-9823-F845-874B-2390AC991BC7}" type="slidenum">
              <a:rPr lang="en-US" smtClean="0"/>
              <a:t>10</a:t>
            </a:fld>
            <a:endParaRPr lang="en-US"/>
          </a:p>
        </p:txBody>
      </p:sp>
    </p:spTree>
    <p:extLst>
      <p:ext uri="{BB962C8B-B14F-4D97-AF65-F5344CB8AC3E}">
        <p14:creationId xmlns:p14="http://schemas.microsoft.com/office/powerpoint/2010/main" val="1817962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87E57-4F1F-4D04-8A98-49870F64F7D1}"/>
              </a:ext>
            </a:extLst>
          </p:cNvPr>
          <p:cNvSpPr>
            <a:spLocks noGrp="1"/>
          </p:cNvSpPr>
          <p:nvPr>
            <p:ph type="title"/>
          </p:nvPr>
        </p:nvSpPr>
        <p:spPr/>
        <p:txBody>
          <a:bodyPr/>
          <a:lstStyle/>
          <a:p>
            <a:r>
              <a:rPr lang="en-US"/>
              <a:t>Supported Entities</a:t>
            </a:r>
          </a:p>
        </p:txBody>
      </p:sp>
      <p:sp>
        <p:nvSpPr>
          <p:cNvPr id="3" name="Content Placeholder 2">
            <a:extLst>
              <a:ext uri="{FF2B5EF4-FFF2-40B4-BE49-F238E27FC236}">
                <a16:creationId xmlns:a16="http://schemas.microsoft.com/office/drawing/2014/main" id="{7656E3CB-944A-4510-ACB7-8A32D5F3E56E}"/>
              </a:ext>
            </a:extLst>
          </p:cNvPr>
          <p:cNvSpPr>
            <a:spLocks noGrp="1"/>
          </p:cNvSpPr>
          <p:nvPr>
            <p:ph idx="1"/>
          </p:nvPr>
        </p:nvSpPr>
        <p:spPr>
          <a:xfrm>
            <a:off x="468313" y="1916113"/>
            <a:ext cx="3798887" cy="4321175"/>
          </a:xfrm>
        </p:spPr>
        <p:txBody>
          <a:bodyPr/>
          <a:lstStyle/>
          <a:p>
            <a:pPr marL="0" indent="0">
              <a:buNone/>
            </a:pPr>
            <a:r>
              <a:rPr lang="en-US" sz="1600"/>
              <a:t>Well Data</a:t>
            </a:r>
          </a:p>
          <a:p>
            <a:pPr lvl="1">
              <a:buFont typeface="Arial" panose="020B0604020202020204" pitchFamily="34" charset="0"/>
              <a:buChar char="•"/>
            </a:pPr>
            <a:r>
              <a:rPr lang="en-US" sz="1600"/>
              <a:t>Well Header</a:t>
            </a:r>
          </a:p>
          <a:p>
            <a:pPr lvl="1">
              <a:buFont typeface="Arial" panose="020B0604020202020204" pitchFamily="34" charset="0"/>
              <a:buChar char="•"/>
            </a:pPr>
            <a:r>
              <a:rPr lang="en-US" sz="1600"/>
              <a:t>Well Location</a:t>
            </a:r>
          </a:p>
          <a:p>
            <a:pPr lvl="1">
              <a:buFont typeface="Arial" panose="020B0604020202020204" pitchFamily="34" charset="0"/>
              <a:buChar char="•"/>
            </a:pPr>
            <a:r>
              <a:rPr lang="en-US" sz="1600"/>
              <a:t>Borehole</a:t>
            </a:r>
          </a:p>
          <a:p>
            <a:pPr lvl="2" algn="just">
              <a:lnSpc>
                <a:spcPct val="150000"/>
              </a:lnSpc>
              <a:buFont typeface="Arial" panose="020B0604020202020204" pitchFamily="34" charset="0"/>
              <a:buChar char="&gt;"/>
            </a:pPr>
            <a:r>
              <a:rPr lang="en-US" sz="1600"/>
              <a:t>Deviation Survey, Digital Logs, Raster Logs, Synthetic, Time Depth, Well Plan, Drilling Events, Core, Formation Tops, Well Test, Interval Data, Zone Interval, Completions, Production Tests, Formation, Tests, Perforations, Fault Cuts, Production Data</a:t>
            </a:r>
          </a:p>
          <a:p>
            <a:endParaRPr lang="en-US" sz="1000"/>
          </a:p>
        </p:txBody>
      </p:sp>
      <p:sp>
        <p:nvSpPr>
          <p:cNvPr id="4" name="Slide Number Placeholder 3">
            <a:extLst>
              <a:ext uri="{FF2B5EF4-FFF2-40B4-BE49-F238E27FC236}">
                <a16:creationId xmlns:a16="http://schemas.microsoft.com/office/drawing/2014/main" id="{2BD8115D-468F-4FF7-ABF5-B56866381528}"/>
              </a:ext>
            </a:extLst>
          </p:cNvPr>
          <p:cNvSpPr>
            <a:spLocks noGrp="1"/>
          </p:cNvSpPr>
          <p:nvPr>
            <p:ph type="sldNum" sz="quarter" idx="12"/>
          </p:nvPr>
        </p:nvSpPr>
        <p:spPr/>
        <p:txBody>
          <a:bodyPr/>
          <a:lstStyle/>
          <a:p>
            <a:fld id="{4704619B-9823-F845-874B-2390AC991BC7}" type="slidenum">
              <a:rPr lang="en-US" smtClean="0"/>
              <a:t>11</a:t>
            </a:fld>
            <a:endParaRPr lang="en-US"/>
          </a:p>
        </p:txBody>
      </p:sp>
      <p:sp>
        <p:nvSpPr>
          <p:cNvPr id="6" name="Content Placeholder 2">
            <a:extLst>
              <a:ext uri="{FF2B5EF4-FFF2-40B4-BE49-F238E27FC236}">
                <a16:creationId xmlns:a16="http://schemas.microsoft.com/office/drawing/2014/main" id="{D3ED9F9E-ACE0-4E6A-A59F-EB33D220AC74}"/>
              </a:ext>
            </a:extLst>
          </p:cNvPr>
          <p:cNvSpPr txBox="1">
            <a:spLocks/>
          </p:cNvSpPr>
          <p:nvPr/>
        </p:nvSpPr>
        <p:spPr>
          <a:xfrm>
            <a:off x="4876800" y="1916113"/>
            <a:ext cx="3798887" cy="4321175"/>
          </a:xfrm>
          <a:prstGeom prst="rect">
            <a:avLst/>
          </a:prstGeom>
        </p:spPr>
        <p:txBody>
          <a:bodyPr vert="horz" lIns="0" tIns="0" rIns="0" bIns="0" rtlCol="0">
            <a:noAutofit/>
          </a:bodyPr>
          <a:lstStyle>
            <a:lvl1pPr marL="171450" indent="-171450" algn="l" defTabSz="914400" rtl="0" eaLnBrk="1" latinLnBrk="0" hangingPunct="1">
              <a:lnSpc>
                <a:spcPct val="100000"/>
              </a:lnSpc>
              <a:spcBef>
                <a:spcPts val="1000"/>
              </a:spcBef>
              <a:buClr>
                <a:schemeClr val="accent1"/>
              </a:buClr>
              <a:buFont typeface="Arial" panose="020B0604020202020204" pitchFamily="34" charset="0"/>
              <a:buChar char="•"/>
              <a:tabLst/>
              <a:defRPr sz="1400" kern="1200">
                <a:solidFill>
                  <a:schemeClr val="tx2"/>
                </a:solidFill>
                <a:latin typeface="+mn-lt"/>
                <a:ea typeface="+mn-ea"/>
                <a:cs typeface="+mn-cs"/>
              </a:defRPr>
            </a:lvl1pPr>
            <a:lvl2pPr marL="344488" indent="-173038" algn="l" defTabSz="914400" rtl="0" eaLnBrk="1" latinLnBrk="0" hangingPunct="1">
              <a:lnSpc>
                <a:spcPct val="100000"/>
              </a:lnSpc>
              <a:spcBef>
                <a:spcPts val="1000"/>
              </a:spcBef>
              <a:buClr>
                <a:schemeClr val="accent1"/>
              </a:buClr>
              <a:buFont typeface=".HelveticaNeueDeskInterface-Regular" charset="0"/>
              <a:buChar char="&gt;"/>
              <a:tabLst/>
              <a:defRPr sz="1400" kern="1200">
                <a:solidFill>
                  <a:schemeClr val="tx2"/>
                </a:solidFill>
                <a:latin typeface="+mn-lt"/>
                <a:ea typeface="+mn-ea"/>
                <a:cs typeface="+mn-cs"/>
              </a:defRPr>
            </a:lvl2pPr>
            <a:lvl3pPr marL="515938" indent="-171450" algn="l" defTabSz="914400" rtl="0" eaLnBrk="1" latinLnBrk="0" hangingPunct="1">
              <a:lnSpc>
                <a:spcPct val="100000"/>
              </a:lnSpc>
              <a:spcBef>
                <a:spcPts val="1000"/>
              </a:spcBef>
              <a:buClr>
                <a:schemeClr val="accent1"/>
              </a:buClr>
              <a:buFont typeface=".HelveticaNeueDeskInterface-Regular" charset="0"/>
              <a:buChar char="–"/>
              <a:tabLst/>
              <a:defRPr sz="14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a:t>Interpretation </a:t>
            </a:r>
          </a:p>
          <a:p>
            <a:pPr lvl="1">
              <a:buFont typeface="Arial" panose="020B0604020202020204" pitchFamily="34" charset="0"/>
              <a:buChar char="•"/>
            </a:pPr>
            <a:r>
              <a:rPr lang="en-US" sz="1600"/>
              <a:t>Horizon</a:t>
            </a:r>
          </a:p>
          <a:p>
            <a:pPr lvl="1">
              <a:buFont typeface="Arial" panose="020B0604020202020204" pitchFamily="34" charset="0"/>
              <a:buChar char="•"/>
            </a:pPr>
            <a:r>
              <a:rPr lang="en-US" sz="1600"/>
              <a:t>Grid </a:t>
            </a:r>
          </a:p>
          <a:p>
            <a:pPr lvl="1">
              <a:buFont typeface="Arial" panose="020B0604020202020204" pitchFamily="34" charset="0"/>
              <a:buChar char="•"/>
            </a:pPr>
            <a:r>
              <a:rPr lang="en-US" sz="1600"/>
              <a:t>Faults </a:t>
            </a:r>
          </a:p>
          <a:p>
            <a:pPr lvl="1">
              <a:buFont typeface="Arial" panose="020B0604020202020204" pitchFamily="34" charset="0"/>
              <a:buChar char="•"/>
            </a:pPr>
            <a:r>
              <a:rPr lang="en-US" sz="1600"/>
              <a:t>Contours *</a:t>
            </a:r>
          </a:p>
          <a:p>
            <a:pPr lvl="1">
              <a:buFont typeface="Arial" panose="020B0604020202020204" pitchFamily="34" charset="0"/>
              <a:buChar char="•"/>
            </a:pPr>
            <a:r>
              <a:rPr lang="en-US" sz="1600"/>
              <a:t>Zones</a:t>
            </a:r>
          </a:p>
          <a:p>
            <a:pPr marL="171450" lvl="1" indent="0">
              <a:buNone/>
            </a:pPr>
            <a:endParaRPr lang="en-US" sz="1600"/>
          </a:p>
          <a:p>
            <a:pPr marL="0" indent="0">
              <a:buNone/>
            </a:pPr>
            <a:r>
              <a:rPr lang="en-US" sz="1600"/>
              <a:t>Seismic</a:t>
            </a:r>
          </a:p>
          <a:p>
            <a:pPr lvl="1">
              <a:buFont typeface="Arial" panose="020B0604020202020204" pitchFamily="34" charset="0"/>
              <a:buChar char="•"/>
            </a:pPr>
            <a:r>
              <a:rPr lang="en-US" sz="1600"/>
              <a:t>Seismic Survey </a:t>
            </a:r>
          </a:p>
          <a:p>
            <a:pPr marL="171450" lvl="1" indent="0">
              <a:buNone/>
            </a:pPr>
            <a:endParaRPr lang="en-US" sz="1200"/>
          </a:p>
          <a:p>
            <a:pPr marL="171450" lvl="1" indent="0">
              <a:buNone/>
            </a:pPr>
            <a:endParaRPr lang="en-US" sz="1200"/>
          </a:p>
          <a:p>
            <a:pPr marL="171450" lvl="1" indent="0">
              <a:buNone/>
            </a:pPr>
            <a:r>
              <a:rPr lang="en-US" sz="1200"/>
              <a:t>*read-only</a:t>
            </a:r>
            <a:endParaRPr lang="en-US" sz="1000"/>
          </a:p>
        </p:txBody>
      </p:sp>
    </p:spTree>
    <p:extLst>
      <p:ext uri="{BB962C8B-B14F-4D97-AF65-F5344CB8AC3E}">
        <p14:creationId xmlns:p14="http://schemas.microsoft.com/office/powerpoint/2010/main" val="2043366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D7708F-B3FE-42AA-A912-984F2DC79C64}"/>
              </a:ext>
            </a:extLst>
          </p:cNvPr>
          <p:cNvSpPr>
            <a:spLocks noGrp="1"/>
          </p:cNvSpPr>
          <p:nvPr>
            <p:ph idx="1"/>
          </p:nvPr>
        </p:nvSpPr>
        <p:spPr/>
        <p:txBody>
          <a:bodyPr/>
          <a:lstStyle/>
          <a:p>
            <a:pPr lvl="0"/>
            <a:r>
              <a:rPr lang="en-US"/>
              <a:t>Support Bottom and Landing location narratives.</a:t>
            </a:r>
          </a:p>
          <a:p>
            <a:pPr marL="0" lvl="0" indent="0">
              <a:buNone/>
            </a:pPr>
            <a:r>
              <a:rPr lang="en-US"/>
              <a:t>	- New entities: </a:t>
            </a:r>
            <a:r>
              <a:rPr lang="en-US" err="1"/>
              <a:t>BoreholeFootage</a:t>
            </a:r>
            <a:r>
              <a:rPr lang="en-US"/>
              <a:t>, </a:t>
            </a:r>
            <a:r>
              <a:rPr lang="en-US" err="1"/>
              <a:t>BoreholeLandingFootage</a:t>
            </a:r>
            <a:r>
              <a:rPr lang="en-US"/>
              <a:t>, </a:t>
            </a:r>
            <a:r>
              <a:rPr lang="en-US" err="1"/>
              <a:t>BoreholeTownshipRange</a:t>
            </a:r>
            <a:r>
              <a:rPr lang="en-US"/>
              <a:t>.</a:t>
            </a:r>
          </a:p>
          <a:p>
            <a:pPr lvl="0"/>
            <a:r>
              <a:rPr lang="en-US"/>
              <a:t>New entity: </a:t>
            </a:r>
            <a:r>
              <a:rPr lang="en-US" err="1"/>
              <a:t>FaultPolyline</a:t>
            </a:r>
            <a:endParaRPr lang="en-US"/>
          </a:p>
          <a:p>
            <a:pPr lvl="0"/>
            <a:r>
              <a:rPr lang="en-US"/>
              <a:t>Add audit columns to all tables: </a:t>
            </a:r>
            <a:r>
              <a:rPr lang="en-US" err="1"/>
              <a:t>CreateBy</a:t>
            </a:r>
            <a:r>
              <a:rPr lang="en-US"/>
              <a:t>, </a:t>
            </a:r>
            <a:r>
              <a:rPr lang="en-US" err="1"/>
              <a:t>CreateDate</a:t>
            </a:r>
            <a:r>
              <a:rPr lang="en-US"/>
              <a:t>, </a:t>
            </a:r>
            <a:r>
              <a:rPr lang="en-US" err="1"/>
              <a:t>LastModifiedBy</a:t>
            </a:r>
            <a:r>
              <a:rPr lang="en-US"/>
              <a:t>, </a:t>
            </a:r>
            <a:r>
              <a:rPr lang="en-US" err="1"/>
              <a:t>LastModifiedDate</a:t>
            </a:r>
            <a:endParaRPr lang="en-US"/>
          </a:p>
          <a:p>
            <a:pPr lvl="0"/>
            <a:r>
              <a:rPr lang="en-US"/>
              <a:t>New fields of </a:t>
            </a:r>
            <a:r>
              <a:rPr lang="en-US" err="1"/>
              <a:t>RasterLogAlias</a:t>
            </a:r>
            <a:r>
              <a:rPr lang="en-US"/>
              <a:t> entity: Source, Scale</a:t>
            </a:r>
          </a:p>
          <a:p>
            <a:pPr lvl="0"/>
            <a:r>
              <a:rPr lang="en-US"/>
              <a:t>Bug fixes and performance enhancement</a:t>
            </a:r>
          </a:p>
          <a:p>
            <a:endParaRPr lang="en-US"/>
          </a:p>
        </p:txBody>
      </p:sp>
      <p:sp>
        <p:nvSpPr>
          <p:cNvPr id="4" name="Slide Number Placeholder 3">
            <a:extLst>
              <a:ext uri="{FF2B5EF4-FFF2-40B4-BE49-F238E27FC236}">
                <a16:creationId xmlns:a16="http://schemas.microsoft.com/office/drawing/2014/main" id="{9EB3F4E8-DCD5-4B3C-B2C7-1F96F4452165}"/>
              </a:ext>
            </a:extLst>
          </p:cNvPr>
          <p:cNvSpPr>
            <a:spLocks noGrp="1"/>
          </p:cNvSpPr>
          <p:nvPr>
            <p:ph type="sldNum" sz="quarter" idx="12"/>
          </p:nvPr>
        </p:nvSpPr>
        <p:spPr/>
        <p:txBody>
          <a:bodyPr/>
          <a:lstStyle/>
          <a:p>
            <a:fld id="{4704619B-9823-F845-874B-2390AC991BC7}" type="slidenum">
              <a:rPr lang="en-US" smtClean="0"/>
              <a:t>12</a:t>
            </a:fld>
            <a:endParaRPr lang="en-US"/>
          </a:p>
        </p:txBody>
      </p:sp>
      <p:sp>
        <p:nvSpPr>
          <p:cNvPr id="2" name="Title 1">
            <a:extLst>
              <a:ext uri="{FF2B5EF4-FFF2-40B4-BE49-F238E27FC236}">
                <a16:creationId xmlns:a16="http://schemas.microsoft.com/office/drawing/2014/main" id="{602597A5-DA34-4332-8A82-0231ADCFF65B}"/>
              </a:ext>
            </a:extLst>
          </p:cNvPr>
          <p:cNvSpPr>
            <a:spLocks noGrp="1"/>
          </p:cNvSpPr>
          <p:nvPr>
            <p:ph type="title"/>
          </p:nvPr>
        </p:nvSpPr>
        <p:spPr/>
        <p:txBody>
          <a:bodyPr/>
          <a:lstStyle/>
          <a:p>
            <a:r>
              <a:rPr lang="en-US"/>
              <a:t>Kingdom - SDK 2020 Enhancements</a:t>
            </a:r>
          </a:p>
        </p:txBody>
      </p:sp>
    </p:spTree>
    <p:extLst>
      <p:ext uri="{BB962C8B-B14F-4D97-AF65-F5344CB8AC3E}">
        <p14:creationId xmlns:p14="http://schemas.microsoft.com/office/powerpoint/2010/main" val="1448487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3D582-9089-4061-837F-C5A8B110C819}"/>
              </a:ext>
            </a:extLst>
          </p:cNvPr>
          <p:cNvSpPr>
            <a:spLocks noGrp="1"/>
          </p:cNvSpPr>
          <p:nvPr>
            <p:ph type="title"/>
          </p:nvPr>
        </p:nvSpPr>
        <p:spPr/>
        <p:txBody>
          <a:bodyPr/>
          <a:lstStyle/>
          <a:p>
            <a:r>
              <a:rPr lang="en-US"/>
              <a:t>System Requirement</a:t>
            </a:r>
          </a:p>
        </p:txBody>
      </p:sp>
      <p:sp>
        <p:nvSpPr>
          <p:cNvPr id="3" name="Content Placeholder 2">
            <a:extLst>
              <a:ext uri="{FF2B5EF4-FFF2-40B4-BE49-F238E27FC236}">
                <a16:creationId xmlns:a16="http://schemas.microsoft.com/office/drawing/2014/main" id="{7E96E881-3406-4970-8883-3FFA21A1E648}"/>
              </a:ext>
            </a:extLst>
          </p:cNvPr>
          <p:cNvSpPr>
            <a:spLocks noGrp="1"/>
          </p:cNvSpPr>
          <p:nvPr>
            <p:ph idx="1"/>
          </p:nvPr>
        </p:nvSpPr>
        <p:spPr>
          <a:xfrm>
            <a:off x="468313" y="1584749"/>
            <a:ext cx="8207375" cy="4321175"/>
          </a:xfrm>
        </p:spPr>
        <p:txBody>
          <a:bodyPr/>
          <a:lstStyle/>
          <a:p>
            <a:pPr fontAlgn="base"/>
            <a:r>
              <a:rPr lang="en-US" sz="1600"/>
              <a:t>Supported Operating Systems: </a:t>
            </a:r>
          </a:p>
          <a:p>
            <a:pPr lvl="1" fontAlgn="base">
              <a:buFont typeface="Arial" panose="020B0604020202020204" pitchFamily="34" charset="0"/>
              <a:buChar char="&gt;"/>
            </a:pPr>
            <a:r>
              <a:rPr lang="en-US"/>
              <a:t>Windows 10, Windows 7 SP1 (x64), Windows 8 (x64), Windows Server 2008 R2 SP1 (x64), Windows Server 2012 (x64), Windows Server 2012 R2 (x64)</a:t>
            </a:r>
          </a:p>
          <a:p>
            <a:r>
              <a:rPr lang="en-US" sz="1600"/>
              <a:t>Visual Studio 2015+</a:t>
            </a:r>
          </a:p>
          <a:p>
            <a:r>
              <a:rPr lang="en-US" sz="1600"/>
              <a:t>.NET Framework 4.6.1+</a:t>
            </a:r>
          </a:p>
          <a:p>
            <a:pPr lvl="1">
              <a:buFont typeface="Arial" panose="020B0604020202020204" pitchFamily="34" charset="0"/>
              <a:buChar char="&gt;"/>
            </a:pPr>
            <a:r>
              <a:rPr lang="en-US"/>
              <a:t>C#, VB.NET, C++</a:t>
            </a:r>
          </a:p>
          <a:p>
            <a:r>
              <a:rPr lang="en-US" sz="1600"/>
              <a:t>Entity Framework</a:t>
            </a:r>
          </a:p>
          <a:p>
            <a:pPr fontAlgn="base"/>
            <a:r>
              <a:rPr lang="en-US" sz="1600"/>
              <a:t>Minimum Hardware Requirements</a:t>
            </a:r>
          </a:p>
          <a:p>
            <a:pPr lvl="1" fontAlgn="base">
              <a:buFont typeface="Arial" panose="020B0604020202020204" pitchFamily="34" charset="0"/>
              <a:buChar char="&gt;"/>
            </a:pPr>
            <a:r>
              <a:rPr lang="en-US"/>
              <a:t>1 GHz or faster processor, 512 MB of RAM, 2.6 GB of available hard disk space (x86),2.6 GB of available hard disk space (x64)</a:t>
            </a:r>
          </a:p>
          <a:p>
            <a:endParaRPr lang="en-US"/>
          </a:p>
          <a:p>
            <a:endParaRPr lang="en-US" sz="2000"/>
          </a:p>
        </p:txBody>
      </p:sp>
      <p:sp>
        <p:nvSpPr>
          <p:cNvPr id="4" name="Slide Number Placeholder 3">
            <a:extLst>
              <a:ext uri="{FF2B5EF4-FFF2-40B4-BE49-F238E27FC236}">
                <a16:creationId xmlns:a16="http://schemas.microsoft.com/office/drawing/2014/main" id="{0F8BEAA4-5038-44DF-B623-0DDEC507CF1F}"/>
              </a:ext>
            </a:extLst>
          </p:cNvPr>
          <p:cNvSpPr>
            <a:spLocks noGrp="1"/>
          </p:cNvSpPr>
          <p:nvPr>
            <p:ph type="sldNum" sz="quarter" idx="12"/>
          </p:nvPr>
        </p:nvSpPr>
        <p:spPr/>
        <p:txBody>
          <a:bodyPr/>
          <a:lstStyle/>
          <a:p>
            <a:fld id="{4704619B-9823-F845-874B-2390AC991BC7}" type="slidenum">
              <a:rPr lang="en-US" smtClean="0"/>
              <a:t>13</a:t>
            </a:fld>
            <a:endParaRPr lang="en-US"/>
          </a:p>
        </p:txBody>
      </p:sp>
    </p:spTree>
    <p:extLst>
      <p:ext uri="{BB962C8B-B14F-4D97-AF65-F5344CB8AC3E}">
        <p14:creationId xmlns:p14="http://schemas.microsoft.com/office/powerpoint/2010/main" val="997120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What’s Included</a:t>
            </a:r>
          </a:p>
        </p:txBody>
      </p:sp>
      <p:sp>
        <p:nvSpPr>
          <p:cNvPr id="3" name="Content Placeholder 2"/>
          <p:cNvSpPr>
            <a:spLocks noGrp="1"/>
          </p:cNvSpPr>
          <p:nvPr>
            <p:ph idx="1"/>
          </p:nvPr>
        </p:nvSpPr>
        <p:spPr/>
        <p:txBody>
          <a:bodyPr/>
          <a:lstStyle/>
          <a:p>
            <a:r>
              <a:rPr lang="en-US" sz="2000"/>
              <a:t>Libraries</a:t>
            </a:r>
          </a:p>
          <a:p>
            <a:r>
              <a:rPr lang="en-US" sz="2000"/>
              <a:t>Utilities – license initialization &amp; activation</a:t>
            </a:r>
          </a:p>
          <a:p>
            <a:r>
              <a:rPr lang="en-US" sz="2000"/>
              <a:t>Sample code </a:t>
            </a:r>
          </a:p>
          <a:p>
            <a:r>
              <a:rPr lang="en-US" sz="2000"/>
              <a:t>Documentation – developer guide, list of object models, methods, and best practices.</a:t>
            </a:r>
          </a:p>
          <a:p>
            <a:r>
              <a:rPr lang="en-US" sz="2000"/>
              <a:t>5-day mentoring / workshop</a:t>
            </a:r>
          </a:p>
        </p:txBody>
      </p:sp>
      <p:sp>
        <p:nvSpPr>
          <p:cNvPr id="4" name="Slide Number Placeholder 3"/>
          <p:cNvSpPr>
            <a:spLocks noGrp="1"/>
          </p:cNvSpPr>
          <p:nvPr>
            <p:ph type="sldNum" sz="quarter" idx="12"/>
          </p:nvPr>
        </p:nvSpPr>
        <p:spPr/>
        <p:txBody>
          <a:bodyPr/>
          <a:lstStyle/>
          <a:p>
            <a:fld id="{4704619B-9823-F845-874B-2390AC991BC7}" type="slidenum">
              <a:rPr lang="en-US" smtClean="0"/>
              <a:t>14</a:t>
            </a:fld>
            <a:endParaRPr lang="en-US"/>
          </a:p>
        </p:txBody>
      </p:sp>
      <p:sp>
        <p:nvSpPr>
          <p:cNvPr id="5" name="Text Placeholder 4"/>
          <p:cNvSpPr>
            <a:spLocks noGrp="1"/>
          </p:cNvSpPr>
          <p:nvPr>
            <p:ph type="body" sz="quarter" idx="13"/>
          </p:nvPr>
        </p:nvSpPr>
        <p:spPr/>
        <p:txBody>
          <a:bodyPr/>
          <a:lstStyle/>
          <a:p>
            <a:r>
              <a:rPr lang="en-US"/>
              <a:t>The following items will be delivered as part of Kingdom SDK package</a:t>
            </a:r>
          </a:p>
        </p:txBody>
      </p:sp>
    </p:spTree>
    <p:extLst>
      <p:ext uri="{BB962C8B-B14F-4D97-AF65-F5344CB8AC3E}">
        <p14:creationId xmlns:p14="http://schemas.microsoft.com/office/powerpoint/2010/main" val="2999123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C676-6504-403C-BBBE-77EF085D7A68}"/>
              </a:ext>
            </a:extLst>
          </p:cNvPr>
          <p:cNvSpPr>
            <a:spLocks noGrp="1"/>
          </p:cNvSpPr>
          <p:nvPr>
            <p:ph type="title"/>
          </p:nvPr>
        </p:nvSpPr>
        <p:spPr/>
        <p:txBody>
          <a:bodyPr/>
          <a:lstStyle/>
          <a:p>
            <a:r>
              <a:rPr lang="en-US"/>
              <a:t>Available Samples</a:t>
            </a:r>
          </a:p>
        </p:txBody>
      </p:sp>
      <p:sp>
        <p:nvSpPr>
          <p:cNvPr id="3" name="Content Placeholder 2">
            <a:extLst>
              <a:ext uri="{FF2B5EF4-FFF2-40B4-BE49-F238E27FC236}">
                <a16:creationId xmlns:a16="http://schemas.microsoft.com/office/drawing/2014/main" id="{F3A6CB59-5AFF-4507-8580-487FCC7F80FB}"/>
              </a:ext>
            </a:extLst>
          </p:cNvPr>
          <p:cNvSpPr>
            <a:spLocks noGrp="1"/>
          </p:cNvSpPr>
          <p:nvPr>
            <p:ph idx="1"/>
          </p:nvPr>
        </p:nvSpPr>
        <p:spPr/>
        <p:txBody>
          <a:bodyPr/>
          <a:lstStyle/>
          <a:p>
            <a:r>
              <a:rPr lang="en-US" sz="2000"/>
              <a:t>Kingdom Data Transfer</a:t>
            </a:r>
          </a:p>
          <a:p>
            <a:r>
              <a:rPr lang="en-US" sz="2000"/>
              <a:t>Unit Tests</a:t>
            </a:r>
          </a:p>
        </p:txBody>
      </p:sp>
      <p:sp>
        <p:nvSpPr>
          <p:cNvPr id="4" name="Slide Number Placeholder 3">
            <a:extLst>
              <a:ext uri="{FF2B5EF4-FFF2-40B4-BE49-F238E27FC236}">
                <a16:creationId xmlns:a16="http://schemas.microsoft.com/office/drawing/2014/main" id="{768ED395-C0BF-4EBF-A376-AACD9AE19172}"/>
              </a:ext>
            </a:extLst>
          </p:cNvPr>
          <p:cNvSpPr>
            <a:spLocks noGrp="1"/>
          </p:cNvSpPr>
          <p:nvPr>
            <p:ph type="sldNum" sz="quarter" idx="12"/>
          </p:nvPr>
        </p:nvSpPr>
        <p:spPr/>
        <p:txBody>
          <a:bodyPr/>
          <a:lstStyle/>
          <a:p>
            <a:fld id="{4704619B-9823-F845-874B-2390AC991BC7}" type="slidenum">
              <a:rPr lang="en-US" smtClean="0"/>
              <a:t>15</a:t>
            </a:fld>
            <a:endParaRPr lang="en-US"/>
          </a:p>
        </p:txBody>
      </p:sp>
    </p:spTree>
    <p:extLst>
      <p:ext uri="{BB962C8B-B14F-4D97-AF65-F5344CB8AC3E}">
        <p14:creationId xmlns:p14="http://schemas.microsoft.com/office/powerpoint/2010/main" val="1324899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B53EA-370B-5E0C-3CD8-D784C7A26E02}"/>
              </a:ext>
            </a:extLst>
          </p:cNvPr>
          <p:cNvSpPr>
            <a:spLocks noGrp="1"/>
          </p:cNvSpPr>
          <p:nvPr>
            <p:ph type="title"/>
          </p:nvPr>
        </p:nvSpPr>
        <p:spPr/>
        <p:txBody>
          <a:bodyPr/>
          <a:lstStyle/>
          <a:p>
            <a:r>
              <a:rPr lang="en-US"/>
              <a:t>Kingdom SDK</a:t>
            </a:r>
          </a:p>
        </p:txBody>
      </p:sp>
      <p:sp>
        <p:nvSpPr>
          <p:cNvPr id="6" name="Slide Number Placeholder 5">
            <a:extLst>
              <a:ext uri="{FF2B5EF4-FFF2-40B4-BE49-F238E27FC236}">
                <a16:creationId xmlns:a16="http://schemas.microsoft.com/office/drawing/2014/main" id="{038F3B5C-B189-CD66-74FC-71E5DD8FCF15}"/>
              </a:ext>
            </a:extLst>
          </p:cNvPr>
          <p:cNvSpPr>
            <a:spLocks noGrp="1"/>
          </p:cNvSpPr>
          <p:nvPr>
            <p:ph type="sldNum" sz="quarter" idx="20"/>
          </p:nvPr>
        </p:nvSpPr>
        <p:spPr/>
        <p:txBody>
          <a:bodyPr/>
          <a:lstStyle/>
          <a:p>
            <a:fld id="{4704619B-9823-F845-874B-2390AC991BC7}" type="slidenum">
              <a:rPr lang="en-US" smtClean="0"/>
              <a:pPr/>
              <a:t>16</a:t>
            </a:fld>
            <a:endParaRPr lang="en-US"/>
          </a:p>
        </p:txBody>
      </p:sp>
    </p:spTree>
    <p:extLst>
      <p:ext uri="{BB962C8B-B14F-4D97-AF65-F5344CB8AC3E}">
        <p14:creationId xmlns:p14="http://schemas.microsoft.com/office/powerpoint/2010/main" val="6728538"/>
      </p:ext>
    </p:extLst>
  </p:cSld>
  <p:clrMapOvr>
    <a:masterClrMapping/>
  </p:clrMapOvr>
</p:sld>
</file>

<file path=ppt/theme/theme1.xml><?xml version="1.0" encoding="utf-8"?>
<a:theme xmlns:a="http://schemas.openxmlformats.org/drawingml/2006/main" name="IHSM_PPT_GeneralUse_2017_4x3">
  <a:themeElements>
    <a:clrScheme name="Custom 4">
      <a:dk1>
        <a:srgbClr val="000000"/>
      </a:dk1>
      <a:lt1>
        <a:srgbClr val="FFFFFF"/>
      </a:lt1>
      <a:dk2>
        <a:srgbClr val="4B4B4B"/>
      </a:dk2>
      <a:lt2>
        <a:srgbClr val="999999"/>
      </a:lt2>
      <a:accent1>
        <a:srgbClr val="00AB4E"/>
      </a:accent1>
      <a:accent2>
        <a:srgbClr val="B1B3B6"/>
      </a:accent2>
      <a:accent3>
        <a:srgbClr val="009697"/>
      </a:accent3>
      <a:accent4>
        <a:srgbClr val="8DC63F"/>
      </a:accent4>
      <a:accent5>
        <a:srgbClr val="00B5F1"/>
      </a:accent5>
      <a:accent6>
        <a:srgbClr val="F7941D"/>
      </a:accent6>
      <a:hlink>
        <a:srgbClr val="00AB4E"/>
      </a:hlink>
      <a:folHlink>
        <a:srgbClr val="009697"/>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4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1400" dirty="0" err="1" smtClean="0"/>
        </a:defPPr>
      </a:lstStyle>
    </a:txDef>
  </a:objectDefaults>
  <a:extraClrSchemeLst/>
  <a:custClrLst>
    <a:custClr name="IHSM Green">
      <a:srgbClr val="00AB4E"/>
    </a:custClr>
    <a:custClr name="IHSM Gray Tint">
      <a:srgbClr val="B1B3B6"/>
    </a:custClr>
    <a:custClr name="IHSM Teal">
      <a:srgbClr val="009697"/>
    </a:custClr>
    <a:custClr name="IHSM Bright Green">
      <a:srgbClr val="8DC63F"/>
    </a:custClr>
    <a:custClr name="IHSM Blue">
      <a:srgbClr val="00B5F1"/>
    </a:custClr>
    <a:custClr name="IHSM Orange">
      <a:srgbClr val="F7941D"/>
    </a:custClr>
    <a:custClr name="IHSM Purple">
      <a:srgbClr val="96157C"/>
    </a:custClr>
    <a:custClr name="IHSM Red Tint">
      <a:srgbClr val="FABFB7"/>
    </a:custClr>
    <a:custClr name="IHSM Red">
      <a:srgbClr val="EE2F53"/>
    </a:custClr>
    <a:custClr name="IHSM Blue Tint">
      <a:srgbClr val="B6E4FA"/>
    </a:custClr>
    <a:custClr name="IHSM Mid Blue">
      <a:srgbClr val="0066B3"/>
    </a:custClr>
    <a:custClr name="IHSM Light Yellow">
      <a:srgbClr val="FFD200"/>
    </a:custClr>
    <a:custClr name="IHSM Dark Gray">
      <a:srgbClr val="58595B"/>
    </a:custClr>
    <a:custClr name="IHSM Teal Tint">
      <a:srgbClr val="8DC0C4"/>
    </a:custClr>
    <a:custClr name="IHSM Burnt Orange">
      <a:srgbClr val="C84623"/>
    </a:custClr>
    <a:custClr name="IHSM Bright Green Tint">
      <a:srgbClr val="C4DF9B"/>
    </a:custClr>
    <a:custClr name="IHSM Dark Blue">
      <a:srgbClr val="103C68"/>
    </a:custClr>
    <a:custClr name="IHSM Dark Purple Tint">
      <a:srgbClr val="8F7890"/>
    </a:custClr>
    <a:custClr name="IHSM Yellow Tint">
      <a:srgbClr val="FFE694"/>
    </a:custClr>
    <a:custClr name="IHSM Dark Green">
      <a:srgbClr val="265B3F"/>
    </a:custClr>
    <a:custClr name="IHSM Orange Tint">
      <a:srgbClr val="FBB161"/>
    </a:custClr>
    <a:custClr name="IHSM Dark Purple">
      <a:srgbClr val="4B254C"/>
    </a:custClr>
    <a:custClr name="IHSM Gray">
      <a:srgbClr val="939598"/>
    </a:custClr>
    <a:custClr name="IHSM Neutral Gray">
      <a:srgbClr val="7F8080"/>
    </a:custClr>
  </a:custClrLst>
  <a:extLst>
    <a:ext uri="{05A4C25C-085E-4340-85A3-A5531E510DB2}">
      <thm15:themeFamily xmlns:thm15="http://schemas.microsoft.com/office/thememl/2012/main" name="IHSM_PPT_GeneralUse_2017_4x3" id="{A6BD48DB-FF27-4336-B76F-604390BC2B1E}" vid="{76774A34-5174-4731-A4BF-6CCC9E236B9A}"/>
    </a:ext>
  </a:extLst>
</a:theme>
</file>

<file path=ppt/theme/theme2.xml><?xml version="1.0" encoding="utf-8"?>
<a:theme xmlns:a="http://schemas.openxmlformats.org/drawingml/2006/main" name="Additional Layouts for Analysts—2017">
  <a:themeElements>
    <a:clrScheme name="Custom 22">
      <a:dk1>
        <a:srgbClr val="000000"/>
      </a:dk1>
      <a:lt1>
        <a:srgbClr val="FFFFFF"/>
      </a:lt1>
      <a:dk2>
        <a:srgbClr val="4B4B4B"/>
      </a:dk2>
      <a:lt2>
        <a:srgbClr val="999999"/>
      </a:lt2>
      <a:accent1>
        <a:srgbClr val="00AB4E"/>
      </a:accent1>
      <a:accent2>
        <a:srgbClr val="B1B3B6"/>
      </a:accent2>
      <a:accent3>
        <a:srgbClr val="009697"/>
      </a:accent3>
      <a:accent4>
        <a:srgbClr val="8DC63F"/>
      </a:accent4>
      <a:accent5>
        <a:srgbClr val="00B5F1"/>
      </a:accent5>
      <a:accent6>
        <a:srgbClr val="F7941D"/>
      </a:accent6>
      <a:hlink>
        <a:srgbClr val="0066B3"/>
      </a:hlink>
      <a:folHlink>
        <a:srgbClr val="96157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7F8080"/>
        </a:solidFill>
        <a:ln>
          <a:noFill/>
        </a:ln>
      </a:spPr>
      <a:bodyPr rtlCol="0" anchor="ctr"/>
      <a:lstStyle>
        <a:defPPr algn="ctr">
          <a:defRPr sz="1600" b="1" spc="2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7F808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72000" rIns="72000" rtlCol="0">
        <a:spAutoFit/>
      </a:bodyPr>
      <a:lstStyle>
        <a:defPPr>
          <a:defRPr dirty="0" err="1" smtClean="0"/>
        </a:defPPr>
      </a:lstStyle>
    </a:txDef>
  </a:objectDefaults>
  <a:extraClrSchemeLst/>
  <a:custClrLst>
    <a:custClr name="IHSM Green">
      <a:srgbClr val="00AB4E"/>
    </a:custClr>
    <a:custClr name="IHSM Gray Tint">
      <a:srgbClr val="B1B3B6"/>
    </a:custClr>
    <a:custClr name="IHSM Teal">
      <a:srgbClr val="009697"/>
    </a:custClr>
    <a:custClr name="IHSM Bright Green">
      <a:srgbClr val="8DC63F"/>
    </a:custClr>
    <a:custClr name="IHSM Blue">
      <a:srgbClr val="00B5F1"/>
    </a:custClr>
    <a:custClr name="IHSM Orange">
      <a:srgbClr val="F7941D"/>
    </a:custClr>
    <a:custClr name="IHSM Purple">
      <a:srgbClr val="96157C"/>
    </a:custClr>
    <a:custClr name="IHSM Red Tint">
      <a:srgbClr val="FABFB7"/>
    </a:custClr>
    <a:custClr name="IHSM Red">
      <a:srgbClr val="EE2F53"/>
    </a:custClr>
    <a:custClr name="IHSM Blue Tint">
      <a:srgbClr val="B6E4FA"/>
    </a:custClr>
    <a:custClr name="IHSM Mid Blue">
      <a:srgbClr val="0066B3"/>
    </a:custClr>
    <a:custClr name="IHSM Light Yellow">
      <a:srgbClr val="FFD200"/>
    </a:custClr>
    <a:custClr name="IHSM Dark Gray">
      <a:srgbClr val="58595B"/>
    </a:custClr>
    <a:custClr name="IHSM Teal Tint">
      <a:srgbClr val="8DC0C4"/>
    </a:custClr>
    <a:custClr name="IHSM Burnt Orange">
      <a:srgbClr val="C84623"/>
    </a:custClr>
    <a:custClr name="IHSM Bright Green Tint">
      <a:srgbClr val="C4DF9B"/>
    </a:custClr>
    <a:custClr name="IHSM Dark Blue">
      <a:srgbClr val="103C68"/>
    </a:custClr>
    <a:custClr name="IHSM Dark Purple Tint">
      <a:srgbClr val="8F7890"/>
    </a:custClr>
    <a:custClr name="IHSM Yellow Tint">
      <a:srgbClr val="FFE694"/>
    </a:custClr>
    <a:custClr name="IHSM Dark Green">
      <a:srgbClr val="265B3F"/>
    </a:custClr>
    <a:custClr name="IHSM Orange Tint">
      <a:srgbClr val="FBB161"/>
    </a:custClr>
    <a:custClr name="IHSM Dark Purple">
      <a:srgbClr val="4B254C"/>
    </a:custClr>
    <a:custClr name="IHSM Gray">
      <a:srgbClr val="939598"/>
    </a:custClr>
    <a:custClr name="Landfill 1">
      <a:srgbClr val="F2F1EC"/>
    </a:custClr>
    <a:custClr name="Landfill 2">
      <a:srgbClr val="E3E3DF"/>
    </a:custClr>
    <a:custClr name="Landfill 3">
      <a:srgbClr val="D2D2CF"/>
    </a:custClr>
    <a:custClr name="Map Gray 4">
      <a:srgbClr val="B3BABB"/>
    </a:custClr>
    <a:custClr name="Admin borders">
      <a:srgbClr val="9DA5A7"/>
    </a:custClr>
    <a:custClr name="Country borders">
      <a:srgbClr val="797F81"/>
    </a:custClr>
    <a:custClr name="Country names">
      <a:srgbClr val="434A4F"/>
    </a:custClr>
    <a:custClr name="Ocean fills">
      <a:srgbClr val="D1DFE7"/>
    </a:custClr>
    <a:custClr name="Rivers">
      <a:srgbClr val="8EBBD0"/>
    </a:custClr>
    <a:custClr name="Bodies of water text">
      <a:srgbClr val="467082"/>
    </a:custClr>
    <a:custClr name="IHSM Neutral Gray">
      <a:srgbClr val="7F8080"/>
    </a:custClr>
  </a:custClrLst>
  <a:extLst>
    <a:ext uri="{05A4C25C-085E-4340-85A3-A5531E510DB2}">
      <thm15:themeFamily xmlns:thm15="http://schemas.microsoft.com/office/thememl/2012/main" name="IHSM_PPT_GeneralUse_2017_4x3" id="{A6BD48DB-FF27-4336-B76F-604390BC2B1E}" vid="{1F711175-1B0F-4BA4-AC5C-5FC7F95A104E}"/>
    </a:ext>
  </a:extLst>
</a:theme>
</file>

<file path=ppt/theme/theme3.xml><?xml version="1.0" encoding="utf-8"?>
<a:theme xmlns:a="http://schemas.openxmlformats.org/drawingml/2006/main" name="Theme1">
  <a:themeElements>
    <a:clrScheme name="SPG Temp Color theme">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00000"/>
      </a:hlink>
      <a:folHlink>
        <a:srgbClr val="000000"/>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solidFill>
            <a:schemeClr val="accent3"/>
          </a:solidFill>
        </a:ln>
      </a:spPr>
      <a:bodyPr rtlCol="0" anchor="ct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400" dirty="0" err="1" smtClean="0"/>
        </a:defPPr>
      </a:lstStyle>
    </a:txDef>
  </a:objectDefaults>
  <a:extraClrSchemeLst/>
  <a:custClrLst>
    <a:custClr name="Ocean 7">
      <a:srgbClr val="006D89"/>
    </a:custClr>
    <a:custClr name="Gold 5">
      <a:srgbClr val="F1A649"/>
    </a:custClr>
    <a:custClr name="Purple 7">
      <a:srgbClr val="782080"/>
    </a:custClr>
    <a:custClr name="Teal 7">
      <a:srgbClr val="54BAA0"/>
    </a:custClr>
    <a:custClr name="Magneta 7">
      <a:srgbClr val="B92051"/>
    </a:custClr>
    <a:custClr name="Blue 3">
      <a:srgbClr val="AAB5DF"/>
    </a:custClr>
    <a:custClr name="Blue 8">
      <a:srgbClr val="1D3BAA"/>
    </a:custClr>
    <a:custClr name="Orange 7">
      <a:srgbClr val="B280B6"/>
    </a:custClr>
    <a:custClr name="Ocean 5">
      <a:srgbClr val="C94100"/>
    </a:custClr>
    <a:custClr name="Maroon 9">
      <a:srgbClr val="6DACBC"/>
    </a:custClr>
    <a:custClr name="Maroon 9">
      <a:srgbClr val="6B0F01"/>
    </a:custClr>
    <a:custClr name="Maroon 7">
      <a:srgbClr val="A11602"/>
    </a:custClr>
    <a:custClr name="Maroon 5">
      <a:srgbClr val="BC594A"/>
    </a:custClr>
    <a:custClr name="Maroon 3">
      <a:srgbClr val="D79B93"/>
    </a:custClr>
    <a:custClr name="Maroon 2">
      <a:srgbClr val="E4BCB7"/>
    </a:custClr>
    <a:custClr name="Ocean 2">
      <a:srgbClr val="B6D5DD"/>
    </a:custClr>
    <a:custClr name="Ocean 3">
      <a:srgbClr val="92C0CC"/>
    </a:custClr>
    <a:custClr name="Ocean 5">
      <a:srgbClr val="4997AB"/>
    </a:custClr>
    <a:custClr name="Ocean 7">
      <a:srgbClr val="006D89"/>
    </a:custClr>
    <a:custClr name="Ocean 9">
      <a:srgbClr val="00495B"/>
    </a:custClr>
    <a:custClr name="Gold 9">
      <a:srgbClr val="9D5700"/>
    </a:custClr>
    <a:custClr name="Gold 7">
      <a:srgbClr val="EC8200"/>
    </a:custClr>
    <a:custClr name="Gold 5">
      <a:srgbClr val="F1A649"/>
    </a:custClr>
    <a:custClr name="Gold 3">
      <a:srgbClr val="F7C992"/>
    </a:custClr>
    <a:custClr name="Gold 2">
      <a:srgbClr val="FADBB6"/>
    </a:custClr>
    <a:custClr name="Purple 2">
      <a:srgbClr val="D8BFDB"/>
    </a:custClr>
    <a:custClr name="Purple 3">
      <a:srgbClr val="C59FC9"/>
    </a:custClr>
    <a:custClr name="Purple 5">
      <a:srgbClr val="9F60A4"/>
    </a:custClr>
    <a:custClr name="Purple 7">
      <a:srgbClr val="782080"/>
    </a:custClr>
    <a:custClr name="Purple 9">
      <a:srgbClr val="501555"/>
    </a:custClr>
    <a:custClr name="Orange 9">
      <a:srgbClr val="862B00"/>
    </a:custClr>
    <a:custClr name="Orange 7">
      <a:srgbClr val="C94100"/>
    </a:custClr>
    <a:custClr name="Orange 5">
      <a:srgbClr val="D87749"/>
    </a:custClr>
    <a:custClr name="Orange 3">
      <a:srgbClr val="E8AE92"/>
    </a:custClr>
    <a:custClr name="Orange 2">
      <a:srgbClr val="F0C9B6"/>
    </a:custClr>
    <a:custClr name="Blue 2">
      <a:srgbClr val="C0C8E7"/>
    </a:custClr>
    <a:custClr name="Blue 3">
      <a:srgbClr val="AAB5DF"/>
    </a:custClr>
    <a:custClr name="Blue 5">
      <a:srgbClr val="7284CA"/>
    </a:custClr>
    <a:custClr name="Blue 7">
      <a:srgbClr val="3953B4"/>
    </a:custClr>
    <a:custClr name="Blue 9">
      <a:srgbClr val="01229F"/>
    </a:custClr>
    <a:custClr name="Magneta 9">
      <a:srgbClr val="7B1536"/>
    </a:custClr>
    <a:custClr name="Magneta 7">
      <a:srgbClr val="B92051"/>
    </a:custClr>
    <a:custClr name="Magneta 5">
      <a:srgbClr val="CD6083"/>
    </a:custClr>
    <a:custClr name="Magneta 3">
      <a:srgbClr val="E19FB4"/>
    </a:custClr>
    <a:custClr name="Magneta 2">
      <a:srgbClr val="EBBFCD"/>
    </a:custClr>
    <a:custClr name="Green 2">
      <a:srgbClr val="BEDEC4"/>
    </a:custClr>
    <a:custClr name="Green 2">
      <a:srgbClr val="9DCEA6"/>
    </a:custClr>
    <a:custClr name="Green 5">
      <a:srgbClr val="5CAE6A"/>
    </a:custClr>
    <a:custClr name="Green 7">
      <a:srgbClr val="1B8D2F"/>
    </a:custClr>
    <a:custClr name="Green 9">
      <a:srgbClr val="125E1F"/>
    </a:custClr>
  </a:custClrLst>
  <a:extLst>
    <a:ext uri="{05A4C25C-085E-4340-85A3-A5531E510DB2}">
      <thm15:themeFamily xmlns:thm15="http://schemas.microsoft.com/office/thememl/2012/main" name="Theme1" id="{B3C3A3D9-439D-48BB-BEB7-17DBF7336135}" vid="{B8517F7D-BA12-4EDC-9C9E-32A368E7678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IHSM_PPT_GeneralUse_2017_4x3</Template>
  <Application>Microsoft Office PowerPoint</Application>
  <PresentationFormat>On-screen Show (4:3)</PresentationFormat>
  <Slides>16</Slides>
  <Notes>10</Notes>
  <HiddenSlides>0</HiddenSlides>
  <ScaleCrop>false</ScaleCrop>
  <HeadingPairs>
    <vt:vector size="4" baseType="variant">
      <vt:variant>
        <vt:lpstr>Theme</vt:lpstr>
      </vt:variant>
      <vt:variant>
        <vt:i4>3</vt:i4>
      </vt:variant>
      <vt:variant>
        <vt:lpstr>Slide Titles</vt:lpstr>
      </vt:variant>
      <vt:variant>
        <vt:i4>16</vt:i4>
      </vt:variant>
    </vt:vector>
  </HeadingPairs>
  <TitlesOfParts>
    <vt:vector size="19" baseType="lpstr">
      <vt:lpstr>IHSM_PPT_GeneralUse_2017_4x3</vt:lpstr>
      <vt:lpstr>Additional Layouts for Analysts—2017</vt:lpstr>
      <vt:lpstr>Theme1</vt:lpstr>
      <vt:lpstr>Kingdom SDK</vt:lpstr>
      <vt:lpstr>Kingdom SDK</vt:lpstr>
      <vt:lpstr>Vision for commercial Kingdom SDK 2018 and beyond</vt:lpstr>
      <vt:lpstr>Target Market Personas</vt:lpstr>
      <vt:lpstr>SDK vs API</vt:lpstr>
      <vt:lpstr>What is Kingdom SDK?</vt:lpstr>
      <vt:lpstr>Kingdom Data Architecture</vt:lpstr>
      <vt:lpstr>Data Access Public API</vt:lpstr>
      <vt:lpstr>Typical User Workflow</vt:lpstr>
      <vt:lpstr>Common Solutions</vt:lpstr>
      <vt:lpstr>Supported Entities</vt:lpstr>
      <vt:lpstr>Kingdom - SDK 2020 Enhancements</vt:lpstr>
      <vt:lpstr>System Requirement</vt:lpstr>
      <vt:lpstr>What’s Included</vt:lpstr>
      <vt:lpstr>Available Samples</vt:lpstr>
      <vt:lpstr>Kingdom SDK</vt:lpstr>
    </vt:vector>
  </TitlesOfParts>
  <Company>IHS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Goes Here in 1 or 2 Lines</dc:title>
  <dc:creator>Chris Williams</dc:creator>
  <cp:revision>1</cp:revision>
  <dcterms:created xsi:type="dcterms:W3CDTF">2017-03-13T15:51:58Z</dcterms:created>
  <dcterms:modified xsi:type="dcterms:W3CDTF">2025-08-13T16:17:08Z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ServerID">
    <vt:lpwstr>4c14fbaa-e118-4c03-a0c6-15a5fee77a0a</vt:lpwstr>
  </property>
  <property fmtid="{D5CDD505-2E9C-101B-9397-08002B2CF9AE}" pid="3" name="Jive_VersionGuid">
    <vt:lpwstr>541160b1-b8db-47e8-ab4e-aa1b980640f7</vt:lpwstr>
  </property>
  <property fmtid="{D5CDD505-2E9C-101B-9397-08002B2CF9AE}" pid="4" name="Offisync_ProviderInitializationData">
    <vt:lpwstr>https://mysource.ihs.com</vt:lpwstr>
  </property>
  <property fmtid="{D5CDD505-2E9C-101B-9397-08002B2CF9AE}" pid="5" name="Offisync_UpdateToken">
    <vt:lpwstr>6</vt:lpwstr>
  </property>
  <property fmtid="{D5CDD505-2E9C-101B-9397-08002B2CF9AE}" pid="6" name="Offisync_UniqueId">
    <vt:lpwstr>46137</vt:lpwstr>
  </property>
  <property fmtid="{D5CDD505-2E9C-101B-9397-08002B2CF9AE}" pid="7" name="Jive_LatestUserAccountName">
    <vt:lpwstr>KVJ53955</vt:lpwstr>
  </property>
  <property fmtid="{D5CDD505-2E9C-101B-9397-08002B2CF9AE}" pid="8" name="MSIP_Label_831f0267-8575-4fc2-99cc-f6b7f9934be9_Enabled">
    <vt:lpwstr>true</vt:lpwstr>
  </property>
  <property fmtid="{D5CDD505-2E9C-101B-9397-08002B2CF9AE}" pid="9" name="MSIP_Label_831f0267-8575-4fc2-99cc-f6b7f9934be9_SetDate">
    <vt:lpwstr>2025-08-13T15:55:46Z</vt:lpwstr>
  </property>
  <property fmtid="{D5CDD505-2E9C-101B-9397-08002B2CF9AE}" pid="10" name="MSIP_Label_831f0267-8575-4fc2-99cc-f6b7f9934be9_Method">
    <vt:lpwstr>Standard</vt:lpwstr>
  </property>
  <property fmtid="{D5CDD505-2E9C-101B-9397-08002B2CF9AE}" pid="11" name="MSIP_Label_831f0267-8575-4fc2-99cc-f6b7f9934be9_Name">
    <vt:lpwstr>831f0267-8575-4fc2-99cc-f6b7f9934be9</vt:lpwstr>
  </property>
  <property fmtid="{D5CDD505-2E9C-101B-9397-08002B2CF9AE}" pid="12" name="MSIP_Label_831f0267-8575-4fc2-99cc-f6b7f9934be9_SiteId">
    <vt:lpwstr>8f3e36ea-8039-4b40-81a7-7dc0599e8645</vt:lpwstr>
  </property>
  <property fmtid="{D5CDD505-2E9C-101B-9397-08002B2CF9AE}" pid="13" name="MSIP_Label_831f0267-8575-4fc2-99cc-f6b7f9934be9_ActionId">
    <vt:lpwstr>96b688d9-1b50-44b3-b8ab-f773536c1424</vt:lpwstr>
  </property>
  <property fmtid="{D5CDD505-2E9C-101B-9397-08002B2CF9AE}" pid="14" name="MSIP_Label_831f0267-8575-4fc2-99cc-f6b7f9934be9_ContentBits">
    <vt:lpwstr>0</vt:lpwstr>
  </property>
  <property fmtid="{D5CDD505-2E9C-101B-9397-08002B2CF9AE}" pid="15" name="MSIP_Label_831f0267-8575-4fc2-99cc-f6b7f9934be9_Tag">
    <vt:lpwstr>10, 3, 0, 1</vt:lpwstr>
  </property>
</Properties>
</file>