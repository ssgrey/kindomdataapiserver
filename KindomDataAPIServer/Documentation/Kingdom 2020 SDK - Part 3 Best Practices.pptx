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5.xml" ContentType="application/vnd.openxmlformats-officedocument.theme+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1" r:id="rId2"/>
    <p:sldMasterId id="2147483700" r:id="rId3"/>
    <p:sldMasterId id="2147483719" r:id="rId4"/>
    <p:sldMasterId id="2147483736" r:id="rId5"/>
    <p:sldMasterId id="2147483951" r:id="rId6"/>
  </p:sldMasterIdLst>
  <p:notesMasterIdLst>
    <p:notesMasterId r:id="rId40"/>
  </p:notesMasterIdLst>
  <p:handoutMasterIdLst>
    <p:handoutMasterId r:id="rId41"/>
  </p:handoutMasterIdLst>
  <p:sldIdLst>
    <p:sldId id="404" r:id="rId7"/>
    <p:sldId id="361" r:id="rId8"/>
    <p:sldId id="387" r:id="rId9"/>
    <p:sldId id="365" r:id="rId10"/>
    <p:sldId id="354" r:id="rId11"/>
    <p:sldId id="364" r:id="rId12"/>
    <p:sldId id="362" r:id="rId13"/>
    <p:sldId id="366" r:id="rId14"/>
    <p:sldId id="367" r:id="rId15"/>
    <p:sldId id="368" r:id="rId16"/>
    <p:sldId id="369" r:id="rId17"/>
    <p:sldId id="370" r:id="rId18"/>
    <p:sldId id="371" r:id="rId19"/>
    <p:sldId id="372" r:id="rId20"/>
    <p:sldId id="373" r:id="rId21"/>
    <p:sldId id="377" r:id="rId22"/>
    <p:sldId id="379" r:id="rId23"/>
    <p:sldId id="380" r:id="rId24"/>
    <p:sldId id="381" r:id="rId25"/>
    <p:sldId id="382" r:id="rId26"/>
    <p:sldId id="383" r:id="rId27"/>
    <p:sldId id="384" r:id="rId28"/>
    <p:sldId id="385" r:id="rId29"/>
    <p:sldId id="386" r:id="rId30"/>
    <p:sldId id="393" r:id="rId31"/>
    <p:sldId id="363" r:id="rId32"/>
    <p:sldId id="374" r:id="rId33"/>
    <p:sldId id="375" r:id="rId34"/>
    <p:sldId id="388" r:id="rId35"/>
    <p:sldId id="389" r:id="rId36"/>
    <p:sldId id="390" r:id="rId37"/>
    <p:sldId id="391" r:id="rId38"/>
    <p:sldId id="392"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880" userDrawn="1">
          <p15:clr>
            <a:srgbClr val="A4A3A4"/>
          </p15:clr>
        </p15:guide>
        <p15:guide id="3" orient="horz" pos="2160">
          <p15:clr>
            <a:srgbClr val="A4A3A4"/>
          </p15:clr>
        </p15:guide>
        <p15:guide id="4" orient="horz" pos="3836">
          <p15:clr>
            <a:srgbClr val="A4A3A4"/>
          </p15:clr>
        </p15:guide>
        <p15:guide id="5" orient="horz" pos="1207">
          <p15:clr>
            <a:srgbClr val="A4A3A4"/>
          </p15:clr>
        </p15:guide>
        <p15:guide id="6" orient="horz" pos="3929">
          <p15:clr>
            <a:srgbClr val="A4A3A4"/>
          </p15:clr>
        </p15:guide>
        <p15:guide id="7" pos="295">
          <p15:clr>
            <a:srgbClr val="A4A3A4"/>
          </p15:clr>
        </p15:guide>
        <p15:guide id="8" pos="546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8080"/>
    <a:srgbClr val="4B254C"/>
    <a:srgbClr val="FBB161"/>
    <a:srgbClr val="265B3F"/>
    <a:srgbClr val="FFE694"/>
    <a:srgbClr val="8F7890"/>
    <a:srgbClr val="103C68"/>
    <a:srgbClr val="C4DF9B"/>
    <a:srgbClr val="C84623"/>
    <a:srgbClr val="8DC0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F348D8D-2592-4D36-8BCA-CF58A03317E7}">
  <a:tblStyle styleId="{4F348D8D-2592-4D36-8BCA-CF58A03317E7}" styleName="IHSM Table Style">
    <a:wholeTbl>
      <a:tcTxStyle>
        <a:fontRef idx="minor"/>
        <a:schemeClr val="dk1"/>
      </a:tcTxStyle>
      <a:tcStyle>
        <a:tcBdr>
          <a:left>
            <a:ln>
              <a:noFill/>
            </a:ln>
          </a:left>
          <a:right>
            <a:ln>
              <a:noFill/>
            </a:ln>
          </a:right>
          <a:top>
            <a:ln>
              <a:noFill/>
            </a:ln>
          </a:top>
          <a:bottom>
            <a:ln>
              <a:noFill/>
            </a:ln>
          </a:bottom>
          <a:insideH>
            <a:ln>
              <a:noFill/>
            </a:ln>
          </a:insideH>
          <a:insideV>
            <a:ln>
              <a:noFill/>
            </a:ln>
          </a:insideV>
        </a:tcBdr>
      </a:tcStyle>
    </a:wholeTbl>
    <a:band1H>
      <a:tcTxStyle>
        <a:schemeClr val="dk1"/>
      </a:tcTxStyle>
      <a:tcStyle>
        <a:tcBdr/>
      </a:tcStyle>
    </a:band1H>
    <a:band2H>
      <a:tcStyle>
        <a:tcBdr/>
      </a:tcStyle>
    </a:band2H>
    <a:band1V>
      <a:tcStyle>
        <a:tcBdr/>
      </a:tcStyle>
    </a:band1V>
    <a:band2V>
      <a:tcStyle>
        <a:tcBdr/>
      </a:tcStyle>
    </a:band2V>
    <a:lastRow>
      <a:tcStyle>
        <a:tcBdr/>
      </a:tcStyle>
    </a:lastRow>
    <a:firstRow>
      <a:tcTxStyle>
        <a:fontRef idx="major"/>
        <a:schemeClr val="bg1"/>
      </a:tcTxStyle>
      <a:tcStyle>
        <a:tcBdr/>
        <a:fill>
          <a:solidFill>
            <a:srgbClr val="7F808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3841" autoAdjust="0"/>
  </p:normalViewPr>
  <p:slideViewPr>
    <p:cSldViewPr snapToObjects="1" showGuides="1">
      <p:cViewPr varScale="1">
        <p:scale>
          <a:sx n="81" d="100"/>
          <a:sy n="81" d="100"/>
        </p:scale>
        <p:origin x="804" y="26"/>
      </p:cViewPr>
      <p:guideLst>
        <p:guide pos="2880"/>
        <p:guide orient="horz" pos="2160"/>
        <p:guide orient="horz" pos="3836"/>
        <p:guide orient="horz" pos="1207"/>
        <p:guide orient="horz" pos="3929"/>
        <p:guide pos="295"/>
        <p:guide pos="5465"/>
      </p:guideLst>
    </p:cSldViewPr>
  </p:slideViewPr>
  <p:notesTextViewPr>
    <p:cViewPr>
      <p:scale>
        <a:sx n="1" d="1"/>
        <a:sy n="1" d="1"/>
      </p:scale>
      <p:origin x="0" y="0"/>
    </p:cViewPr>
  </p:notesTextViewPr>
  <p:notesViewPr>
    <p:cSldViewPr snapToObjects="1" showGuides="1">
      <p:cViewPr varScale="1">
        <p:scale>
          <a:sx n="124" d="100"/>
          <a:sy n="124" d="100"/>
        </p:scale>
        <p:origin x="4688" y="19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20" Type="http://schemas.openxmlformats.org/officeDocument/2006/relationships/slide" Target="slides/slide14.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71D080-37A6-F24B-B78D-17FAB3D256E5}" type="datetimeFigureOut">
              <a:rPr lang="en-US" smtClean="0"/>
              <a:t>8/13/2025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0039FC-807A-074E-B68E-D1B8732431AA}" type="slidenum">
              <a:rPr lang="en-US" smtClean="0"/>
              <a:t>‹#›</a:t>
            </a:fld>
            <a:endParaRPr lang="en-US"/>
          </a:p>
        </p:txBody>
      </p:sp>
    </p:spTree>
    <p:extLst>
      <p:ext uri="{BB962C8B-B14F-4D97-AF65-F5344CB8AC3E}">
        <p14:creationId xmlns:p14="http://schemas.microsoft.com/office/powerpoint/2010/main" val="5689731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484F9-5844-A041-990A-4DB2EC6CDB70}" type="datetimeFigureOut">
              <a:rPr lang="en-US" smtClean="0"/>
              <a:t>8/13/2025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4D0A5C-6B8D-8740-ACDD-A40F7FCA9420}" type="slidenum">
              <a:rPr lang="en-US" smtClean="0"/>
              <a:t>‹#›</a:t>
            </a:fld>
            <a:endParaRPr lang="en-US"/>
          </a:p>
        </p:txBody>
      </p:sp>
    </p:spTree>
    <p:extLst>
      <p:ext uri="{BB962C8B-B14F-4D97-AF65-F5344CB8AC3E}">
        <p14:creationId xmlns:p14="http://schemas.microsoft.com/office/powerpoint/2010/main" val="168839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4D0A5C-6B8D-8740-ACDD-A40F7FCA9420}" type="slidenum">
              <a:rPr lang="en-US" smtClean="0"/>
              <a:t>10</a:t>
            </a:fld>
            <a:endParaRPr lang="en-US"/>
          </a:p>
        </p:txBody>
      </p:sp>
    </p:spTree>
    <p:extLst>
      <p:ext uri="{BB962C8B-B14F-4D97-AF65-F5344CB8AC3E}">
        <p14:creationId xmlns:p14="http://schemas.microsoft.com/office/powerpoint/2010/main" val="2630244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4D0A5C-6B8D-8740-ACDD-A40F7FCA9420}" type="slidenum">
              <a:rPr lang="en-US" smtClean="0"/>
              <a:t>31</a:t>
            </a:fld>
            <a:endParaRPr lang="en-US"/>
          </a:p>
        </p:txBody>
      </p:sp>
    </p:spTree>
    <p:extLst>
      <p:ext uri="{BB962C8B-B14F-4D97-AF65-F5344CB8AC3E}">
        <p14:creationId xmlns:p14="http://schemas.microsoft.com/office/powerpoint/2010/main" val="19931271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Master" Target="../slideMasters/slideMaster5.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2.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5.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0.svg"/></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0.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0.sv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jpeg"/><Relationship Id="rId1" Type="http://schemas.openxmlformats.org/officeDocument/2006/relationships/slideMaster" Target="../slideMasters/slideMaster5.xml"/><Relationship Id="rId4" Type="http://schemas.openxmlformats.org/officeDocument/2006/relationships/image" Target="../media/image28.sv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0.svg"/></Relationships>
</file>

<file path=ppt/slideLayouts/_rels/slideLayout11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5.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5.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21.jpeg"/><Relationship Id="rId1" Type="http://schemas.openxmlformats.org/officeDocument/2006/relationships/slideMaster" Target="../slideMasters/slideMaster5.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0.sv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2.svg"/><Relationship Id="rId2" Type="http://schemas.openxmlformats.org/officeDocument/2006/relationships/image" Target="../media/image21.jpeg"/><Relationship Id="rId1" Type="http://schemas.openxmlformats.org/officeDocument/2006/relationships/slideMaster" Target="../slideMasters/slideMaster5.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5.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5.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5.xml"/><Relationship Id="rId4" Type="http://schemas.openxmlformats.org/officeDocument/2006/relationships/image" Target="../media/image10.svg"/></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4.svg"/><Relationship Id="rId7" Type="http://schemas.openxmlformats.org/officeDocument/2006/relationships/image" Target="../media/image10.svg"/><Relationship Id="rId2" Type="http://schemas.openxmlformats.org/officeDocument/2006/relationships/image" Target="../media/image13.png"/><Relationship Id="rId1" Type="http://schemas.openxmlformats.org/officeDocument/2006/relationships/slideMaster" Target="../slideMasters/slideMaster6.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2.sv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6.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10.svg"/></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0.svg"/></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0.svg"/></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0.sv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1.jpeg"/><Relationship Id="rId1" Type="http://schemas.openxmlformats.org/officeDocument/2006/relationships/slideMaster" Target="../slideMasters/slideMaster6.xml"/><Relationship Id="rId4" Type="http://schemas.openxmlformats.org/officeDocument/2006/relationships/image" Target="../media/image28.sv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0.svg"/></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6.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6.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6.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0.sv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image" Target="../media/image21.jpeg"/><Relationship Id="rId1" Type="http://schemas.openxmlformats.org/officeDocument/2006/relationships/slideMaster" Target="../slideMasters/slideMaster6.xml"/><Relationship Id="rId6" Type="http://schemas.openxmlformats.org/officeDocument/2006/relationships/image" Target="../media/image19.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0.svg"/></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2.svg"/><Relationship Id="rId2" Type="http://schemas.openxmlformats.org/officeDocument/2006/relationships/image" Target="../media/image21.jpeg"/><Relationship Id="rId1" Type="http://schemas.openxmlformats.org/officeDocument/2006/relationships/slideMaster" Target="../slideMasters/slideMaster6.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3.svg"/><Relationship Id="rId2" Type="http://schemas.openxmlformats.org/officeDocument/2006/relationships/image" Target="../media/image21.jpeg"/><Relationship Id="rId1" Type="http://schemas.openxmlformats.org/officeDocument/2006/relationships/slideMaster" Target="../slideMasters/slideMaster6.xml"/><Relationship Id="rId6" Type="http://schemas.openxmlformats.org/officeDocument/2006/relationships/image" Target="../media/image22.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8.svg"/><Relationship Id="rId2" Type="http://schemas.openxmlformats.org/officeDocument/2006/relationships/image" Target="../media/image21.jpeg"/><Relationship Id="rId1" Type="http://schemas.openxmlformats.org/officeDocument/2006/relationships/slideMaster" Target="../slideMasters/slideMaster6.xml"/><Relationship Id="rId6" Type="http://schemas.openxmlformats.org/officeDocument/2006/relationships/image" Target="../media/image17.png"/><Relationship Id="rId5" Type="http://schemas.openxmlformats.org/officeDocument/2006/relationships/image" Target="../media/image10.svg"/><Relationship Id="rId4" Type="http://schemas.openxmlformats.org/officeDocument/2006/relationships/image" Target="../media/image9.png"/></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0.svg"/></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10.svg"/></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ng"/><Relationship Id="rId1" Type="http://schemas.openxmlformats.org/officeDocument/2006/relationships/slideMaster" Target="../slideMasters/slideMaster6.xml"/><Relationship Id="rId4" Type="http://schemas.openxmlformats.org/officeDocument/2006/relationships/image" Target="../media/image10.svg"/></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0" name="Picture 1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58"/>
            <a:ext cx="9153144" cy="6864858"/>
          </a:xfrm>
          <a:prstGeom prst="rect">
            <a:avLst/>
          </a:prstGeom>
        </p:spPr>
      </p:pic>
      <p:sp>
        <p:nvSpPr>
          <p:cNvPr id="2" name="Title 1"/>
          <p:cNvSpPr>
            <a:spLocks noGrp="1"/>
          </p:cNvSpPr>
          <p:nvPr>
            <p:ph type="ctrTitle"/>
          </p:nvPr>
        </p:nvSpPr>
        <p:spPr>
          <a:xfrm>
            <a:off x="1258888" y="2035368"/>
            <a:ext cx="5388242" cy="1354217"/>
          </a:xfrm>
        </p:spPr>
        <p:txBody>
          <a:bodyPr wrap="square" anchor="b">
            <a:spAutoFit/>
          </a:bodyPr>
          <a:lstStyle>
            <a:lvl1pPr algn="l">
              <a:defRPr sz="44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258887" y="3586463"/>
            <a:ext cx="5400675" cy="246221"/>
          </a:xfrm>
        </p:spPr>
        <p:txBody>
          <a:bodyPr wrap="square">
            <a:spAutoFit/>
          </a:bodyPr>
          <a:lstStyle>
            <a:lvl1pPr marL="0" indent="0" algn="l">
              <a:buNone/>
              <a:defRPr sz="16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p:cNvSpPr txBox="1"/>
          <p:nvPr userDrawn="1"/>
        </p:nvSpPr>
        <p:spPr>
          <a:xfrm>
            <a:off x="468313" y="6621522"/>
            <a:ext cx="1899559" cy="184666"/>
          </a:xfrm>
          <a:prstGeom prst="rect">
            <a:avLst/>
          </a:prstGeom>
          <a:noFill/>
        </p:spPr>
        <p:txBody>
          <a:bodyPr wrap="none" lIns="0" r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dirty="0">
                <a:solidFill>
                  <a:srgbClr val="58595B"/>
                </a:solidFill>
                <a:latin typeface="+mn-lt"/>
              </a:rPr>
              <a:t>Confidential. © 2020 IHS </a:t>
            </a:r>
            <a:r>
              <a:rPr lang="en-US" sz="600" baseline="0" dirty="0" err="1">
                <a:solidFill>
                  <a:srgbClr val="58595B"/>
                </a:solidFill>
                <a:latin typeface="+mn-lt"/>
              </a:rPr>
              <a:t>Markit</a:t>
            </a:r>
            <a:r>
              <a:rPr lang="en-US" sz="600" baseline="30000" dirty="0" err="1">
                <a:solidFill>
                  <a:srgbClr val="58595B"/>
                </a:solidFill>
                <a:latin typeface="+mn-lt"/>
              </a:rPr>
              <a:t>TM</a:t>
            </a:r>
            <a:r>
              <a:rPr lang="en-US" sz="600" baseline="0" dirty="0">
                <a:solidFill>
                  <a:srgbClr val="58595B"/>
                </a:solidFill>
                <a:latin typeface="+mn-lt"/>
              </a:rPr>
              <a:t>. All Rights Reserved.</a:t>
            </a:r>
            <a:endParaRPr lang="en-GB" sz="600" dirty="0">
              <a:solidFill>
                <a:srgbClr val="58595B"/>
              </a:solidFill>
              <a:latin typeface="+mn-lt"/>
            </a:endParaRPr>
          </a:p>
        </p:txBody>
      </p:sp>
      <p:sp>
        <p:nvSpPr>
          <p:cNvPr id="6" name="Text Placeholder 5"/>
          <p:cNvSpPr>
            <a:spLocks noGrp="1"/>
          </p:cNvSpPr>
          <p:nvPr>
            <p:ph type="body" sz="quarter" idx="11"/>
          </p:nvPr>
        </p:nvSpPr>
        <p:spPr>
          <a:xfrm>
            <a:off x="1258888" y="3918160"/>
            <a:ext cx="3314965" cy="184666"/>
          </a:xfrm>
        </p:spPr>
        <p:txBody>
          <a:bodyPr wrap="square">
            <a:spAutoFit/>
          </a:bodyPr>
          <a:lstStyle>
            <a:lvl1pPr marL="0" indent="0">
              <a:buNone/>
              <a:defRPr sz="1200"/>
            </a:lvl1pPr>
          </a:lstStyle>
          <a:p>
            <a:pPr lvl="0"/>
            <a:r>
              <a:rPr lang="en-US"/>
              <a:t>Edit Master text styles</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912" y="421746"/>
            <a:ext cx="3023616" cy="1219200"/>
          </a:xfrm>
          <a:prstGeom prst="rect">
            <a:avLst/>
          </a:prstGeom>
        </p:spPr>
      </p:pic>
    </p:spTree>
    <p:extLst>
      <p:ext uri="{BB962C8B-B14F-4D97-AF65-F5344CB8AC3E}">
        <p14:creationId xmlns:p14="http://schemas.microsoft.com/office/powerpoint/2010/main" val="915173020"/>
      </p:ext>
    </p:extLst>
  </p:cSld>
  <p:clrMapOvr>
    <a:masterClrMapping/>
  </p:clrMapOvr>
  <p:extLst>
    <p:ext uri="{DCECCB84-F9BA-43D5-87BE-67443E8EF086}">
      <p15:sldGuideLst xmlns:p15="http://schemas.microsoft.com/office/powerpoint/2012/main">
        <p15:guide id="1" pos="80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2"/>
            <a:ext cx="8207375" cy="4321176"/>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3"/>
            <a:ext cx="8207375" cy="4321175"/>
          </a:xfrm>
        </p:spPr>
        <p:txBody>
          <a:bodyPr/>
          <a:lstStyle/>
          <a:p>
            <a:pPr lvl="0"/>
            <a:r>
              <a:rPr lang="en-US"/>
              <a:t>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Edit Master text styles</a:t>
            </a:r>
          </a:p>
        </p:txBody>
      </p:sp>
    </p:spTree>
    <p:extLst>
      <p:ext uri="{BB962C8B-B14F-4D97-AF65-F5344CB8AC3E}">
        <p14:creationId xmlns:p14="http://schemas.microsoft.com/office/powerpoint/2010/main" val="17485306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68313" y="2961683"/>
            <a:ext cx="5971175" cy="461665"/>
          </a:xfrm>
        </p:spPr>
        <p:txBody>
          <a:bodyPr wrap="square" anchor="b">
            <a:spAutoFit/>
          </a:bodyPr>
          <a:lstStyle>
            <a:lvl1pPr>
              <a:lnSpc>
                <a:spcPct val="100000"/>
              </a:lnSpc>
              <a:defRPr sz="30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16" name="TextBox 15"/>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bg1"/>
                </a:solidFill>
              </a:rPr>
              <a:t>Confidential. © 2017 IHS </a:t>
            </a:r>
            <a:r>
              <a:rPr lang="en-US" sz="600" dirty="0" err="1">
                <a:solidFill>
                  <a:schemeClr val="bg1"/>
                </a:solidFill>
              </a:rPr>
              <a:t>Markit</a:t>
            </a:r>
            <a:r>
              <a:rPr lang="en-US" sz="600" baseline="30000" dirty="0" err="1">
                <a:solidFill>
                  <a:schemeClr val="bg1"/>
                </a:solidFill>
              </a:rPr>
              <a:t>TM</a:t>
            </a:r>
            <a:r>
              <a:rPr lang="en-US" sz="600" dirty="0">
                <a:solidFill>
                  <a:schemeClr val="bg1"/>
                </a:solidFill>
              </a:rPr>
              <a:t>. All Rights Reserved.</a:t>
            </a: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1759007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 whit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47031" y="2961683"/>
            <a:ext cx="5971175" cy="461665"/>
          </a:xfrm>
        </p:spPr>
        <p:txBody>
          <a:bodyPr wrap="square" anchor="b">
            <a:spAutoFit/>
          </a:bodyPr>
          <a:lstStyle>
            <a:lvl1pPr>
              <a:lnSpc>
                <a:spcPct val="100000"/>
              </a:lnSpc>
              <a:defRPr sz="300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p:cNvSpPr>
            <a:spLocks noGrp="1"/>
          </p:cNvSpPr>
          <p:nvPr>
            <p:ph type="sldNum" sz="quarter" idx="12"/>
          </p:nvPr>
        </p:nvSpPr>
        <p:spPr>
          <a:xfrm>
            <a:off x="8263830" y="270195"/>
            <a:ext cx="411858" cy="153888"/>
          </a:xfrm>
        </p:spPr>
        <p:txBody>
          <a:bodyPr/>
          <a:lstStyle>
            <a:lvl1pPr>
              <a:defRPr>
                <a:solidFill>
                  <a:schemeClr val="tx2"/>
                </a:solidFill>
              </a:defRPr>
            </a:lvl1pPr>
          </a:lstStyle>
          <a:p>
            <a:fld id="{4704619B-9823-F845-874B-2390AC991BC7}" type="slidenum">
              <a:rPr lang="en-US" smtClean="0"/>
              <a:pPr/>
              <a:t>‹#›</a:t>
            </a:fld>
            <a:endParaRPr lang="en-US"/>
          </a:p>
        </p:txBody>
      </p:sp>
      <p:sp>
        <p:nvSpPr>
          <p:cNvPr id="12" name="TextBox 11"/>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a:t>
            </a:r>
            <a:r>
              <a:rPr lang="en-US" sz="600" dirty="0" err="1">
                <a:solidFill>
                  <a:schemeClr val="tx2"/>
                </a:solidFill>
              </a:rPr>
              <a:t>Markit</a:t>
            </a:r>
            <a:r>
              <a:rPr lang="en-US" sz="600" baseline="30000" dirty="0" err="1">
                <a:solidFill>
                  <a:schemeClr val="tx2"/>
                </a:solidFill>
              </a:rPr>
              <a:t>TM</a:t>
            </a:r>
            <a:r>
              <a:rPr lang="en-US" sz="600" dirty="0">
                <a:solidFill>
                  <a:schemeClr val="tx2"/>
                </a:solidFill>
              </a:rPr>
              <a:t>. All Rights Reserved.</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5111" y="41896"/>
            <a:ext cx="1499616" cy="609600"/>
          </a:xfrm>
          <a:prstGeom prst="rect">
            <a:avLst/>
          </a:prstGeom>
        </p:spPr>
      </p:pic>
    </p:spTree>
    <p:extLst>
      <p:ext uri="{BB962C8B-B14F-4D97-AF65-F5344CB8AC3E}">
        <p14:creationId xmlns:p14="http://schemas.microsoft.com/office/powerpoint/2010/main" val="1276073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68313" y="1916113"/>
            <a:ext cx="3959225" cy="4160838"/>
          </a:xfrm>
        </p:spPr>
        <p:txBody>
          <a:bodyPr/>
          <a:lstStyle/>
          <a:p>
            <a:pPr lvl="0"/>
            <a:r>
              <a:rPr lang="en-US"/>
              <a:t>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716463" y="1916113"/>
            <a:ext cx="3959226" cy="4176712"/>
          </a:xfrm>
        </p:spPr>
        <p:txBody>
          <a:bodyPr/>
          <a:lstStyle/>
          <a:p>
            <a:pPr lvl="0"/>
            <a:r>
              <a:rPr lang="en-US"/>
              <a:t>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1377184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8312" y="1916113"/>
            <a:ext cx="3959225" cy="4176712"/>
          </a:xfrm>
        </p:spPr>
        <p:txBody>
          <a:bodyPr/>
          <a:lstStyle/>
          <a:p>
            <a:pPr lvl="0"/>
            <a:r>
              <a:rPr lang="en-US"/>
              <a:t>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4716463" y="1916113"/>
            <a:ext cx="3959225" cy="4176712"/>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7" name="Text Placeholder 2"/>
          <p:cNvSpPr>
            <a:spLocks noGrp="1"/>
          </p:cNvSpPr>
          <p:nvPr>
            <p:ph type="body" idx="1"/>
          </p:nvPr>
        </p:nvSpPr>
        <p:spPr>
          <a:xfrm>
            <a:off x="468313" y="1389887"/>
            <a:ext cx="820737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764034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38988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2" y="1916113"/>
            <a:ext cx="3959225" cy="4176713"/>
          </a:xfrm>
        </p:spPr>
        <p:txBody>
          <a:body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38988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16463" y="1916113"/>
            <a:ext cx="3959225" cy="4176712"/>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1" name="Title 1"/>
          <p:cNvSpPr>
            <a:spLocks noGrp="1"/>
          </p:cNvSpPr>
          <p:nvPr>
            <p:ph type="title"/>
          </p:nvPr>
        </p:nvSpPr>
        <p:spPr>
          <a:xfrm>
            <a:off x="468313" y="961012"/>
            <a:ext cx="3959226" cy="370800"/>
          </a:xfrm>
        </p:spPr>
        <p:txBody>
          <a:bodyPr/>
          <a:lstStyle/>
          <a:p>
            <a:r>
              <a:rPr lang="en-US"/>
              <a:t>Click to edit Master title style</a:t>
            </a:r>
            <a:endParaRPr lang="en-US" dirty="0"/>
          </a:p>
        </p:txBody>
      </p:sp>
      <p:sp>
        <p:nvSpPr>
          <p:cNvPr id="8"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Edit Master text styles</a:t>
            </a:r>
          </a:p>
        </p:txBody>
      </p:sp>
    </p:spTree>
    <p:extLst>
      <p:ext uri="{BB962C8B-B14F-4D97-AF65-F5344CB8AC3E}">
        <p14:creationId xmlns:p14="http://schemas.microsoft.com/office/powerpoint/2010/main" val="2098995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2"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5" cy="3816351"/>
          </a:xfrm>
        </p:spPr>
        <p:txBody>
          <a:bodyPr/>
          <a:lstStyle/>
          <a:p>
            <a:pPr lvl="0"/>
            <a:r>
              <a:rPr lang="en-US"/>
              <a:t>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16463" y="2276475"/>
            <a:ext cx="3959225"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1" name="Title 1"/>
          <p:cNvSpPr>
            <a:spLocks noGrp="1"/>
          </p:cNvSpPr>
          <p:nvPr>
            <p:ph type="title"/>
          </p:nvPr>
        </p:nvSpPr>
        <p:spPr>
          <a:xfrm>
            <a:off x="468313" y="961012"/>
            <a:ext cx="3959226" cy="370800"/>
          </a:xfrm>
        </p:spPr>
        <p:txBody>
          <a:bodyPr/>
          <a:lstStyle/>
          <a:p>
            <a:r>
              <a:rPr lang="en-US"/>
              <a:t>Click to edit Master title style</a:t>
            </a:r>
            <a:endParaRPr lang="en-US" dirty="0"/>
          </a:p>
        </p:txBody>
      </p:sp>
      <p:sp>
        <p:nvSpPr>
          <p:cNvPr id="12"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Edit Master text styles</a:t>
            </a:r>
          </a:p>
        </p:txBody>
      </p:sp>
    </p:spTree>
    <p:extLst>
      <p:ext uri="{BB962C8B-B14F-4D97-AF65-F5344CB8AC3E}">
        <p14:creationId xmlns:p14="http://schemas.microsoft.com/office/powerpoint/2010/main" val="8227113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8" name="Chart Placeholder 7"/>
          <p:cNvSpPr>
            <a:spLocks noGrp="1"/>
          </p:cNvSpPr>
          <p:nvPr>
            <p:ph type="chart" sz="quarter" idx="13"/>
          </p:nvPr>
        </p:nvSpPr>
        <p:spPr>
          <a:xfrm>
            <a:off x="4716463" y="962025"/>
            <a:ext cx="3959225" cy="5130800"/>
          </a:xfrm>
        </p:spPr>
        <p:txBody>
          <a:bodyPr/>
          <a:lstStyle>
            <a:lvl1pPr marL="0" indent="0">
              <a:buNone/>
              <a:defRPr cap="all" baseline="0"/>
            </a:lvl1pPr>
          </a:lstStyle>
          <a:p>
            <a:r>
              <a:rPr lang="en-US"/>
              <a:t>Click icon to add chart</a:t>
            </a:r>
            <a:endParaRPr lang="en-US" dirty="0"/>
          </a:p>
        </p:txBody>
      </p:sp>
      <p:sp>
        <p:nvSpPr>
          <p:cNvPr id="7"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7805144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Page Char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Edit Master text styles</a:t>
            </a:r>
          </a:p>
        </p:txBody>
      </p:sp>
      <p:sp>
        <p:nvSpPr>
          <p:cNvPr id="7" name="Chart Placeholder 7"/>
          <p:cNvSpPr>
            <a:spLocks noGrp="1"/>
          </p:cNvSpPr>
          <p:nvPr>
            <p:ph type="chart" sz="quarter" idx="14"/>
          </p:nvPr>
        </p:nvSpPr>
        <p:spPr>
          <a:xfrm>
            <a:off x="468313" y="1916113"/>
            <a:ext cx="8207375" cy="4176712"/>
          </a:xfrm>
        </p:spPr>
        <p:txBody>
          <a:bodyPr/>
          <a:lstStyle>
            <a:lvl1pPr marL="0" indent="0">
              <a:buNone/>
              <a:defRPr cap="all" baseline="0"/>
            </a:lvl1pPr>
          </a:lstStyle>
          <a:p>
            <a:r>
              <a:rPr lang="en-US"/>
              <a:t>Click icon to add chart</a:t>
            </a:r>
            <a:endParaRPr lang="en-US" dirty="0"/>
          </a:p>
        </p:txBody>
      </p:sp>
      <p:sp>
        <p:nvSpPr>
          <p:cNvPr id="14"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2054452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Tab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Edit Master text styles</a:t>
            </a:r>
          </a:p>
        </p:txBody>
      </p:sp>
      <p:sp>
        <p:nvSpPr>
          <p:cNvPr id="3" name="Table Placeholder 2"/>
          <p:cNvSpPr>
            <a:spLocks noGrp="1"/>
          </p:cNvSpPr>
          <p:nvPr>
            <p:ph type="tbl" sz="quarter" idx="14"/>
          </p:nvPr>
        </p:nvSpPr>
        <p:spPr>
          <a:xfrm>
            <a:off x="468313" y="1916113"/>
            <a:ext cx="8207375" cy="4176712"/>
          </a:xfrm>
        </p:spPr>
        <p:txBody>
          <a:bodyPr/>
          <a:lstStyle/>
          <a:p>
            <a:r>
              <a:rPr lang="en-US"/>
              <a:t>Click icon to add table</a:t>
            </a:r>
          </a:p>
        </p:txBody>
      </p:sp>
      <p:sp>
        <p:nvSpPr>
          <p:cNvPr id="9"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22632867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2" y="2276476"/>
            <a:ext cx="3959225" cy="3673475"/>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7" name="Picture Placeholder 6"/>
          <p:cNvSpPr>
            <a:spLocks noGrp="1"/>
          </p:cNvSpPr>
          <p:nvPr>
            <p:ph type="pic" sz="quarter" idx="13"/>
          </p:nvPr>
        </p:nvSpPr>
        <p:spPr>
          <a:xfrm>
            <a:off x="4716462" y="962025"/>
            <a:ext cx="3959225" cy="4987925"/>
          </a:xfrm>
          <a:solidFill>
            <a:schemeClr val="bg1">
              <a:lumMod val="95000"/>
            </a:schemeClr>
          </a:solidFill>
        </p:spPr>
        <p:txBody>
          <a:bodyPr/>
          <a:lstStyle>
            <a:lvl1pPr marL="0" indent="0">
              <a:buNone/>
              <a:defRPr cap="all" baseline="0"/>
            </a:lvl1pPr>
          </a:lstStyle>
          <a:p>
            <a:r>
              <a:rPr lang="en-US"/>
              <a:t>Click icon to add picture</a:t>
            </a:r>
          </a:p>
        </p:txBody>
      </p:sp>
      <p:sp>
        <p:nvSpPr>
          <p:cNvPr id="10" name="Text Placeholder 2"/>
          <p:cNvSpPr>
            <a:spLocks noGrp="1"/>
          </p:cNvSpPr>
          <p:nvPr>
            <p:ph type="body" idx="14" hasCustomPrompt="1"/>
          </p:nvPr>
        </p:nvSpPr>
        <p:spPr>
          <a:xfrm>
            <a:off x="4582636" y="6076951"/>
            <a:ext cx="4200699" cy="153888"/>
          </a:xfrm>
        </p:spPr>
        <p:txBody>
          <a:bodyPr wrap="square" anchor="t" anchorCtr="0">
            <a:spAutoFit/>
          </a:bodyPr>
          <a:lstStyle>
            <a:lvl1pPr marL="0" indent="0">
              <a:buNone/>
              <a:defRPr sz="10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14207946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 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a:t>Click icon to add picture</a:t>
            </a:r>
          </a:p>
        </p:txBody>
      </p:sp>
      <p:sp>
        <p:nvSpPr>
          <p:cNvPr id="6" name="Rectangle 5"/>
          <p:cNvSpPr/>
          <p:nvPr userDrawn="1"/>
        </p:nvSpPr>
        <p:spPr>
          <a:xfrm>
            <a:off x="0" y="685800"/>
            <a:ext cx="4572000" cy="61722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0" name="TextBox 9"/>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a:t>
            </a:r>
            <a:r>
              <a:rPr lang="en-US" sz="600" dirty="0" err="1">
                <a:solidFill>
                  <a:schemeClr val="tx2"/>
                </a:solidFill>
              </a:rPr>
              <a:t>Markit</a:t>
            </a:r>
            <a:r>
              <a:rPr lang="en-US" sz="600" baseline="30000" dirty="0" err="1">
                <a:solidFill>
                  <a:schemeClr val="tx2"/>
                </a:solidFill>
              </a:rPr>
              <a:t>TM</a:t>
            </a:r>
            <a:r>
              <a:rPr lang="en-US" sz="600" dirty="0">
                <a:solidFill>
                  <a:schemeClr val="tx2"/>
                </a:solidFill>
              </a:rPr>
              <a:t>. All Rights Reserved.</a:t>
            </a:r>
          </a:p>
        </p:txBody>
      </p:sp>
      <p:sp>
        <p:nvSpPr>
          <p:cNvPr id="11"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343987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a:t>Click icon to add picture</a:t>
            </a:r>
          </a:p>
        </p:txBody>
      </p:sp>
      <p:sp>
        <p:nvSpPr>
          <p:cNvPr id="6" name="Rectangle 5"/>
          <p:cNvSpPr/>
          <p:nvPr userDrawn="1"/>
        </p:nvSpPr>
        <p:spPr>
          <a:xfrm>
            <a:off x="0" y="3311747"/>
            <a:ext cx="9144000" cy="308215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2" name="Title 1"/>
          <p:cNvSpPr>
            <a:spLocks noGrp="1"/>
          </p:cNvSpPr>
          <p:nvPr>
            <p:ph type="title"/>
          </p:nvPr>
        </p:nvSpPr>
        <p:spPr>
          <a:xfrm>
            <a:off x="468313" y="3700498"/>
            <a:ext cx="8207376" cy="370800"/>
          </a:xfrm>
        </p:spPr>
        <p:txBody>
          <a:bodyPr wrap="square" anchor="t"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468313" y="4127212"/>
            <a:ext cx="8207375" cy="246221"/>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68313" y="4590290"/>
            <a:ext cx="8207375" cy="1110751"/>
          </a:xfrm>
        </p:spPr>
        <p:txBody>
          <a:bodyPr/>
          <a:lstStyle>
            <a:lvl1pPr marL="0" indent="0">
              <a:buNone/>
              <a:defRPr/>
            </a:lvl1pPr>
          </a:lstStyle>
          <a:p>
            <a:pPr lvl="0"/>
            <a:r>
              <a:rPr lang="en-US"/>
              <a:t>Edit Master text styles</a:t>
            </a:r>
          </a:p>
        </p:txBody>
      </p:sp>
      <p:sp>
        <p:nvSpPr>
          <p:cNvPr id="10" name="TextBox 9"/>
          <p:cNvSpPr txBox="1"/>
          <p:nvPr userDrawn="1"/>
        </p:nvSpPr>
        <p:spPr>
          <a:xfrm>
            <a:off x="468313" y="6621522"/>
            <a:ext cx="1899559" cy="184666"/>
          </a:xfrm>
          <a:prstGeom prst="rect">
            <a:avLst/>
          </a:prstGeom>
          <a:noFill/>
        </p:spPr>
        <p:txBody>
          <a:bodyPr wrap="none" lIns="0" rIns="0" rtlCol="0">
            <a:spAutoFit/>
          </a:bodyPr>
          <a:lstStyle/>
          <a:p>
            <a:r>
              <a:rPr lang="en-US" sz="600" dirty="0">
                <a:solidFill>
                  <a:schemeClr val="tx2"/>
                </a:solidFill>
              </a:rPr>
              <a:t>Confidential. © 2017 IHS </a:t>
            </a:r>
            <a:r>
              <a:rPr lang="en-US" sz="600" dirty="0" err="1">
                <a:solidFill>
                  <a:schemeClr val="tx2"/>
                </a:solidFill>
              </a:rPr>
              <a:t>Markit</a:t>
            </a:r>
            <a:r>
              <a:rPr lang="en-US" sz="600" baseline="30000" dirty="0" err="1">
                <a:solidFill>
                  <a:schemeClr val="tx2"/>
                </a:solidFill>
              </a:rPr>
              <a:t>TM</a:t>
            </a:r>
            <a:r>
              <a:rPr lang="en-US" sz="600" dirty="0">
                <a:solidFill>
                  <a:schemeClr val="tx2"/>
                </a:solidFill>
              </a:rPr>
              <a:t>. All Rights Reserved.</a:t>
            </a:r>
          </a:p>
        </p:txBody>
      </p:sp>
    </p:spTree>
    <p:extLst>
      <p:ext uri="{BB962C8B-B14F-4D97-AF65-F5344CB8AC3E}">
        <p14:creationId xmlns:p14="http://schemas.microsoft.com/office/powerpoint/2010/main" val="1858246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1330477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1736500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blic Use Disclaimer">
    <p:spTree>
      <p:nvGrpSpPr>
        <p:cNvPr id="1" name=""/>
        <p:cNvGrpSpPr/>
        <p:nvPr/>
      </p:nvGrpSpPr>
      <p:grpSpPr>
        <a:xfrm>
          <a:off x="0" y="0"/>
          <a:ext cx="0" cy="0"/>
          <a:chOff x="0" y="0"/>
          <a:chExt cx="0" cy="0"/>
        </a:xfrm>
      </p:grpSpPr>
      <p:sp>
        <p:nvSpPr>
          <p:cNvPr id="13" name="TextBox 12"/>
          <p:cNvSpPr txBox="1"/>
          <p:nvPr userDrawn="1"/>
        </p:nvSpPr>
        <p:spPr>
          <a:xfrm>
            <a:off x="468313" y="4005064"/>
            <a:ext cx="8207375" cy="792088"/>
          </a:xfrm>
          <a:prstGeom prst="rect">
            <a:avLst/>
          </a:prstGeom>
          <a:noFill/>
        </p:spPr>
        <p:txBody>
          <a:bodyPr wrap="square" lIns="0" tIns="0" rIns="468000" bIns="0" rtlCol="0">
            <a:noAutofit/>
          </a:bodyPr>
          <a:lstStyle/>
          <a:p>
            <a:pPr marL="0" indent="0">
              <a:lnSpc>
                <a:spcPct val="120000"/>
              </a:lnSpc>
              <a:spcAft>
                <a:spcPts val="200"/>
              </a:spcAft>
            </a:pPr>
            <a:r>
              <a:rPr lang="en-GB" sz="1100" b="0" dirty="0">
                <a:solidFill>
                  <a:schemeClr val="accent1"/>
                </a:solidFill>
                <a:latin typeface="+mn-lt"/>
                <a:cs typeface="Arial" pitchFamily="34" charset="0"/>
              </a:rPr>
              <a:t>IHS Markit</a:t>
            </a:r>
            <a:r>
              <a:rPr lang="en-GB" sz="1100" b="0" baseline="0" dirty="0">
                <a:solidFill>
                  <a:schemeClr val="accent1"/>
                </a:solidFill>
                <a:latin typeface="+mn-lt"/>
                <a:cs typeface="Arial" pitchFamily="34" charset="0"/>
              </a:rPr>
              <a:t> </a:t>
            </a:r>
            <a:r>
              <a:rPr lang="en-GB" sz="1100" b="0" dirty="0">
                <a:solidFill>
                  <a:schemeClr val="accent1"/>
                </a:solidFill>
                <a:latin typeface="+mn-lt"/>
                <a:cs typeface="Arial" pitchFamily="34" charset="0"/>
              </a:rPr>
              <a:t>Customer Care</a:t>
            </a:r>
          </a:p>
          <a:p>
            <a:pPr marL="0" indent="-108000">
              <a:lnSpc>
                <a:spcPct val="120000"/>
              </a:lnSpc>
              <a:buFont typeface="Arial" pitchFamily="34" charset="0"/>
              <a:buNone/>
            </a:pPr>
            <a:r>
              <a:rPr lang="en-GB" sz="800" b="0" dirty="0">
                <a:solidFill>
                  <a:schemeClr val="tx1"/>
                </a:solidFill>
                <a:latin typeface="+mn-lt"/>
                <a:cs typeface="Arial" pitchFamily="34" charset="0"/>
              </a:rPr>
              <a:t>CustomerCare@ihsmarkit.com</a:t>
            </a:r>
          </a:p>
          <a:p>
            <a:pPr marL="0" indent="-108000">
              <a:lnSpc>
                <a:spcPct val="120000"/>
              </a:lnSpc>
              <a:buFont typeface="Arial" pitchFamily="34" charset="0"/>
              <a:buNone/>
            </a:pPr>
            <a:r>
              <a:rPr lang="en-GB" sz="800" b="0" dirty="0">
                <a:solidFill>
                  <a:schemeClr val="tx1"/>
                </a:solidFill>
                <a:latin typeface="+mn-lt"/>
                <a:cs typeface="Arial" pitchFamily="34" charset="0"/>
              </a:rPr>
              <a:t>Americas:</a:t>
            </a:r>
            <a:r>
              <a:rPr lang="ru-RU" sz="800" b="0" dirty="0">
                <a:solidFill>
                  <a:schemeClr val="tx1"/>
                </a:solidFill>
                <a:latin typeface="+mn-lt"/>
                <a:cs typeface="Arial" pitchFamily="34" charset="0"/>
              </a:rPr>
              <a:t> +</a:t>
            </a:r>
            <a:r>
              <a:rPr lang="en-GB" sz="800" b="0" dirty="0">
                <a:solidFill>
                  <a:schemeClr val="tx1"/>
                </a:solidFill>
                <a:latin typeface="+mn-lt"/>
                <a:cs typeface="Arial" pitchFamily="34" charset="0"/>
              </a:rPr>
              <a:t>1 800 IHS CARE (+1 800 447 2273)</a:t>
            </a:r>
          </a:p>
          <a:p>
            <a:pPr marL="0" indent="-108000">
              <a:lnSpc>
                <a:spcPct val="120000"/>
              </a:lnSpc>
              <a:buFont typeface="Arial" pitchFamily="34" charset="0"/>
              <a:buNone/>
            </a:pPr>
            <a:r>
              <a:rPr lang="en-GB" sz="800" b="0" baseline="0" dirty="0">
                <a:solidFill>
                  <a:schemeClr val="tx1"/>
                </a:solidFill>
                <a:latin typeface="+mn-lt"/>
                <a:cs typeface="Arial" pitchFamily="34" charset="0"/>
              </a:rPr>
              <a:t>Europe, Middle East, and Africa: </a:t>
            </a:r>
            <a:r>
              <a:rPr lang="en-GB" sz="800" b="0" dirty="0">
                <a:solidFill>
                  <a:schemeClr val="tx1"/>
                </a:solidFill>
                <a:latin typeface="+mn-lt"/>
                <a:cs typeface="Arial" pitchFamily="34" charset="0"/>
              </a:rPr>
              <a:t>+44 (0) 1344 328 300</a:t>
            </a:r>
          </a:p>
          <a:p>
            <a:pPr marL="0" indent="-108000">
              <a:lnSpc>
                <a:spcPct val="120000"/>
              </a:lnSpc>
              <a:buFont typeface="Arial" pitchFamily="34" charset="0"/>
              <a:buNone/>
            </a:pPr>
            <a:r>
              <a:rPr lang="en-GB" sz="800" b="0" dirty="0">
                <a:solidFill>
                  <a:schemeClr val="tx1"/>
                </a:solidFill>
                <a:latin typeface="+mn-lt"/>
                <a:cs typeface="Arial" pitchFamily="34" charset="0"/>
              </a:rPr>
              <a:t>Asia and the Pacific Rim: +604</a:t>
            </a:r>
            <a:r>
              <a:rPr lang="en-GB" sz="800" b="0" baseline="0" dirty="0">
                <a:solidFill>
                  <a:schemeClr val="tx1"/>
                </a:solidFill>
                <a:latin typeface="+mn-lt"/>
                <a:cs typeface="Arial" pitchFamily="34" charset="0"/>
              </a:rPr>
              <a:t> 291 3600</a:t>
            </a:r>
            <a:endParaRPr lang="en-GB" sz="800" b="0" dirty="0">
              <a:solidFill>
                <a:schemeClr val="tx1"/>
              </a:solidFill>
              <a:latin typeface="+mn-lt"/>
              <a:cs typeface="Arial" pitchFamily="34" charset="0"/>
            </a:endParaRPr>
          </a:p>
        </p:txBody>
      </p:sp>
      <p:sp>
        <p:nvSpPr>
          <p:cNvPr id="14" name="Line 25"/>
          <p:cNvSpPr>
            <a:spLocks noChangeShapeType="1"/>
          </p:cNvSpPr>
          <p:nvPr userDrawn="1"/>
        </p:nvSpPr>
        <p:spPr bwMode="auto">
          <a:xfrm>
            <a:off x="468313" y="5013176"/>
            <a:ext cx="8207375" cy="0"/>
          </a:xfrm>
          <a:prstGeom prst="line">
            <a:avLst/>
          </a:prstGeom>
          <a:noFill/>
          <a:ln w="6350">
            <a:solidFill>
              <a:schemeClr val="accent1"/>
            </a:solidFill>
            <a:round/>
            <a:headEnd/>
            <a:tailEnd/>
          </a:ln>
        </p:spPr>
        <p:txBody>
          <a:bodyPr/>
          <a:lstStyle/>
          <a:p>
            <a:endParaRPr lang="en-US" dirty="0"/>
          </a:p>
        </p:txBody>
      </p:sp>
      <p:sp>
        <p:nvSpPr>
          <p:cNvPr id="7" name="TextBox 6"/>
          <p:cNvSpPr txBox="1"/>
          <p:nvPr userDrawn="1"/>
        </p:nvSpPr>
        <p:spPr>
          <a:xfrm>
            <a:off x="468313" y="5157192"/>
            <a:ext cx="4823767" cy="1125335"/>
          </a:xfrm>
          <a:prstGeom prst="rect">
            <a:avLst/>
          </a:prstGeom>
          <a:noFill/>
        </p:spPr>
        <p:txBody>
          <a:bodyPr wrap="square" lIns="0" tIns="0" rIns="0" bIns="0" rtlCol="0" anchor="b">
            <a:noAutofit/>
          </a:bodyPr>
          <a:lstStyle/>
          <a:p>
            <a:pPr algn="l">
              <a:spcAft>
                <a:spcPts val="200"/>
              </a:spcAft>
            </a:pPr>
            <a:r>
              <a:rPr lang="en-US" sz="700" b="1" dirty="0">
                <a:solidFill>
                  <a:srgbClr val="00AB4E"/>
                </a:solidFill>
                <a:latin typeface="+mn-lt"/>
                <a:cs typeface="Arial" pitchFamily="34" charset="0"/>
              </a:rPr>
              <a:t>Disclaimer</a:t>
            </a:r>
            <a:endParaRPr lang="en-US" sz="500" b="1" dirty="0">
              <a:solidFill>
                <a:srgbClr val="00AB4E"/>
              </a:solidFill>
              <a:latin typeface="+mn-lt"/>
              <a:cs typeface="Arial" pitchFamily="34" charset="0"/>
            </a:endParaRPr>
          </a:p>
          <a:p>
            <a:pPr algn="l"/>
            <a:r>
              <a:rPr lang="en-US" sz="500" dirty="0">
                <a:solidFill>
                  <a:schemeClr val="tx1"/>
                </a:solidFill>
                <a:latin typeface="+mn-lt"/>
                <a:cs typeface="Arial" pitchFamily="34" charset="0"/>
              </a:rPr>
              <a:t>The information contained in this presentation is confidential. Any unauthorized use, disclosure, reproduction, or dissemination, in full or in part, in any media or by any means, without the prior written permission of IHS Markit Ltd. or any of its affiliates ("IHS Markit") is strictly prohibited. IHS Markit owns all IHS Markit logos and trade names contained in this presentation that are subject to license. Opinions, statements, estimates, and projections in this presentation (including other media) are solely those of the individual author(s) at the time of writing and do not necessarily reflect the opinions of IHS Markit. Neither IHS Markit nor the author(s) has any obligation to update this presentation in the event that any content, opinion, statement, estimate,</a:t>
            </a:r>
            <a:r>
              <a:rPr lang="en-US" sz="500" baseline="0" dirty="0">
                <a:solidFill>
                  <a:schemeClr val="tx1"/>
                </a:solidFill>
                <a:latin typeface="+mn-lt"/>
                <a:cs typeface="Arial" pitchFamily="34" charset="0"/>
              </a:rPr>
              <a:t> </a:t>
            </a:r>
            <a:r>
              <a:rPr lang="en-US" sz="500" dirty="0">
                <a:solidFill>
                  <a:schemeClr val="tx1"/>
                </a:solidFill>
                <a:latin typeface="+mn-lt"/>
                <a:cs typeface="Arial" pitchFamily="34" charset="0"/>
              </a:rPr>
              <a:t>or projection (collectively, "information") changes or subsequently becomes inaccurate. IHS Markit makes no warranty, expressed or implied, as to the accuracy, completeness, or timeliness of any information in this presentation, and shall not in any way be liable to any recipient for any inaccuracies or omissions. Without limiting the foregoing, IHS Markit shall have no liability whatsoever to any recipient, whether in contract, in tort (including negligence), under warranty, under statute or otherwise, in respect of any loss or damage suffered by any recipient as a result of or in connection with any information provided, or any course of action determined, by it or any third party, whether or not based on any information provided. The inclusion of a link to an external website by IHS Markit should not be understood to be an endorsement of that website or the site's owners (or their products/services). IHS Markit is not responsible for either the content or output of external websites. Copyright © 2017, IHS </a:t>
            </a:r>
            <a:r>
              <a:rPr lang="en-US" sz="500" dirty="0" err="1">
                <a:solidFill>
                  <a:schemeClr val="tx1"/>
                </a:solidFill>
                <a:latin typeface="+mn-lt"/>
                <a:cs typeface="Arial" pitchFamily="34" charset="0"/>
              </a:rPr>
              <a:t>Markit</a:t>
            </a:r>
            <a:r>
              <a:rPr lang="en-US" sz="500" baseline="30000" dirty="0" err="1">
                <a:solidFill>
                  <a:schemeClr val="tx1"/>
                </a:solidFill>
                <a:latin typeface="+mn-lt"/>
                <a:cs typeface="Arial" pitchFamily="34" charset="0"/>
              </a:rPr>
              <a:t>TM</a:t>
            </a:r>
            <a:r>
              <a:rPr lang="en-US" sz="500" dirty="0">
                <a:solidFill>
                  <a:schemeClr val="tx1"/>
                </a:solidFill>
                <a:latin typeface="+mn-lt"/>
                <a:cs typeface="Arial" pitchFamily="34" charset="0"/>
              </a:rPr>
              <a:t>. All rights reserved and all intellectual property rights are retained by IHS Markit. </a:t>
            </a:r>
          </a:p>
          <a:p>
            <a:pPr algn="l"/>
            <a:endParaRPr lang="en-US" sz="500" dirty="0">
              <a:solidFill>
                <a:schemeClr val="tx1"/>
              </a:solidFill>
              <a:latin typeface="+mn-lt"/>
              <a:cs typeface="Arial" pitchFamily="34" charset="0"/>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29470" y="4998890"/>
            <a:ext cx="3023366" cy="1219099"/>
          </a:xfrm>
          <a:prstGeom prst="rect">
            <a:avLst/>
          </a:prstGeom>
        </p:spPr>
      </p:pic>
    </p:spTree>
    <p:extLst>
      <p:ext uri="{BB962C8B-B14F-4D97-AF65-F5344CB8AC3E}">
        <p14:creationId xmlns:p14="http://schemas.microsoft.com/office/powerpoint/2010/main" val="8091274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of Contents - One Heading Level - 1 Column">
    <p:spTree>
      <p:nvGrpSpPr>
        <p:cNvPr id="1" name=""/>
        <p:cNvGrpSpPr/>
        <p:nvPr/>
      </p:nvGrpSpPr>
      <p:grpSpPr>
        <a:xfrm>
          <a:off x="0" y="0"/>
          <a:ext cx="0" cy="0"/>
          <a:chOff x="0" y="0"/>
          <a:chExt cx="0" cy="0"/>
        </a:xfrm>
      </p:grpSpPr>
      <p:sp>
        <p:nvSpPr>
          <p:cNvPr id="11" name="TextBox 10"/>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dirty="0"/>
              <a:t>Section level 1</a:t>
            </a:r>
          </a:p>
        </p:txBody>
      </p:sp>
      <p:sp>
        <p:nvSpPr>
          <p:cNvPr id="9" name="Footer Placeholder 8"/>
          <p:cNvSpPr>
            <a:spLocks noGrp="1"/>
          </p:cNvSpPr>
          <p:nvPr>
            <p:ph type="ftr" sz="quarter" idx="14"/>
          </p:nvPr>
        </p:nvSpPr>
        <p:spPr/>
        <p:txBody>
          <a:bodyPr/>
          <a:lstStyle/>
          <a:p>
            <a:r>
              <a:rPr lang="en-US">
                <a:solidFill>
                  <a:srgbClr val="FFFFFF"/>
                </a:solidFill>
              </a:rPr>
              <a:t>Presentation Name / Month 2017</a:t>
            </a:r>
            <a:endParaRPr lang="en-US" dirty="0">
              <a:solidFill>
                <a:srgbClr val="FFFFFF"/>
              </a:solidFill>
            </a:endParaRP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3921725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able of Contents - One Heading Level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dirty="0"/>
              <a:t>Section level 1</a:t>
            </a:r>
          </a:p>
        </p:txBody>
      </p:sp>
      <p:sp>
        <p:nvSpPr>
          <p:cNvPr id="9" name="Footer Placeholder 8"/>
          <p:cNvSpPr>
            <a:spLocks noGrp="1"/>
          </p:cNvSpPr>
          <p:nvPr>
            <p:ph type="ftr" sz="quarter" idx="14"/>
          </p:nvPr>
        </p:nvSpPr>
        <p:spPr/>
        <p:txBody>
          <a:bodyPr/>
          <a:lstStyle/>
          <a:p>
            <a:r>
              <a:rPr lang="en-US">
                <a:solidFill>
                  <a:srgbClr val="FFFFFF"/>
                </a:solidFill>
              </a:rPr>
              <a:t>Presentation Name / Month 2017</a:t>
            </a:r>
            <a:endParaRPr lang="en-US" dirty="0">
              <a:solidFill>
                <a:srgbClr val="FFFFFF"/>
              </a:solidFill>
            </a:endParaRP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3" name="TextBox 12"/>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313086136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able of Contents - 1 Column">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dirty="0"/>
              <a:t>Section level 1</a:t>
            </a:r>
          </a:p>
          <a:p>
            <a:pPr lvl="1"/>
            <a:r>
              <a:rPr lang="en-US" dirty="0"/>
              <a:t>Section level 2</a:t>
            </a:r>
          </a:p>
          <a:p>
            <a:pPr lvl="2"/>
            <a:r>
              <a:rPr lang="en-US" dirty="0"/>
              <a:t>Section level 3</a:t>
            </a:r>
          </a:p>
        </p:txBody>
      </p:sp>
      <p:sp>
        <p:nvSpPr>
          <p:cNvPr id="10"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3" name="TextBox 12"/>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7353055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dirty="0"/>
              <a:t>Section Level 1</a:t>
            </a:r>
          </a:p>
          <a:p>
            <a:pPr lvl="1"/>
            <a:r>
              <a:rPr lang="en-US" dirty="0"/>
              <a:t>Section level 2</a:t>
            </a:r>
          </a:p>
          <a:p>
            <a:pPr lvl="2"/>
            <a:r>
              <a:rPr lang="en-US" dirty="0"/>
              <a:t>Section level 3</a:t>
            </a:r>
          </a:p>
        </p:txBody>
      </p:sp>
      <p:sp>
        <p:nvSpPr>
          <p:cNvPr id="8" name="Footer Placeholder 8"/>
          <p:cNvSpPr>
            <a:spLocks noGrp="1"/>
          </p:cNvSpPr>
          <p:nvPr>
            <p:ph type="ftr" sz="quarter" idx="14"/>
          </p:nvPr>
        </p:nvSpPr>
        <p:spPr>
          <a:xfrm>
            <a:off x="4716462" y="0"/>
            <a:ext cx="3959225" cy="360000"/>
          </a:xfrm>
        </p:spPr>
        <p:txBody>
          <a:bodyPr/>
          <a:lstStyle/>
          <a:p>
            <a:r>
              <a:rPr lang="en-US">
                <a:solidFill>
                  <a:srgbClr val="FFFFFF"/>
                </a:solidFill>
              </a:rPr>
              <a:t>Presentation Name / Month 2017</a:t>
            </a:r>
            <a:endParaRPr lang="en-US" dirty="0">
              <a:solidFill>
                <a:srgbClr val="FFFFFF"/>
              </a:solidFill>
            </a:endParaRP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4" name="TextBox 13"/>
          <p:cNvSpPr txBox="1"/>
          <p:nvPr userDrawn="1"/>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12258146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468313" y="836640"/>
            <a:ext cx="8207376" cy="1821740"/>
          </a:xfrm>
          <a:prstGeom prst="rect">
            <a:avLst/>
          </a:prstGeom>
        </p:spPr>
        <p:txBody>
          <a:bodyPr anchor="b"/>
          <a:lstStyle>
            <a:lvl1pPr>
              <a:defRPr sz="2800" spc="0" baseline="0"/>
            </a:lvl1pPr>
          </a:lstStyle>
          <a:p>
            <a:r>
              <a:rPr lang="en-US" dirty="0"/>
              <a:t>Section divider title here in sentence case</a:t>
            </a:r>
          </a:p>
        </p:txBody>
      </p:sp>
      <p:cxnSp>
        <p:nvCxnSpPr>
          <p:cNvPr id="13" name="Straight Connector 12"/>
          <p:cNvCxnSpPr/>
          <p:nvPr userDrawn="1"/>
        </p:nvCxnSpPr>
        <p:spPr>
          <a:xfrm>
            <a:off x="468313" y="2729818"/>
            <a:ext cx="8207375"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8"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6" name="Text Placeholder 4"/>
          <p:cNvSpPr>
            <a:spLocks noGrp="1"/>
          </p:cNvSpPr>
          <p:nvPr>
            <p:ph type="body" sz="quarter" idx="13"/>
          </p:nvPr>
        </p:nvSpPr>
        <p:spPr>
          <a:xfrm>
            <a:off x="468313" y="4797191"/>
            <a:ext cx="8207375" cy="1390433"/>
          </a:xfrm>
          <a:prstGeom prst="rect">
            <a:avLst/>
          </a:prstGeom>
        </p:spPr>
        <p:txBody>
          <a:bodyPr anchor="b"/>
          <a:lstStyle>
            <a:lvl1pPr>
              <a:spcBef>
                <a:spcPts val="0"/>
              </a:spcBef>
              <a:spcAft>
                <a:spcPts val="600"/>
              </a:spcAft>
              <a:buNone/>
              <a:defRPr sz="1400" b="0">
                <a:solidFill>
                  <a:srgbClr val="58595B"/>
                </a:solidFill>
              </a:defRPr>
            </a:lvl1pPr>
          </a:lstStyle>
          <a:p>
            <a:pPr lvl="0"/>
            <a:r>
              <a:rPr lang="en-US" b="1"/>
              <a:t>Click to edit Master text styles</a:t>
            </a:r>
          </a:p>
        </p:txBody>
      </p:sp>
    </p:spTree>
    <p:extLst>
      <p:ext uri="{BB962C8B-B14F-4D97-AF65-F5344CB8AC3E}">
        <p14:creationId xmlns:p14="http://schemas.microsoft.com/office/powerpoint/2010/main" val="1198597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7" name="Footer Placeholder 6"/>
          <p:cNvSpPr>
            <a:spLocks noGrp="1"/>
          </p:cNvSpPr>
          <p:nvPr>
            <p:ph type="ftr" sz="quarter" idx="11"/>
          </p:nvPr>
        </p:nvSpPr>
        <p:spPr/>
        <p:txBody>
          <a:bodyPr/>
          <a:lstStyle/>
          <a:p>
            <a:r>
              <a:rPr lang="en-US">
                <a:solidFill>
                  <a:srgbClr val="FFFFFF"/>
                </a:solidFill>
              </a:rPr>
              <a:t>Presentation Name / Month 2017</a:t>
            </a:r>
            <a:endParaRPr lang="en-US" dirty="0">
              <a:solidFill>
                <a:srgbClr val="FFFFFF"/>
              </a:solidFill>
            </a:endParaRPr>
          </a:p>
        </p:txBody>
      </p:sp>
      <p:sp>
        <p:nvSpPr>
          <p:cNvPr id="11" name="Gray text above slide title"/>
          <p:cNvSpPr>
            <a:spLocks noGrp="1"/>
          </p:cNvSpPr>
          <p:nvPr>
            <p:ph type="body" sz="quarter" idx="12"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0" name="Content Placeholder 2"/>
          <p:cNvSpPr>
            <a:spLocks noGrp="1"/>
          </p:cNvSpPr>
          <p:nvPr>
            <p:ph idx="1"/>
          </p:nvPr>
        </p:nvSpPr>
        <p:spPr>
          <a:xfrm>
            <a:off x="468313" y="1484314"/>
            <a:ext cx="8207375" cy="4752975"/>
          </a:xfrm>
          <a:prstGeom prst="rect">
            <a:avLst/>
          </a:prstGeom>
        </p:spPr>
        <p:txBody>
          <a:bodyPr/>
          <a:lstStyle>
            <a:lvl1pPr>
              <a:spcBef>
                <a:spcPts val="600"/>
              </a:spcBef>
              <a:defRPr/>
            </a:lvl1pPr>
            <a:lvl2pPr>
              <a:spcBef>
                <a:spcPts val="600"/>
              </a:spcBef>
              <a:defRPr/>
            </a:lvl2pPr>
            <a:lvl3pPr>
              <a:spcBef>
                <a:spcPts val="600"/>
              </a:spcBef>
              <a:defRPr/>
            </a:lvl3pPr>
            <a:lvl4pPr marL="727075" indent="-179388">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67531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7"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1"/>
          </p:nvPr>
        </p:nvSpPr>
        <p:spPr>
          <a:xfrm>
            <a:off x="471646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p:cNvSpPr>
            <a:spLocks noGrp="1"/>
          </p:cNvSpPr>
          <p:nvPr>
            <p:ph type="ftr" sz="quarter" idx="12"/>
          </p:nvPr>
        </p:nvSpPr>
        <p:spPr/>
        <p:txBody>
          <a:bodyPr/>
          <a:lstStyle/>
          <a:p>
            <a:r>
              <a:rPr lang="en-US">
                <a:solidFill>
                  <a:srgbClr val="FFFFFF"/>
                </a:solidFill>
              </a:rPr>
              <a:t>Presentation Name / Month 2017</a:t>
            </a:r>
            <a:endParaRPr lang="en-US" dirty="0">
              <a:solidFill>
                <a:srgbClr val="FFFFFF"/>
              </a:solidFill>
            </a:endParaRPr>
          </a:p>
        </p:txBody>
      </p:sp>
      <p:sp>
        <p:nvSpPr>
          <p:cNvPr id="11" name="Gray text above slide title"/>
          <p:cNvSpPr>
            <a:spLocks noGrp="1"/>
          </p:cNvSpPr>
          <p:nvPr>
            <p:ph type="body" sz="quarter" idx="13" hasCustomPrompt="1"/>
          </p:nvPr>
        </p:nvSpPr>
        <p:spPr>
          <a:xfrm>
            <a:off x="468312"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8047680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Placeholders v2">
    <p:spTree>
      <p:nvGrpSpPr>
        <p:cNvPr id="1" name=""/>
        <p:cNvGrpSpPr/>
        <p:nvPr/>
      </p:nvGrpSpPr>
      <p:grpSpPr>
        <a:xfrm>
          <a:off x="0" y="0"/>
          <a:ext cx="0" cy="0"/>
          <a:chOff x="0" y="0"/>
          <a:chExt cx="0" cy="0"/>
        </a:xfrm>
      </p:grpSpPr>
      <p:sp>
        <p:nvSpPr>
          <p:cNvPr id="14"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8"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p:cNvSpPr>
            <a:spLocks noGrp="1"/>
          </p:cNvSpPr>
          <p:nvPr>
            <p:ph idx="11"/>
          </p:nvPr>
        </p:nvSpPr>
        <p:spPr>
          <a:xfrm>
            <a:off x="468313" y="4005263"/>
            <a:ext cx="820737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p:cNvSpPr>
            <a:spLocks noGrp="1"/>
          </p:cNvSpPr>
          <p:nvPr>
            <p:ph type="ftr" sz="quarter" idx="12"/>
          </p:nvPr>
        </p:nvSpPr>
        <p:spPr/>
        <p:txBody>
          <a:bodyPr/>
          <a:lstStyle/>
          <a:p>
            <a:r>
              <a:rPr lang="en-US">
                <a:solidFill>
                  <a:srgbClr val="FFFFFF"/>
                </a:solidFill>
              </a:rPr>
              <a:t>Presentation Name / Month 2017</a:t>
            </a:r>
            <a:endParaRPr lang="en-US" dirty="0">
              <a:solidFill>
                <a:srgbClr val="FFFFFF"/>
              </a:solidFill>
            </a:endParaRPr>
          </a:p>
        </p:txBody>
      </p:sp>
      <p:sp>
        <p:nvSpPr>
          <p:cNvPr id="10" name="Gray text above slide title"/>
          <p:cNvSpPr>
            <a:spLocks noGrp="1"/>
          </p:cNvSpPr>
          <p:nvPr>
            <p:ph type="body" sz="quarter" idx="13"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3439816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 Placeholders">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12" name="Content Placeholder 2"/>
          <p:cNvSpPr>
            <a:spLocks noGrp="1"/>
          </p:cNvSpPr>
          <p:nvPr>
            <p:ph idx="1"/>
          </p:nvPr>
        </p:nvSpPr>
        <p:spPr>
          <a:xfrm>
            <a:off x="468313" y="1484314"/>
            <a:ext cx="2537664" cy="4752974"/>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3270902" y="1484314"/>
            <a:ext cx="2570400" cy="4752974"/>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12"/>
          </p:nvPr>
        </p:nvSpPr>
        <p:spPr>
          <a:xfrm>
            <a:off x="6106227" y="1484314"/>
            <a:ext cx="2569462"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3"/>
          </p:nvPr>
        </p:nvSpPr>
        <p:spPr/>
        <p:txBody>
          <a:bodyPr/>
          <a:lstStyle/>
          <a:p>
            <a:r>
              <a:rPr lang="en-US">
                <a:solidFill>
                  <a:srgbClr val="FFFFFF"/>
                </a:solidFill>
              </a:rPr>
              <a:t>Presentation Name / Month 2017</a:t>
            </a:r>
            <a:endParaRPr lang="en-US" dirty="0">
              <a:solidFill>
                <a:srgbClr val="FFFFFF"/>
              </a:solidFill>
            </a:endParaRPr>
          </a:p>
        </p:txBody>
      </p:sp>
      <p:sp>
        <p:nvSpPr>
          <p:cNvPr id="9"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205285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 Placeholders v2">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8"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p:cNvSpPr>
            <a:spLocks noGrp="1"/>
          </p:cNvSpPr>
          <p:nvPr>
            <p:ph idx="11"/>
          </p:nvPr>
        </p:nvSpPr>
        <p:spPr>
          <a:xfrm>
            <a:off x="4716463" y="148431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p:cNvSpPr>
            <a:spLocks noGrp="1"/>
          </p:cNvSpPr>
          <p:nvPr>
            <p:ph type="ftr" sz="quarter" idx="13"/>
          </p:nvPr>
        </p:nvSpPr>
        <p:spPr/>
        <p:txBody>
          <a:bodyPr/>
          <a:lstStyle/>
          <a:p>
            <a:r>
              <a:rPr lang="en-US">
                <a:solidFill>
                  <a:srgbClr val="FFFFFF"/>
                </a:solidFill>
              </a:rPr>
              <a:t>Presentation Name / Month 2017</a:t>
            </a:r>
            <a:endParaRPr lang="en-US" dirty="0">
              <a:solidFill>
                <a:srgbClr val="FFFFFF"/>
              </a:solidFill>
            </a:endParaRP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21975386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 Placeholders v3">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9" name="Content Placeholder 2"/>
          <p:cNvSpPr>
            <a:spLocks noGrp="1"/>
          </p:cNvSpPr>
          <p:nvPr>
            <p:ph idx="1"/>
          </p:nvPr>
        </p:nvSpPr>
        <p:spPr>
          <a:xfrm>
            <a:off x="4716463" y="1484314"/>
            <a:ext cx="3959225" cy="475297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2"/>
          </p:nvPr>
        </p:nvSpPr>
        <p:spPr>
          <a:xfrm>
            <a:off x="46831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p:cNvSpPr>
            <a:spLocks noGrp="1"/>
          </p:cNvSpPr>
          <p:nvPr>
            <p:ph type="ftr" sz="quarter" idx="13"/>
          </p:nvPr>
        </p:nvSpPr>
        <p:spPr/>
        <p:txBody>
          <a:bodyPr/>
          <a:lstStyle/>
          <a:p>
            <a:r>
              <a:rPr lang="en-US">
                <a:solidFill>
                  <a:srgbClr val="FFFFFF"/>
                </a:solidFill>
              </a:rPr>
              <a:t>Presentation Name / Month 2017</a:t>
            </a:r>
            <a:endParaRPr lang="en-US" dirty="0">
              <a:solidFill>
                <a:srgbClr val="FFFFFF"/>
              </a:solidFill>
            </a:endParaRP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40596018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 Placeholders v4">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9"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1"/>
          </p:nvPr>
        </p:nvSpPr>
        <p:spPr>
          <a:xfrm>
            <a:off x="468313" y="4005263"/>
            <a:ext cx="3959226" cy="2232025"/>
          </a:xfrm>
          <a:prstGeom prst="rect">
            <a:avLst/>
          </a:prstGeom>
        </p:spPr>
        <p:txBody>
          <a:bodyPr/>
          <a:lstStyle>
            <a:lvl4pPr marL="727075" indent="-179388">
              <a:tabLs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p:cNvSpPr>
            <a:spLocks noGrp="1"/>
          </p:cNvSpPr>
          <p:nvPr>
            <p:ph type="ftr" sz="quarter" idx="13"/>
          </p:nvPr>
        </p:nvSpPr>
        <p:spPr/>
        <p:txBody>
          <a:bodyPr/>
          <a:lstStyle/>
          <a:p>
            <a:r>
              <a:rPr lang="en-US">
                <a:solidFill>
                  <a:srgbClr val="FFFFFF"/>
                </a:solidFill>
              </a:rPr>
              <a:t>Presentation Name / Month 2017</a:t>
            </a:r>
            <a:endParaRPr lang="en-US" dirty="0">
              <a:solidFill>
                <a:srgbClr val="FFFFFF"/>
              </a:solidFill>
            </a:endParaRP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9657508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laceholders v5">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9" name="Content Placeholder 2"/>
          <p:cNvSpPr>
            <a:spLocks noGrp="1"/>
          </p:cNvSpPr>
          <p:nvPr>
            <p:ph idx="11"/>
          </p:nvPr>
        </p:nvSpPr>
        <p:spPr>
          <a:xfrm>
            <a:off x="468312" y="148431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8"/>
          </p:nvPr>
        </p:nvSpPr>
        <p:spPr>
          <a:xfrm>
            <a:off x="4716463" y="148431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p:cNvSpPr>
            <a:spLocks noGrp="1"/>
          </p:cNvSpPr>
          <p:nvPr>
            <p:ph idx="19"/>
          </p:nvPr>
        </p:nvSpPr>
        <p:spPr>
          <a:xfrm>
            <a:off x="468313" y="4005263"/>
            <a:ext cx="8207376" cy="2232025"/>
          </a:xfrm>
          <a:prstGeom prst="rect">
            <a:avLst/>
          </a:prstGeom>
        </p:spPr>
        <p:txBody>
          <a:bodyPr/>
          <a:lstStyle>
            <a:lvl4pPr marL="727075" indent="-179388">
              <a:tabLs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p:cNvSpPr>
            <a:spLocks noGrp="1"/>
          </p:cNvSpPr>
          <p:nvPr>
            <p:ph type="ftr" sz="quarter" idx="20"/>
          </p:nvPr>
        </p:nvSpPr>
        <p:spPr/>
        <p:txBody>
          <a:bodyPr/>
          <a:lstStyle/>
          <a:p>
            <a:r>
              <a:rPr lang="en-US">
                <a:solidFill>
                  <a:srgbClr val="FFFFFF"/>
                </a:solidFill>
              </a:rPr>
              <a:t>Presentation Name / Month 2017</a:t>
            </a:r>
            <a:endParaRPr lang="en-US" dirty="0">
              <a:solidFill>
                <a:srgbClr val="FFFFFF"/>
              </a:solidFill>
            </a:endParaRP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9441122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 Placeholders">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11"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p:cNvSpPr>
            <a:spLocks noGrp="1"/>
          </p:cNvSpPr>
          <p:nvPr>
            <p:ph idx="12"/>
          </p:nvPr>
        </p:nvSpPr>
        <p:spPr>
          <a:xfrm>
            <a:off x="4716463" y="1484313"/>
            <a:ext cx="3959225" cy="2232025"/>
          </a:xfrm>
          <a:prstGeom prst="rect">
            <a:avLst/>
          </a:prstGeom>
        </p:spPr>
        <p:txBody>
          <a:bodyPr/>
          <a:lstStyle>
            <a:lvl4pPr marL="727075" indent="-179388">
              <a:tabLst/>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p:cNvSpPr>
            <a:spLocks noGrp="1"/>
          </p:cNvSpPr>
          <p:nvPr>
            <p:ph idx="13"/>
          </p:nvPr>
        </p:nvSpPr>
        <p:spPr>
          <a:xfrm>
            <a:off x="468313" y="4005263"/>
            <a:ext cx="3959226"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2"/>
          <p:cNvSpPr>
            <a:spLocks noGrp="1"/>
          </p:cNvSpPr>
          <p:nvPr>
            <p:ph idx="14"/>
          </p:nvPr>
        </p:nvSpPr>
        <p:spPr>
          <a:xfrm>
            <a:off x="4716463" y="4005263"/>
            <a:ext cx="3959225" cy="2232025"/>
          </a:xfrm>
          <a:prstGeom prst="rect">
            <a:avLst/>
          </a:prstGeom>
        </p:spPr>
        <p:txBody>
          <a:bodyPr/>
          <a:lstStyle>
            <a:lvl4pPr marL="727075" indent="-179388">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9"/>
          <p:cNvSpPr>
            <a:spLocks noGrp="1"/>
          </p:cNvSpPr>
          <p:nvPr>
            <p:ph type="ftr" sz="quarter" idx="15"/>
          </p:nvPr>
        </p:nvSpPr>
        <p:spPr/>
        <p:txBody>
          <a:bodyPr/>
          <a:lstStyle/>
          <a:p>
            <a:r>
              <a:rPr lang="en-US">
                <a:solidFill>
                  <a:srgbClr val="FFFFFF"/>
                </a:solidFill>
              </a:rPr>
              <a:t>Presentation Name / Month 2017</a:t>
            </a:r>
            <a:endParaRPr lang="en-US" dirty="0">
              <a:solidFill>
                <a:srgbClr val="FFFFFF"/>
              </a:solidFill>
            </a:endParaRPr>
          </a:p>
        </p:txBody>
      </p:sp>
      <p:sp>
        <p:nvSpPr>
          <p:cNvPr id="12"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7471881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dirty="0"/>
              <a:t>Click to edit Master title style</a:t>
            </a:r>
          </a:p>
        </p:txBody>
      </p:sp>
      <p:sp>
        <p:nvSpPr>
          <p:cNvPr id="7" name="Footer Placeholder 6"/>
          <p:cNvSpPr>
            <a:spLocks noGrp="1"/>
          </p:cNvSpPr>
          <p:nvPr>
            <p:ph type="ftr" sz="quarter" idx="11"/>
          </p:nvPr>
        </p:nvSpPr>
        <p:spPr/>
        <p:txBody>
          <a:bodyPr/>
          <a:lstStyle/>
          <a:p>
            <a:r>
              <a:rPr lang="en-US">
                <a:solidFill>
                  <a:srgbClr val="FFFFFF"/>
                </a:solidFill>
              </a:rPr>
              <a:t>Presentation Name / Month 2017</a:t>
            </a:r>
            <a:endParaRPr lang="en-US" dirty="0">
              <a:solidFill>
                <a:srgbClr val="FFFFFF"/>
              </a:solidFill>
            </a:endParaRPr>
          </a:p>
        </p:txBody>
      </p:sp>
      <p:sp>
        <p:nvSpPr>
          <p:cNvPr id="10"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4938451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solidFill>
                  <a:srgbClr val="FFFFFF"/>
                </a:solidFill>
              </a:rPr>
              <a:t>Presentation Name / Month 2017</a:t>
            </a:r>
            <a:endParaRPr lang="en-US" dirty="0">
              <a:solidFill>
                <a:srgbClr val="FFFFFF"/>
              </a:solidFill>
            </a:endParaRPr>
          </a:p>
        </p:txBody>
      </p:sp>
      <p:sp>
        <p:nvSpPr>
          <p:cNvPr id="6"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7"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7383410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20" name="Picture 1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
            <a:ext cx="9153144" cy="6864858"/>
          </a:xfrm>
          <a:prstGeom prst="rect">
            <a:avLst/>
          </a:prstGeom>
        </p:spPr>
      </p:pic>
      <p:sp>
        <p:nvSpPr>
          <p:cNvPr id="2" name="Title 1"/>
          <p:cNvSpPr>
            <a:spLocks noGrp="1"/>
          </p:cNvSpPr>
          <p:nvPr>
            <p:ph type="ctrTitle"/>
          </p:nvPr>
        </p:nvSpPr>
        <p:spPr>
          <a:xfrm>
            <a:off x="1258888" y="2035368"/>
            <a:ext cx="5388242" cy="1354217"/>
          </a:xfrm>
        </p:spPr>
        <p:txBody>
          <a:bodyPr wrap="square" anchor="b">
            <a:spAutoFit/>
          </a:bodyPr>
          <a:lstStyle>
            <a:lvl1pPr algn="l">
              <a:defRPr sz="440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258887" y="3586463"/>
            <a:ext cx="5400675" cy="246221"/>
          </a:xfrm>
        </p:spPr>
        <p:txBody>
          <a:bodyPr wrap="square">
            <a:spAutoFit/>
          </a:bodyPr>
          <a:lstStyle>
            <a:lvl1pPr marL="0" indent="0" algn="l">
              <a:buNone/>
              <a:defRPr sz="16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TextBox 10"/>
          <p:cNvSpPr txBox="1"/>
          <p:nvPr/>
        </p:nvSpPr>
        <p:spPr>
          <a:xfrm>
            <a:off x="468313" y="6621522"/>
            <a:ext cx="1899559" cy="184666"/>
          </a:xfrm>
          <a:prstGeom prst="rect">
            <a:avLst/>
          </a:prstGeom>
          <a:noFill/>
        </p:spPr>
        <p:txBody>
          <a:bodyPr wrap="none" lIns="0" r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dirty="0">
                <a:solidFill>
                  <a:srgbClr val="58595B"/>
                </a:solidFill>
                <a:latin typeface="+mn-lt"/>
              </a:rPr>
              <a:t>Confidential. © 2020 IHS Markit</a:t>
            </a:r>
            <a:r>
              <a:rPr lang="en-US" sz="600" baseline="30000" dirty="0">
                <a:solidFill>
                  <a:srgbClr val="58595B"/>
                </a:solidFill>
                <a:latin typeface="+mn-lt"/>
              </a:rPr>
              <a:t>TM</a:t>
            </a:r>
            <a:r>
              <a:rPr lang="en-US" sz="600" baseline="0" dirty="0">
                <a:solidFill>
                  <a:srgbClr val="58595B"/>
                </a:solidFill>
                <a:latin typeface="+mn-lt"/>
              </a:rPr>
              <a:t>. All Rights Reserved.</a:t>
            </a:r>
            <a:endParaRPr lang="en-GB" sz="600" dirty="0">
              <a:solidFill>
                <a:srgbClr val="58595B"/>
              </a:solidFill>
              <a:latin typeface="+mn-lt"/>
            </a:endParaRPr>
          </a:p>
        </p:txBody>
      </p:sp>
      <p:sp>
        <p:nvSpPr>
          <p:cNvPr id="6" name="Text Placeholder 5"/>
          <p:cNvSpPr>
            <a:spLocks noGrp="1"/>
          </p:cNvSpPr>
          <p:nvPr>
            <p:ph type="body" sz="quarter" idx="11"/>
          </p:nvPr>
        </p:nvSpPr>
        <p:spPr>
          <a:xfrm>
            <a:off x="1258888" y="3918160"/>
            <a:ext cx="3314965" cy="184666"/>
          </a:xfrm>
        </p:spPr>
        <p:txBody>
          <a:bodyPr wrap="square">
            <a:spAutoFit/>
          </a:bodyPr>
          <a:lstStyle>
            <a:lvl1pPr marL="0" indent="0">
              <a:buNone/>
              <a:defRPr sz="1200"/>
            </a:lvl1pPr>
          </a:lstStyle>
          <a:p>
            <a:pPr lvl="0"/>
            <a:r>
              <a:rPr lang="en-US"/>
              <a:t>Click to edit Master text styles</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912" y="421746"/>
            <a:ext cx="3023616" cy="1219200"/>
          </a:xfrm>
          <a:prstGeom prst="rect">
            <a:avLst/>
          </a:prstGeom>
        </p:spPr>
      </p:pic>
      <p:pic>
        <p:nvPicPr>
          <p:cNvPr id="4" name="Picture 3">
            <a:extLst>
              <a:ext uri="{FF2B5EF4-FFF2-40B4-BE49-F238E27FC236}">
                <a16:creationId xmlns:a16="http://schemas.microsoft.com/office/drawing/2014/main" id="{CB10CB97-A9D8-B905-04A1-A16EF524A7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858"/>
            <a:ext cx="9153144" cy="6864858"/>
          </a:xfrm>
          <a:prstGeom prst="rect">
            <a:avLst/>
          </a:prstGeom>
        </p:spPr>
      </p:pic>
      <p:sp>
        <p:nvSpPr>
          <p:cNvPr id="5" name="TextBox 4">
            <a:extLst>
              <a:ext uri="{FF2B5EF4-FFF2-40B4-BE49-F238E27FC236}">
                <a16:creationId xmlns:a16="http://schemas.microsoft.com/office/drawing/2014/main" id="{8BFF9871-CD4D-9581-6A20-E24CBA6EF6CF}"/>
              </a:ext>
            </a:extLst>
          </p:cNvPr>
          <p:cNvSpPr txBox="1"/>
          <p:nvPr userDrawn="1"/>
        </p:nvSpPr>
        <p:spPr>
          <a:xfrm>
            <a:off x="468313" y="6621522"/>
            <a:ext cx="1899559" cy="184666"/>
          </a:xfrm>
          <a:prstGeom prst="rect">
            <a:avLst/>
          </a:prstGeom>
          <a:noFill/>
        </p:spPr>
        <p:txBody>
          <a:bodyPr wrap="none" lIns="0" rIns="0"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dirty="0">
                <a:solidFill>
                  <a:srgbClr val="58595B"/>
                </a:solidFill>
                <a:latin typeface="+mn-lt"/>
              </a:rPr>
              <a:t>Confidential. © 2020 IHS </a:t>
            </a:r>
            <a:r>
              <a:rPr lang="en-US" sz="600" baseline="0" dirty="0" err="1">
                <a:solidFill>
                  <a:srgbClr val="58595B"/>
                </a:solidFill>
                <a:latin typeface="+mn-lt"/>
              </a:rPr>
              <a:t>Markit</a:t>
            </a:r>
            <a:r>
              <a:rPr lang="en-US" sz="600" baseline="30000" dirty="0" err="1">
                <a:solidFill>
                  <a:srgbClr val="58595B"/>
                </a:solidFill>
                <a:latin typeface="+mn-lt"/>
              </a:rPr>
              <a:t>TM</a:t>
            </a:r>
            <a:r>
              <a:rPr lang="en-US" sz="600" baseline="0" dirty="0">
                <a:solidFill>
                  <a:srgbClr val="58595B"/>
                </a:solidFill>
                <a:latin typeface="+mn-lt"/>
              </a:rPr>
              <a:t>. All Rights Reserved.</a:t>
            </a:r>
            <a:endParaRPr lang="en-GB" sz="600" dirty="0">
              <a:solidFill>
                <a:srgbClr val="58595B"/>
              </a:solidFill>
              <a:latin typeface="+mn-lt"/>
            </a:endParaRPr>
          </a:p>
        </p:txBody>
      </p:sp>
      <p:pic>
        <p:nvPicPr>
          <p:cNvPr id="7" name="Picture 6">
            <a:extLst>
              <a:ext uri="{FF2B5EF4-FFF2-40B4-BE49-F238E27FC236}">
                <a16:creationId xmlns:a16="http://schemas.microsoft.com/office/drawing/2014/main" id="{2278C825-236A-5FA4-F272-47BFF01BA6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912" y="421746"/>
            <a:ext cx="3023616" cy="1219200"/>
          </a:xfrm>
          <a:prstGeom prst="rect">
            <a:avLst/>
          </a:prstGeom>
        </p:spPr>
      </p:pic>
    </p:spTree>
    <p:extLst>
      <p:ext uri="{BB962C8B-B14F-4D97-AF65-F5344CB8AC3E}">
        <p14:creationId xmlns:p14="http://schemas.microsoft.com/office/powerpoint/2010/main" val="3270639182"/>
      </p:ext>
    </p:extLst>
  </p:cSld>
  <p:clrMapOvr>
    <a:masterClrMapping/>
  </p:clrMapOvr>
  <p:extLst>
    <p:ext uri="{DCECCB84-F9BA-43D5-87BE-67443E8EF086}">
      <p15:sldGuideLst xmlns:p15="http://schemas.microsoft.com/office/powerpoint/2012/main">
        <p15:guide id="1" pos="80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2"/>
            <a:ext cx="8207375" cy="4321176"/>
          </a:xfrm>
        </p:spPr>
        <p:txBody>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Tree>
    <p:extLst>
      <p:ext uri="{BB962C8B-B14F-4D97-AF65-F5344CB8AC3E}">
        <p14:creationId xmlns:p14="http://schemas.microsoft.com/office/powerpoint/2010/main" val="40491137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3"/>
            <a:ext cx="8207375" cy="4321175"/>
          </a:xfrm>
        </p:spPr>
        <p:txBody>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Click to edit Master text styles</a:t>
            </a:r>
          </a:p>
        </p:txBody>
      </p:sp>
    </p:spTree>
    <p:extLst>
      <p:ext uri="{BB962C8B-B14F-4D97-AF65-F5344CB8AC3E}">
        <p14:creationId xmlns:p14="http://schemas.microsoft.com/office/powerpoint/2010/main" val="342565302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68313" y="2961683"/>
            <a:ext cx="5971175" cy="461665"/>
          </a:xfrm>
        </p:spPr>
        <p:txBody>
          <a:bodyPr wrap="square" anchor="b">
            <a:spAutoFit/>
          </a:bodyPr>
          <a:lstStyle>
            <a:lvl1pPr>
              <a:lnSpc>
                <a:spcPct val="100000"/>
              </a:lnSpc>
              <a:defRPr sz="3000">
                <a:solidFill>
                  <a:schemeClr val="bg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16" name="TextBox 15"/>
          <p:cNvSpPr txBox="1"/>
          <p:nvPr/>
        </p:nvSpPr>
        <p:spPr>
          <a:xfrm>
            <a:off x="468313" y="6621522"/>
            <a:ext cx="1934825" cy="184666"/>
          </a:xfrm>
          <a:prstGeom prst="rect">
            <a:avLst/>
          </a:prstGeom>
          <a:noFill/>
        </p:spPr>
        <p:txBody>
          <a:bodyPr wrap="none" lIns="0" rIns="0" rtlCol="0">
            <a:spAutoFit/>
          </a:bodyPr>
          <a:lstStyle/>
          <a:p>
            <a:r>
              <a:rPr lang="en-US" sz="600" dirty="0">
                <a:solidFill>
                  <a:schemeClr val="bg1"/>
                </a:solidFill>
              </a:rPr>
              <a:t>Confidential. © 2017 IHS Markit</a:t>
            </a:r>
            <a:r>
              <a:rPr lang="en-US" sz="600" baseline="30000" dirty="0">
                <a:solidFill>
                  <a:schemeClr val="bg1"/>
                </a:solidFill>
              </a:rPr>
              <a:t>TM</a:t>
            </a:r>
            <a:r>
              <a:rPr lang="en-US" sz="600" dirty="0">
                <a:solidFill>
                  <a:schemeClr val="bg1"/>
                </a:solidFill>
              </a:rPr>
              <a:t>. All Rights Reserved.</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pic>
        <p:nvPicPr>
          <p:cNvPr id="4" name="Picture 3">
            <a:extLst>
              <a:ext uri="{FF2B5EF4-FFF2-40B4-BE49-F238E27FC236}">
                <a16:creationId xmlns:a16="http://schemas.microsoft.com/office/drawing/2014/main" id="{535D1E0D-56F2-4078-BB73-8C8CE547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5" name="TextBox 4">
            <a:extLst>
              <a:ext uri="{FF2B5EF4-FFF2-40B4-BE49-F238E27FC236}">
                <a16:creationId xmlns:a16="http://schemas.microsoft.com/office/drawing/2014/main" id="{20A162C1-7A74-D076-D158-A5D753A1EF30}"/>
              </a:ext>
            </a:extLst>
          </p:cNvPr>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bg1"/>
                </a:solidFill>
              </a:rPr>
              <a:t>Confidential. © 2017 IHS </a:t>
            </a:r>
            <a:r>
              <a:rPr lang="en-US" sz="600" dirty="0" err="1">
                <a:solidFill>
                  <a:schemeClr val="bg1"/>
                </a:solidFill>
              </a:rPr>
              <a:t>Markit</a:t>
            </a:r>
            <a:r>
              <a:rPr lang="en-US" sz="600" baseline="30000" dirty="0" err="1">
                <a:solidFill>
                  <a:schemeClr val="bg1"/>
                </a:solidFill>
              </a:rPr>
              <a:t>TM</a:t>
            </a:r>
            <a:r>
              <a:rPr lang="en-US" sz="600" dirty="0">
                <a:solidFill>
                  <a:schemeClr val="bg1"/>
                </a:solidFill>
              </a:rPr>
              <a:t>. All Rights Reserved.</a:t>
            </a:r>
          </a:p>
        </p:txBody>
      </p:sp>
      <p:pic>
        <p:nvPicPr>
          <p:cNvPr id="7" name="Picture 6">
            <a:extLst>
              <a:ext uri="{FF2B5EF4-FFF2-40B4-BE49-F238E27FC236}">
                <a16:creationId xmlns:a16="http://schemas.microsoft.com/office/drawing/2014/main" id="{F6D9DEA1-FBC7-8534-BF3E-E051C58F14B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655758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Section Header - white">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2" name="Title 1"/>
          <p:cNvSpPr>
            <a:spLocks noGrp="1"/>
          </p:cNvSpPr>
          <p:nvPr>
            <p:ph type="title"/>
          </p:nvPr>
        </p:nvSpPr>
        <p:spPr>
          <a:xfrm>
            <a:off x="447031" y="2961683"/>
            <a:ext cx="5971175" cy="461665"/>
          </a:xfrm>
        </p:spPr>
        <p:txBody>
          <a:bodyPr wrap="square" anchor="b">
            <a:spAutoFit/>
          </a:bodyPr>
          <a:lstStyle>
            <a:lvl1pPr>
              <a:lnSpc>
                <a:spcPct val="100000"/>
              </a:lnSpc>
              <a:defRPr sz="300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468313" y="3570650"/>
            <a:ext cx="5971177" cy="246221"/>
          </a:xfrm>
        </p:spPr>
        <p:txBody>
          <a:bodyPr wrap="square">
            <a:spAutoFit/>
          </a:bodyPr>
          <a:lstStyle>
            <a:lvl1pPr marL="0" indent="0">
              <a:lnSpc>
                <a:spcPct val="100000"/>
              </a:lnSpc>
              <a:buNone/>
              <a:defRPr sz="16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8263830" y="270195"/>
            <a:ext cx="411858" cy="153888"/>
          </a:xfrm>
        </p:spPr>
        <p:txBody>
          <a:bodyPr/>
          <a:lstStyle>
            <a:lvl1pPr>
              <a:defRPr>
                <a:solidFill>
                  <a:schemeClr val="tx2"/>
                </a:solidFill>
              </a:defRPr>
            </a:lvl1pPr>
          </a:lstStyle>
          <a:p>
            <a:fld id="{4704619B-9823-F845-874B-2390AC991BC7}" type="slidenum">
              <a:rPr lang="en-US" smtClean="0"/>
              <a:pPr/>
              <a:t>‹#›</a:t>
            </a:fld>
            <a:endParaRPr lang="en-US"/>
          </a:p>
        </p:txBody>
      </p:sp>
      <p:sp>
        <p:nvSpPr>
          <p:cNvPr id="12" name="TextBox 11"/>
          <p:cNvSpPr txBox="1"/>
          <p:nvPr/>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Markit</a:t>
            </a:r>
            <a:r>
              <a:rPr lang="en-US" sz="600" baseline="30000" dirty="0">
                <a:solidFill>
                  <a:schemeClr val="tx2"/>
                </a:solidFill>
              </a:rPr>
              <a:t>TM</a:t>
            </a:r>
            <a:r>
              <a:rPr lang="en-US" sz="600" dirty="0">
                <a:solidFill>
                  <a:schemeClr val="tx2"/>
                </a:solidFill>
              </a:rPr>
              <a:t>. All Rights Reserved.</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111" y="41896"/>
            <a:ext cx="1499616" cy="609600"/>
          </a:xfrm>
          <a:prstGeom prst="rect">
            <a:avLst/>
          </a:prstGeom>
        </p:spPr>
      </p:pic>
      <p:pic>
        <p:nvPicPr>
          <p:cNvPr id="5" name="Picture 4">
            <a:extLst>
              <a:ext uri="{FF2B5EF4-FFF2-40B4-BE49-F238E27FC236}">
                <a16:creationId xmlns:a16="http://schemas.microsoft.com/office/drawing/2014/main" id="{9C758054-25E6-CFFC-9A36-1E660489C0C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7" name="TextBox 6">
            <a:extLst>
              <a:ext uri="{FF2B5EF4-FFF2-40B4-BE49-F238E27FC236}">
                <a16:creationId xmlns:a16="http://schemas.microsoft.com/office/drawing/2014/main" id="{BE885F96-0757-4F6B-C82B-CF221C07D9A1}"/>
              </a:ext>
            </a:extLst>
          </p:cNvPr>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a:t>
            </a:r>
            <a:r>
              <a:rPr lang="en-US" sz="600" dirty="0" err="1">
                <a:solidFill>
                  <a:schemeClr val="tx2"/>
                </a:solidFill>
              </a:rPr>
              <a:t>Markit</a:t>
            </a:r>
            <a:r>
              <a:rPr lang="en-US" sz="600" baseline="30000" dirty="0" err="1">
                <a:solidFill>
                  <a:schemeClr val="tx2"/>
                </a:solidFill>
              </a:rPr>
              <a:t>TM</a:t>
            </a:r>
            <a:r>
              <a:rPr lang="en-US" sz="600" dirty="0">
                <a:solidFill>
                  <a:schemeClr val="tx2"/>
                </a:solidFill>
              </a:rPr>
              <a:t>. All Rights Reserved.</a:t>
            </a:r>
          </a:p>
        </p:txBody>
      </p:sp>
      <p:pic>
        <p:nvPicPr>
          <p:cNvPr id="9" name="Picture 8">
            <a:extLst>
              <a:ext uri="{FF2B5EF4-FFF2-40B4-BE49-F238E27FC236}">
                <a16:creationId xmlns:a16="http://schemas.microsoft.com/office/drawing/2014/main" id="{D1C3D328-3707-0B62-4BA1-E3601865534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25111" y="41896"/>
            <a:ext cx="1499616" cy="609600"/>
          </a:xfrm>
          <a:prstGeom prst="rect">
            <a:avLst/>
          </a:prstGeom>
        </p:spPr>
      </p:pic>
    </p:spTree>
    <p:extLst>
      <p:ext uri="{BB962C8B-B14F-4D97-AF65-F5344CB8AC3E}">
        <p14:creationId xmlns:p14="http://schemas.microsoft.com/office/powerpoint/2010/main" val="10859749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68313" y="1916113"/>
            <a:ext cx="3959225" cy="4160838"/>
          </a:xfrm>
        </p:spPr>
        <p:txBody>
          <a:body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4716463" y="1916113"/>
            <a:ext cx="3959226" cy="4176712"/>
          </a:xfrm>
        </p:spPr>
        <p:txBody>
          <a:body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38968977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8312" y="1916113"/>
            <a:ext cx="3959225" cy="4176712"/>
          </a:xfrm>
        </p:spPr>
        <p:txBody>
          <a:body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4716463" y="1916113"/>
            <a:ext cx="3959225" cy="4176712"/>
          </a:xfrm>
        </p:spPr>
        <p:txBody>
          <a:body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7" name="Text Placeholder 2"/>
          <p:cNvSpPr>
            <a:spLocks noGrp="1"/>
          </p:cNvSpPr>
          <p:nvPr>
            <p:ph type="body" idx="1"/>
          </p:nvPr>
        </p:nvSpPr>
        <p:spPr>
          <a:xfrm>
            <a:off x="468313" y="1389887"/>
            <a:ext cx="820737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39912364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38988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8312" y="1916113"/>
            <a:ext cx="3959225" cy="4176713"/>
          </a:xfrm>
        </p:spPr>
        <p:txBody>
          <a:body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38988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16463" y="1916113"/>
            <a:ext cx="3959225" cy="4176712"/>
          </a:xfrm>
        </p:spPr>
        <p:txBody>
          <a:body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1" name="Title 1"/>
          <p:cNvSpPr>
            <a:spLocks noGrp="1"/>
          </p:cNvSpPr>
          <p:nvPr>
            <p:ph type="title"/>
          </p:nvPr>
        </p:nvSpPr>
        <p:spPr>
          <a:xfrm>
            <a:off x="468313" y="961012"/>
            <a:ext cx="3959226" cy="370800"/>
          </a:xfrm>
        </p:spPr>
        <p:txBody>
          <a:bodyPr/>
          <a:lstStyle/>
          <a:p>
            <a:r>
              <a:rPr lang="en-US"/>
              <a:t>Click to edit Master title style</a:t>
            </a:r>
            <a:endParaRPr lang="en-US" dirty="0"/>
          </a:p>
        </p:txBody>
      </p:sp>
      <p:sp>
        <p:nvSpPr>
          <p:cNvPr id="8"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Click to edit Master text styles</a:t>
            </a:r>
          </a:p>
        </p:txBody>
      </p:sp>
    </p:spTree>
    <p:extLst>
      <p:ext uri="{BB962C8B-B14F-4D97-AF65-F5344CB8AC3E}">
        <p14:creationId xmlns:p14="http://schemas.microsoft.com/office/powerpoint/2010/main" val="2058878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Comparison with 2 Headers">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2"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8313" y="2276475"/>
            <a:ext cx="3959225" cy="3816351"/>
          </a:xfrm>
        </p:spPr>
        <p:txBody>
          <a:body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4716463" y="1755648"/>
            <a:ext cx="395922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16463" y="2276475"/>
            <a:ext cx="3959225" cy="3816351"/>
          </a:xfrm>
        </p:spPr>
        <p:txBody>
          <a:body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1" name="Title 1"/>
          <p:cNvSpPr>
            <a:spLocks noGrp="1"/>
          </p:cNvSpPr>
          <p:nvPr>
            <p:ph type="title"/>
          </p:nvPr>
        </p:nvSpPr>
        <p:spPr>
          <a:xfrm>
            <a:off x="468313" y="961012"/>
            <a:ext cx="3959226" cy="370800"/>
          </a:xfrm>
        </p:spPr>
        <p:txBody>
          <a:bodyPr/>
          <a:lstStyle/>
          <a:p>
            <a:r>
              <a:rPr lang="en-US"/>
              <a:t>Click to edit Master title style</a:t>
            </a:r>
            <a:endParaRPr lang="en-US" dirty="0"/>
          </a:p>
        </p:txBody>
      </p:sp>
      <p:sp>
        <p:nvSpPr>
          <p:cNvPr id="12" name="Text Placeholder 7"/>
          <p:cNvSpPr>
            <a:spLocks noGrp="1"/>
          </p:cNvSpPr>
          <p:nvPr>
            <p:ph type="body" sz="quarter" idx="13"/>
          </p:nvPr>
        </p:nvSpPr>
        <p:spPr>
          <a:xfrm>
            <a:off x="4716463" y="961012"/>
            <a:ext cx="3959226" cy="360362"/>
          </a:xfrm>
        </p:spPr>
        <p:txBody>
          <a:bodyPr/>
          <a:lstStyle>
            <a:lvl1pPr marL="0" indent="0">
              <a:buNone/>
              <a:defRPr lang="en-US" sz="2400" kern="1200" dirty="0">
                <a:solidFill>
                  <a:schemeClr val="accent1"/>
                </a:solidFill>
                <a:latin typeface="+mj-lt"/>
                <a:ea typeface="+mj-ea"/>
                <a:cs typeface="+mj-cs"/>
              </a:defRPr>
            </a:lvl1pPr>
          </a:lstStyle>
          <a:p>
            <a:pPr lvl="0"/>
            <a:r>
              <a:rPr lang="en-US"/>
              <a:t>Click to edit Master text styles</a:t>
            </a:r>
          </a:p>
        </p:txBody>
      </p:sp>
    </p:spTree>
    <p:extLst>
      <p:ext uri="{BB962C8B-B14F-4D97-AF65-F5344CB8AC3E}">
        <p14:creationId xmlns:p14="http://schemas.microsoft.com/office/powerpoint/2010/main" val="130754594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8" name="Chart Placeholder 7"/>
          <p:cNvSpPr>
            <a:spLocks noGrp="1"/>
          </p:cNvSpPr>
          <p:nvPr>
            <p:ph type="chart" sz="quarter" idx="13"/>
          </p:nvPr>
        </p:nvSpPr>
        <p:spPr>
          <a:xfrm>
            <a:off x="4716463" y="962025"/>
            <a:ext cx="3959225" cy="5130800"/>
          </a:xfrm>
        </p:spPr>
        <p:txBody>
          <a:bodyPr/>
          <a:lstStyle>
            <a:lvl1pPr marL="0" indent="0">
              <a:buNone/>
              <a:defRPr cap="all" baseline="0"/>
            </a:lvl1pPr>
          </a:lstStyle>
          <a:p>
            <a:r>
              <a:rPr lang="en-US"/>
              <a:t>Click icon to add chart</a:t>
            </a:r>
            <a:endParaRPr lang="en-US" dirty="0"/>
          </a:p>
        </p:txBody>
      </p:sp>
      <p:sp>
        <p:nvSpPr>
          <p:cNvPr id="7"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24894442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ull Page Char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Click to edit Master text styles</a:t>
            </a:r>
          </a:p>
        </p:txBody>
      </p:sp>
      <p:sp>
        <p:nvSpPr>
          <p:cNvPr id="7" name="Chart Placeholder 7"/>
          <p:cNvSpPr>
            <a:spLocks noGrp="1"/>
          </p:cNvSpPr>
          <p:nvPr>
            <p:ph type="chart" sz="quarter" idx="14"/>
          </p:nvPr>
        </p:nvSpPr>
        <p:spPr>
          <a:xfrm>
            <a:off x="468313" y="1916113"/>
            <a:ext cx="8207375" cy="4176712"/>
          </a:xfrm>
        </p:spPr>
        <p:txBody>
          <a:bodyPr/>
          <a:lstStyle>
            <a:lvl1pPr marL="0" indent="0">
              <a:buNone/>
              <a:defRPr cap="all" baseline="0"/>
            </a:lvl1pPr>
          </a:lstStyle>
          <a:p>
            <a:r>
              <a:rPr lang="en-US"/>
              <a:t>Click icon to add chart</a:t>
            </a:r>
            <a:endParaRPr lang="en-US" dirty="0"/>
          </a:p>
        </p:txBody>
      </p:sp>
      <p:sp>
        <p:nvSpPr>
          <p:cNvPr id="14"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55310132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ull Page Tabl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a:p>
        </p:txBody>
      </p:sp>
      <p:sp>
        <p:nvSpPr>
          <p:cNvPr id="8" name="Text Placeholder 7"/>
          <p:cNvSpPr>
            <a:spLocks noGrp="1"/>
          </p:cNvSpPr>
          <p:nvPr>
            <p:ph type="body" sz="quarter" idx="13"/>
          </p:nvPr>
        </p:nvSpPr>
        <p:spPr>
          <a:xfrm>
            <a:off x="468313" y="1389887"/>
            <a:ext cx="8207375" cy="244800"/>
          </a:xfrm>
        </p:spPr>
        <p:txBody>
          <a:bodyPr wrap="square">
            <a:spAutoFit/>
          </a:bodyPr>
          <a:lstStyle>
            <a:lvl1pPr marL="0" indent="0">
              <a:lnSpc>
                <a:spcPct val="100000"/>
              </a:lnSpc>
              <a:buNone/>
              <a:defRPr sz="1600"/>
            </a:lvl1pPr>
          </a:lstStyle>
          <a:p>
            <a:pPr lvl="0"/>
            <a:r>
              <a:rPr lang="en-US"/>
              <a:t>Click to edit Master text styles</a:t>
            </a:r>
          </a:p>
        </p:txBody>
      </p:sp>
      <p:sp>
        <p:nvSpPr>
          <p:cNvPr id="3" name="Table Placeholder 2"/>
          <p:cNvSpPr>
            <a:spLocks noGrp="1"/>
          </p:cNvSpPr>
          <p:nvPr>
            <p:ph type="tbl" sz="quarter" idx="14"/>
          </p:nvPr>
        </p:nvSpPr>
        <p:spPr>
          <a:xfrm>
            <a:off x="468313" y="1916113"/>
            <a:ext cx="8207375" cy="4176712"/>
          </a:xfrm>
        </p:spPr>
        <p:txBody>
          <a:bodyPr/>
          <a:lstStyle/>
          <a:p>
            <a:r>
              <a:rPr lang="en-US"/>
              <a:t>Click icon to add table</a:t>
            </a:r>
            <a:endParaRPr lang="en-US" dirty="0"/>
          </a:p>
        </p:txBody>
      </p:sp>
      <p:sp>
        <p:nvSpPr>
          <p:cNvPr id="9"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42561640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xt and Imag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8312" y="2276476"/>
            <a:ext cx="3959225" cy="3673475"/>
          </a:xfrm>
        </p:spPr>
        <p:txBody>
          <a:body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7" name="Picture Placeholder 6"/>
          <p:cNvSpPr>
            <a:spLocks noGrp="1"/>
          </p:cNvSpPr>
          <p:nvPr>
            <p:ph type="pic" sz="quarter" idx="13"/>
          </p:nvPr>
        </p:nvSpPr>
        <p:spPr>
          <a:xfrm>
            <a:off x="4716462" y="962025"/>
            <a:ext cx="3959225" cy="4987925"/>
          </a:xfrm>
          <a:solidFill>
            <a:schemeClr val="bg1">
              <a:lumMod val="95000"/>
            </a:schemeClr>
          </a:solidFill>
        </p:spPr>
        <p:txBody>
          <a:bodyPr/>
          <a:lstStyle>
            <a:lvl1pPr marL="0" indent="0">
              <a:buNone/>
              <a:defRPr cap="all" baseline="0"/>
            </a:lvl1pPr>
          </a:lstStyle>
          <a:p>
            <a:r>
              <a:rPr lang="en-US"/>
              <a:t>Click icon to add picture</a:t>
            </a:r>
            <a:endParaRPr lang="en-US" dirty="0"/>
          </a:p>
        </p:txBody>
      </p:sp>
      <p:sp>
        <p:nvSpPr>
          <p:cNvPr id="10" name="Text Placeholder 2"/>
          <p:cNvSpPr>
            <a:spLocks noGrp="1"/>
          </p:cNvSpPr>
          <p:nvPr>
            <p:ph type="body" idx="14" hasCustomPrompt="1"/>
          </p:nvPr>
        </p:nvSpPr>
        <p:spPr>
          <a:xfrm>
            <a:off x="4582636" y="6076951"/>
            <a:ext cx="4200699" cy="153888"/>
          </a:xfrm>
        </p:spPr>
        <p:txBody>
          <a:bodyPr wrap="square" anchor="t" anchorCtr="0">
            <a:spAutoFit/>
          </a:bodyPr>
          <a:lstStyle>
            <a:lvl1pPr marL="0" indent="0">
              <a:buNone/>
              <a:defRPr sz="10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25021694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ide 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a:t>Click icon to add picture</a:t>
            </a:r>
            <a:endParaRPr lang="en-US" dirty="0"/>
          </a:p>
        </p:txBody>
      </p:sp>
      <p:sp>
        <p:nvSpPr>
          <p:cNvPr id="6" name="Rectangle 5"/>
          <p:cNvSpPr/>
          <p:nvPr/>
        </p:nvSpPr>
        <p:spPr>
          <a:xfrm>
            <a:off x="0" y="685800"/>
            <a:ext cx="4572000" cy="61722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p:cNvSpPr>
            <a:spLocks noGrp="1"/>
          </p:cNvSpPr>
          <p:nvPr>
            <p:ph type="body" idx="1"/>
          </p:nvPr>
        </p:nvSpPr>
        <p:spPr>
          <a:xfrm>
            <a:off x="468313" y="1755648"/>
            <a:ext cx="3959226"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8313" y="2276475"/>
            <a:ext cx="3959226" cy="3816351"/>
          </a:xfrm>
        </p:spPr>
        <p:txBody>
          <a:body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10" name="TextBox 9"/>
          <p:cNvSpPr txBox="1"/>
          <p:nvPr/>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Markit</a:t>
            </a:r>
            <a:r>
              <a:rPr lang="en-US" sz="600" baseline="30000" dirty="0">
                <a:solidFill>
                  <a:schemeClr val="tx2"/>
                </a:solidFill>
              </a:rPr>
              <a:t>TM</a:t>
            </a:r>
            <a:r>
              <a:rPr lang="en-US" sz="600" dirty="0">
                <a:solidFill>
                  <a:schemeClr val="tx2"/>
                </a:solidFill>
              </a:rPr>
              <a:t>. All Rights Reserved.</a:t>
            </a:r>
          </a:p>
        </p:txBody>
      </p:sp>
      <p:sp>
        <p:nvSpPr>
          <p:cNvPr id="11" name="Title 1"/>
          <p:cNvSpPr>
            <a:spLocks noGrp="1"/>
          </p:cNvSpPr>
          <p:nvPr>
            <p:ph type="title"/>
          </p:nvPr>
        </p:nvSpPr>
        <p:spPr>
          <a:xfrm>
            <a:off x="468312" y="961012"/>
            <a:ext cx="3959225" cy="370800"/>
          </a:xfrm>
        </p:spPr>
        <p:txBody>
          <a:bodyPr/>
          <a:lstStyle/>
          <a:p>
            <a:r>
              <a:rPr lang="en-US"/>
              <a:t>Click to edit Master title style</a:t>
            </a:r>
            <a:endParaRPr lang="en-US" dirty="0"/>
          </a:p>
        </p:txBody>
      </p:sp>
      <p:sp>
        <p:nvSpPr>
          <p:cNvPr id="2" name="Rectangle 1">
            <a:extLst>
              <a:ext uri="{FF2B5EF4-FFF2-40B4-BE49-F238E27FC236}">
                <a16:creationId xmlns:a16="http://schemas.microsoft.com/office/drawing/2014/main" id="{64C89224-4151-04E1-8B13-4D6B804CB561}"/>
              </a:ext>
            </a:extLst>
          </p:cNvPr>
          <p:cNvSpPr/>
          <p:nvPr userDrawn="1"/>
        </p:nvSpPr>
        <p:spPr>
          <a:xfrm>
            <a:off x="0" y="685800"/>
            <a:ext cx="4572000" cy="617220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299FD3-F939-A06B-7FAE-D17F8F433F04}"/>
              </a:ext>
            </a:extLst>
          </p:cNvPr>
          <p:cNvSpPr txBox="1"/>
          <p:nvPr userDrawn="1"/>
        </p:nvSpPr>
        <p:spPr>
          <a:xfrm>
            <a:off x="468313" y="6621522"/>
            <a:ext cx="1934825" cy="184666"/>
          </a:xfrm>
          <a:prstGeom prst="rect">
            <a:avLst/>
          </a:prstGeom>
          <a:noFill/>
        </p:spPr>
        <p:txBody>
          <a:bodyPr wrap="none" lIns="0" rIns="0" rtlCol="0">
            <a:spAutoFit/>
          </a:bodyPr>
          <a:lstStyle/>
          <a:p>
            <a:r>
              <a:rPr lang="en-US" sz="600" dirty="0">
                <a:solidFill>
                  <a:schemeClr val="tx2"/>
                </a:solidFill>
              </a:rPr>
              <a:t>Confidential. © 2017 IHS </a:t>
            </a:r>
            <a:r>
              <a:rPr lang="en-US" sz="600" dirty="0" err="1">
                <a:solidFill>
                  <a:schemeClr val="tx2"/>
                </a:solidFill>
              </a:rPr>
              <a:t>Markit</a:t>
            </a:r>
            <a:r>
              <a:rPr lang="en-US" sz="600" baseline="30000" dirty="0" err="1">
                <a:solidFill>
                  <a:schemeClr val="tx2"/>
                </a:solidFill>
              </a:rPr>
              <a:t>TM</a:t>
            </a:r>
            <a:r>
              <a:rPr lang="en-US" sz="600" dirty="0">
                <a:solidFill>
                  <a:schemeClr val="tx2"/>
                </a:solidFill>
              </a:rPr>
              <a:t>. All Rights Reserved.</a:t>
            </a:r>
          </a:p>
        </p:txBody>
      </p:sp>
    </p:spTree>
    <p:extLst>
      <p:ext uri="{BB962C8B-B14F-4D97-AF65-F5344CB8AC3E}">
        <p14:creationId xmlns:p14="http://schemas.microsoft.com/office/powerpoint/2010/main" val="35071390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and Full Page Image">
    <p:spTree>
      <p:nvGrpSpPr>
        <p:cNvPr id="1" name=""/>
        <p:cNvGrpSpPr/>
        <p:nvPr/>
      </p:nvGrpSpPr>
      <p:grpSpPr>
        <a:xfrm>
          <a:off x="0" y="0"/>
          <a:ext cx="0" cy="0"/>
          <a:chOff x="0" y="0"/>
          <a:chExt cx="0" cy="0"/>
        </a:xfrm>
      </p:grpSpPr>
      <p:sp>
        <p:nvSpPr>
          <p:cNvPr id="7" name="Picture Placeholder 6"/>
          <p:cNvSpPr>
            <a:spLocks noGrp="1"/>
          </p:cNvSpPr>
          <p:nvPr>
            <p:ph type="pic" sz="quarter" idx="13"/>
          </p:nvPr>
        </p:nvSpPr>
        <p:spPr>
          <a:xfrm>
            <a:off x="0" y="685800"/>
            <a:ext cx="9144000" cy="6172200"/>
          </a:xfrm>
          <a:solidFill>
            <a:schemeClr val="tx2">
              <a:lumMod val="20000"/>
              <a:lumOff val="80000"/>
            </a:schemeClr>
          </a:solidFill>
        </p:spPr>
        <p:txBody>
          <a:bodyPr/>
          <a:lstStyle>
            <a:lvl1pPr marL="0" indent="0">
              <a:buNone/>
              <a:defRPr cap="all" baseline="0"/>
            </a:lvl1pPr>
          </a:lstStyle>
          <a:p>
            <a:r>
              <a:rPr lang="en-US"/>
              <a:t>Click icon to add picture</a:t>
            </a:r>
            <a:endParaRPr lang="en-US" dirty="0"/>
          </a:p>
        </p:txBody>
      </p:sp>
      <p:sp>
        <p:nvSpPr>
          <p:cNvPr id="6" name="Rectangle 5"/>
          <p:cNvSpPr/>
          <p:nvPr/>
        </p:nvSpPr>
        <p:spPr>
          <a:xfrm>
            <a:off x="0" y="3311747"/>
            <a:ext cx="9144000" cy="308215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a:p>
        </p:txBody>
      </p:sp>
      <p:sp>
        <p:nvSpPr>
          <p:cNvPr id="2" name="Title 1"/>
          <p:cNvSpPr>
            <a:spLocks noGrp="1"/>
          </p:cNvSpPr>
          <p:nvPr>
            <p:ph type="title"/>
          </p:nvPr>
        </p:nvSpPr>
        <p:spPr>
          <a:xfrm>
            <a:off x="468313" y="3700498"/>
            <a:ext cx="8207376" cy="370800"/>
          </a:xfrm>
        </p:spPr>
        <p:txBody>
          <a:bodyPr wrap="square" anchor="t"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468313" y="4127212"/>
            <a:ext cx="8207375" cy="246221"/>
          </a:xfrm>
        </p:spPr>
        <p:txBody>
          <a:bodyPr wrap="square" anchor="t" anchorCtr="0">
            <a:spAutoFit/>
          </a:bodyPr>
          <a:lstStyle>
            <a:lvl1pPr marL="0" indent="0">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68313" y="4590290"/>
            <a:ext cx="8207375" cy="1110751"/>
          </a:xfrm>
        </p:spPr>
        <p:txBody>
          <a:bodyPr/>
          <a:lstStyle>
            <a:lvl1pPr marL="0" indent="0">
              <a:buNone/>
              <a:defRPr/>
            </a:lvl1pPr>
          </a:lstStyle>
          <a:p>
            <a:pPr lvl="0"/>
            <a:r>
              <a:rPr lang="en-US"/>
              <a:t>Click to edit Master text styles</a:t>
            </a:r>
          </a:p>
        </p:txBody>
      </p:sp>
      <p:sp>
        <p:nvSpPr>
          <p:cNvPr id="10" name="TextBox 9"/>
          <p:cNvSpPr txBox="1"/>
          <p:nvPr/>
        </p:nvSpPr>
        <p:spPr>
          <a:xfrm>
            <a:off x="468313" y="6621522"/>
            <a:ext cx="1899559" cy="184666"/>
          </a:xfrm>
          <a:prstGeom prst="rect">
            <a:avLst/>
          </a:prstGeom>
          <a:noFill/>
        </p:spPr>
        <p:txBody>
          <a:bodyPr wrap="none" lIns="0" rIns="0" rtlCol="0">
            <a:spAutoFit/>
          </a:bodyPr>
          <a:lstStyle/>
          <a:p>
            <a:r>
              <a:rPr lang="en-US" sz="600" dirty="0">
                <a:solidFill>
                  <a:schemeClr val="tx2"/>
                </a:solidFill>
              </a:rPr>
              <a:t>Confidential. © 2017 IHS Markit</a:t>
            </a:r>
            <a:r>
              <a:rPr lang="en-US" sz="600" baseline="30000" dirty="0">
                <a:solidFill>
                  <a:schemeClr val="tx2"/>
                </a:solidFill>
              </a:rPr>
              <a:t>TM</a:t>
            </a:r>
            <a:r>
              <a:rPr lang="en-US" sz="600" dirty="0">
                <a:solidFill>
                  <a:schemeClr val="tx2"/>
                </a:solidFill>
              </a:rPr>
              <a:t>. All Rights Reserved.</a:t>
            </a:r>
          </a:p>
        </p:txBody>
      </p:sp>
      <p:sp>
        <p:nvSpPr>
          <p:cNvPr id="5" name="Rectangle 4">
            <a:extLst>
              <a:ext uri="{FF2B5EF4-FFF2-40B4-BE49-F238E27FC236}">
                <a16:creationId xmlns:a16="http://schemas.microsoft.com/office/drawing/2014/main" id="{48AFC3BC-3863-AE6A-3338-00EEED844284}"/>
              </a:ext>
            </a:extLst>
          </p:cNvPr>
          <p:cNvSpPr/>
          <p:nvPr userDrawn="1"/>
        </p:nvSpPr>
        <p:spPr>
          <a:xfrm>
            <a:off x="0" y="3311747"/>
            <a:ext cx="9144000" cy="3082159"/>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88E2A2B-1E5F-B2C3-A631-77FF1B153188}"/>
              </a:ext>
            </a:extLst>
          </p:cNvPr>
          <p:cNvSpPr txBox="1"/>
          <p:nvPr userDrawn="1"/>
        </p:nvSpPr>
        <p:spPr>
          <a:xfrm>
            <a:off x="468313" y="6621522"/>
            <a:ext cx="1899559" cy="184666"/>
          </a:xfrm>
          <a:prstGeom prst="rect">
            <a:avLst/>
          </a:prstGeom>
          <a:noFill/>
        </p:spPr>
        <p:txBody>
          <a:bodyPr wrap="none" lIns="0" rIns="0" rtlCol="0">
            <a:spAutoFit/>
          </a:bodyPr>
          <a:lstStyle/>
          <a:p>
            <a:r>
              <a:rPr lang="en-US" sz="600" dirty="0">
                <a:solidFill>
                  <a:schemeClr val="tx2"/>
                </a:solidFill>
              </a:rPr>
              <a:t>Confidential. © 2017 IHS </a:t>
            </a:r>
            <a:r>
              <a:rPr lang="en-US" sz="600" dirty="0" err="1">
                <a:solidFill>
                  <a:schemeClr val="tx2"/>
                </a:solidFill>
              </a:rPr>
              <a:t>Markit</a:t>
            </a:r>
            <a:r>
              <a:rPr lang="en-US" sz="600" baseline="30000" dirty="0" err="1">
                <a:solidFill>
                  <a:schemeClr val="tx2"/>
                </a:solidFill>
              </a:rPr>
              <a:t>TM</a:t>
            </a:r>
            <a:r>
              <a:rPr lang="en-US" sz="600" dirty="0">
                <a:solidFill>
                  <a:schemeClr val="tx2"/>
                </a:solidFill>
              </a:rPr>
              <a:t>. All Rights Reserved.</a:t>
            </a:r>
          </a:p>
        </p:txBody>
      </p:sp>
    </p:spTree>
    <p:extLst>
      <p:ext uri="{BB962C8B-B14F-4D97-AF65-F5344CB8AC3E}">
        <p14:creationId xmlns:p14="http://schemas.microsoft.com/office/powerpoint/2010/main" val="10964564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5" name="Slide Number Placeholder 4"/>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32582033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704619B-9823-F845-874B-2390AC991BC7}" type="slidenum">
              <a:rPr lang="en-US" smtClean="0"/>
              <a:t>‹#›</a:t>
            </a:fld>
            <a:endParaRPr lang="en-US"/>
          </a:p>
        </p:txBody>
      </p:sp>
    </p:spTree>
    <p:extLst>
      <p:ext uri="{BB962C8B-B14F-4D97-AF65-F5344CB8AC3E}">
        <p14:creationId xmlns:p14="http://schemas.microsoft.com/office/powerpoint/2010/main" val="36541478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Public Use Disclaimer">
    <p:spTree>
      <p:nvGrpSpPr>
        <p:cNvPr id="1" name=""/>
        <p:cNvGrpSpPr/>
        <p:nvPr/>
      </p:nvGrpSpPr>
      <p:grpSpPr>
        <a:xfrm>
          <a:off x="0" y="0"/>
          <a:ext cx="0" cy="0"/>
          <a:chOff x="0" y="0"/>
          <a:chExt cx="0" cy="0"/>
        </a:xfrm>
      </p:grpSpPr>
      <p:sp>
        <p:nvSpPr>
          <p:cNvPr id="13" name="TextBox 12"/>
          <p:cNvSpPr txBox="1"/>
          <p:nvPr/>
        </p:nvSpPr>
        <p:spPr>
          <a:xfrm>
            <a:off x="468313" y="4005064"/>
            <a:ext cx="8207375" cy="792088"/>
          </a:xfrm>
          <a:prstGeom prst="rect">
            <a:avLst/>
          </a:prstGeom>
          <a:noFill/>
        </p:spPr>
        <p:txBody>
          <a:bodyPr wrap="square" lIns="0" tIns="0" rIns="468000" bIns="0" rtlCol="0">
            <a:noAutofit/>
          </a:bodyPr>
          <a:lstStyle/>
          <a:p>
            <a:pPr marL="0" indent="0">
              <a:lnSpc>
                <a:spcPct val="120000"/>
              </a:lnSpc>
              <a:spcAft>
                <a:spcPts val="200"/>
              </a:spcAft>
            </a:pPr>
            <a:r>
              <a:rPr lang="en-GB" sz="1100" b="0" dirty="0">
                <a:solidFill>
                  <a:schemeClr val="accent1"/>
                </a:solidFill>
                <a:latin typeface="+mn-lt"/>
                <a:cs typeface="Arial" pitchFamily="34" charset="0"/>
              </a:rPr>
              <a:t>IHS Markit</a:t>
            </a:r>
            <a:r>
              <a:rPr lang="en-GB" sz="1100" b="0" baseline="0" dirty="0">
                <a:solidFill>
                  <a:schemeClr val="accent1"/>
                </a:solidFill>
                <a:latin typeface="+mn-lt"/>
                <a:cs typeface="Arial" pitchFamily="34" charset="0"/>
              </a:rPr>
              <a:t> </a:t>
            </a:r>
            <a:r>
              <a:rPr lang="en-GB" sz="1100" b="0" dirty="0">
                <a:solidFill>
                  <a:schemeClr val="accent1"/>
                </a:solidFill>
                <a:latin typeface="+mn-lt"/>
                <a:cs typeface="Arial" pitchFamily="34" charset="0"/>
              </a:rPr>
              <a:t>Customer Care</a:t>
            </a:r>
          </a:p>
          <a:p>
            <a:pPr marL="0" indent="-108000">
              <a:lnSpc>
                <a:spcPct val="120000"/>
              </a:lnSpc>
              <a:buFont typeface="Arial" pitchFamily="34" charset="0"/>
              <a:buNone/>
            </a:pPr>
            <a:r>
              <a:rPr lang="en-GB" sz="800" b="0" dirty="0">
                <a:solidFill>
                  <a:schemeClr val="tx1"/>
                </a:solidFill>
                <a:latin typeface="+mn-lt"/>
                <a:cs typeface="Arial" pitchFamily="34" charset="0"/>
              </a:rPr>
              <a:t>CustomerCare@ihsmarkit.com</a:t>
            </a:r>
          </a:p>
          <a:p>
            <a:pPr marL="0" indent="-108000">
              <a:lnSpc>
                <a:spcPct val="120000"/>
              </a:lnSpc>
              <a:buFont typeface="Arial" pitchFamily="34" charset="0"/>
              <a:buNone/>
            </a:pPr>
            <a:r>
              <a:rPr lang="en-GB" sz="800" b="0" dirty="0">
                <a:solidFill>
                  <a:schemeClr val="tx1"/>
                </a:solidFill>
                <a:latin typeface="+mn-lt"/>
                <a:cs typeface="Arial" pitchFamily="34" charset="0"/>
              </a:rPr>
              <a:t>Americas:</a:t>
            </a:r>
            <a:r>
              <a:rPr lang="ru-RU" sz="800" b="0" dirty="0">
                <a:solidFill>
                  <a:schemeClr val="tx1"/>
                </a:solidFill>
                <a:latin typeface="+mn-lt"/>
                <a:cs typeface="Arial" pitchFamily="34" charset="0"/>
              </a:rPr>
              <a:t> +</a:t>
            </a:r>
            <a:r>
              <a:rPr lang="en-GB" sz="800" b="0" dirty="0">
                <a:solidFill>
                  <a:schemeClr val="tx1"/>
                </a:solidFill>
                <a:latin typeface="+mn-lt"/>
                <a:cs typeface="Arial" pitchFamily="34" charset="0"/>
              </a:rPr>
              <a:t>1 800 IHS CARE (+1 800 447 2273)</a:t>
            </a:r>
          </a:p>
          <a:p>
            <a:pPr marL="0" indent="-108000">
              <a:lnSpc>
                <a:spcPct val="120000"/>
              </a:lnSpc>
              <a:buFont typeface="Arial" pitchFamily="34" charset="0"/>
              <a:buNone/>
            </a:pPr>
            <a:r>
              <a:rPr lang="en-GB" sz="800" b="0" baseline="0" dirty="0">
                <a:solidFill>
                  <a:schemeClr val="tx1"/>
                </a:solidFill>
                <a:latin typeface="+mn-lt"/>
                <a:cs typeface="Arial" pitchFamily="34" charset="0"/>
              </a:rPr>
              <a:t>Europe, Middle East, and Africa: </a:t>
            </a:r>
            <a:r>
              <a:rPr lang="en-GB" sz="800" b="0" dirty="0">
                <a:solidFill>
                  <a:schemeClr val="tx1"/>
                </a:solidFill>
                <a:latin typeface="+mn-lt"/>
                <a:cs typeface="Arial" pitchFamily="34" charset="0"/>
              </a:rPr>
              <a:t>+44 (0) 1344 328 300</a:t>
            </a:r>
          </a:p>
          <a:p>
            <a:pPr marL="0" indent="-108000">
              <a:lnSpc>
                <a:spcPct val="120000"/>
              </a:lnSpc>
              <a:buFont typeface="Arial" pitchFamily="34" charset="0"/>
              <a:buNone/>
            </a:pPr>
            <a:r>
              <a:rPr lang="en-GB" sz="800" b="0" dirty="0">
                <a:solidFill>
                  <a:schemeClr val="tx1"/>
                </a:solidFill>
                <a:latin typeface="+mn-lt"/>
                <a:cs typeface="Arial" pitchFamily="34" charset="0"/>
              </a:rPr>
              <a:t>Asia and the Pacific Rim: +604</a:t>
            </a:r>
            <a:r>
              <a:rPr lang="en-GB" sz="800" b="0" baseline="0" dirty="0">
                <a:solidFill>
                  <a:schemeClr val="tx1"/>
                </a:solidFill>
                <a:latin typeface="+mn-lt"/>
                <a:cs typeface="Arial" pitchFamily="34" charset="0"/>
              </a:rPr>
              <a:t> 291 3600</a:t>
            </a:r>
            <a:endParaRPr lang="en-GB" sz="800" b="0" dirty="0">
              <a:solidFill>
                <a:schemeClr val="tx1"/>
              </a:solidFill>
              <a:latin typeface="+mn-lt"/>
              <a:cs typeface="Arial" pitchFamily="34" charset="0"/>
            </a:endParaRPr>
          </a:p>
        </p:txBody>
      </p:sp>
      <p:sp>
        <p:nvSpPr>
          <p:cNvPr id="14" name="Line 25"/>
          <p:cNvSpPr>
            <a:spLocks noChangeShapeType="1"/>
          </p:cNvSpPr>
          <p:nvPr/>
        </p:nvSpPr>
        <p:spPr bwMode="auto">
          <a:xfrm>
            <a:off x="468313" y="5013176"/>
            <a:ext cx="8207375" cy="0"/>
          </a:xfrm>
          <a:prstGeom prst="line">
            <a:avLst/>
          </a:prstGeom>
          <a:noFill/>
          <a:ln w="6350">
            <a:solidFill>
              <a:schemeClr val="accent1"/>
            </a:solidFill>
            <a:round/>
            <a:headEnd/>
            <a:tailEnd/>
          </a:ln>
        </p:spPr>
        <p:txBody>
          <a:bodyPr/>
          <a:lstStyle/>
          <a:p>
            <a:endParaRPr lang="en-US" dirty="0"/>
          </a:p>
        </p:txBody>
      </p:sp>
      <p:sp>
        <p:nvSpPr>
          <p:cNvPr id="7" name="TextBox 6"/>
          <p:cNvSpPr txBox="1"/>
          <p:nvPr/>
        </p:nvSpPr>
        <p:spPr>
          <a:xfrm>
            <a:off x="468313" y="5157192"/>
            <a:ext cx="4823767" cy="1125335"/>
          </a:xfrm>
          <a:prstGeom prst="rect">
            <a:avLst/>
          </a:prstGeom>
          <a:noFill/>
        </p:spPr>
        <p:txBody>
          <a:bodyPr wrap="square" lIns="0" tIns="0" rIns="0" bIns="0" rtlCol="0" anchor="b">
            <a:noAutofit/>
          </a:bodyPr>
          <a:lstStyle/>
          <a:p>
            <a:pPr algn="l">
              <a:spcAft>
                <a:spcPts val="200"/>
              </a:spcAft>
            </a:pPr>
            <a:r>
              <a:rPr lang="en-US" sz="700" b="1" dirty="0">
                <a:solidFill>
                  <a:srgbClr val="00AB4E"/>
                </a:solidFill>
                <a:latin typeface="+mn-lt"/>
                <a:cs typeface="Arial" pitchFamily="34" charset="0"/>
              </a:rPr>
              <a:t>Disclaimer</a:t>
            </a:r>
            <a:endParaRPr lang="en-US" sz="500" b="1" dirty="0">
              <a:solidFill>
                <a:srgbClr val="00AB4E"/>
              </a:solidFill>
              <a:latin typeface="+mn-lt"/>
              <a:cs typeface="Arial" pitchFamily="34" charset="0"/>
            </a:endParaRPr>
          </a:p>
          <a:p>
            <a:pPr algn="l"/>
            <a:r>
              <a:rPr lang="en-US" sz="500" dirty="0">
                <a:solidFill>
                  <a:schemeClr val="tx1"/>
                </a:solidFill>
                <a:latin typeface="+mn-lt"/>
                <a:cs typeface="Arial" pitchFamily="34" charset="0"/>
              </a:rPr>
              <a:t>The information contained in this presentation is confidential. Any unauthorized use, disclosure, reproduction, or dissemination, in full or in part, in any media or by any means, without the prior written permission of IHS Markit Ltd. or any of its affiliates ("IHS Markit") is strictly prohibited. IHS Markit owns all IHS Markit logos and trade names contained in this presentation that are subject to license. Opinions, statements, estimates, and projections in this presentation (including other media) are solely those of the individual author(s) at the time of writing and do not necessarily reflect the opinions of IHS Markit. Neither IHS Markit nor the author(s) has any obligation to update this presentation in the event that any content, opinion, statement, estimate,</a:t>
            </a:r>
            <a:r>
              <a:rPr lang="en-US" sz="500" baseline="0" dirty="0">
                <a:solidFill>
                  <a:schemeClr val="tx1"/>
                </a:solidFill>
                <a:latin typeface="+mn-lt"/>
                <a:cs typeface="Arial" pitchFamily="34" charset="0"/>
              </a:rPr>
              <a:t> </a:t>
            </a:r>
            <a:r>
              <a:rPr lang="en-US" sz="500" dirty="0">
                <a:solidFill>
                  <a:schemeClr val="tx1"/>
                </a:solidFill>
                <a:latin typeface="+mn-lt"/>
                <a:cs typeface="Arial" pitchFamily="34" charset="0"/>
              </a:rPr>
              <a:t>or projection (collectively, "information") changes or subsequently becomes inaccurate. IHS Markit makes no warranty, expressed or implied, as to the accuracy, completeness, or timeliness of any information in this presentation, and shall not in any way be liable to any recipient for any inaccuracies or omissions. Without limiting the foregoing, IHS Markit shall have no liability whatsoever to any recipient, whether in contract, in tort (including negligence), under warranty, under statute or otherwise, in respect of any loss or damage suffered by any recipient as a result of or in connection with any information provided, or any course of action determined, by it or any third party, whether or not based on any information provided. The inclusion of a link to an external website by IHS Markit should not be understood to be an endorsement of that website or the site's owners (or their products/services). IHS Markit is not responsible for either the content or output of external websites. Copyright © 2017, IHS Markit</a:t>
            </a:r>
            <a:r>
              <a:rPr lang="en-US" sz="500" baseline="30000" dirty="0">
                <a:solidFill>
                  <a:schemeClr val="tx1"/>
                </a:solidFill>
                <a:latin typeface="+mn-lt"/>
                <a:cs typeface="Arial" pitchFamily="34" charset="0"/>
              </a:rPr>
              <a:t>TM</a:t>
            </a:r>
            <a:r>
              <a:rPr lang="en-US" sz="500" dirty="0">
                <a:solidFill>
                  <a:schemeClr val="tx1"/>
                </a:solidFill>
                <a:latin typeface="+mn-lt"/>
                <a:cs typeface="Arial" pitchFamily="34" charset="0"/>
              </a:rPr>
              <a:t>. All rights reserved and all intellectual property rights are retained by IHS Markit. </a:t>
            </a:r>
          </a:p>
          <a:p>
            <a:pPr algn="l"/>
            <a:endParaRPr lang="en-US" sz="500" dirty="0">
              <a:solidFill>
                <a:schemeClr val="tx1"/>
              </a:solidFill>
              <a:latin typeface="+mn-lt"/>
              <a:cs typeface="Arial" pitchFamily="34"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29470" y="4998890"/>
            <a:ext cx="3023366" cy="1219099"/>
          </a:xfrm>
          <a:prstGeom prst="rect">
            <a:avLst/>
          </a:prstGeom>
        </p:spPr>
      </p:pic>
      <p:sp>
        <p:nvSpPr>
          <p:cNvPr id="2" name="TextBox 1">
            <a:extLst>
              <a:ext uri="{FF2B5EF4-FFF2-40B4-BE49-F238E27FC236}">
                <a16:creationId xmlns:a16="http://schemas.microsoft.com/office/drawing/2014/main" id="{55E02A6C-8506-19BE-DB5A-FD870701E1AE}"/>
              </a:ext>
            </a:extLst>
          </p:cNvPr>
          <p:cNvSpPr txBox="1"/>
          <p:nvPr userDrawn="1"/>
        </p:nvSpPr>
        <p:spPr>
          <a:xfrm>
            <a:off x="468313" y="4005064"/>
            <a:ext cx="8207375" cy="792088"/>
          </a:xfrm>
          <a:prstGeom prst="rect">
            <a:avLst/>
          </a:prstGeom>
          <a:noFill/>
        </p:spPr>
        <p:txBody>
          <a:bodyPr wrap="square" lIns="0" tIns="0" rIns="468000" bIns="0" rtlCol="0">
            <a:noAutofit/>
          </a:bodyPr>
          <a:lstStyle/>
          <a:p>
            <a:pPr marL="0" indent="0">
              <a:lnSpc>
                <a:spcPct val="120000"/>
              </a:lnSpc>
              <a:spcAft>
                <a:spcPts val="200"/>
              </a:spcAft>
            </a:pPr>
            <a:r>
              <a:rPr lang="en-GB" sz="1100" b="0" dirty="0">
                <a:solidFill>
                  <a:schemeClr val="accent1"/>
                </a:solidFill>
                <a:latin typeface="+mn-lt"/>
                <a:cs typeface="Arial" pitchFamily="34" charset="0"/>
              </a:rPr>
              <a:t>IHS Markit</a:t>
            </a:r>
            <a:r>
              <a:rPr lang="en-GB" sz="1100" b="0" baseline="0" dirty="0">
                <a:solidFill>
                  <a:schemeClr val="accent1"/>
                </a:solidFill>
                <a:latin typeface="+mn-lt"/>
                <a:cs typeface="Arial" pitchFamily="34" charset="0"/>
              </a:rPr>
              <a:t> </a:t>
            </a:r>
            <a:r>
              <a:rPr lang="en-GB" sz="1100" b="0" dirty="0">
                <a:solidFill>
                  <a:schemeClr val="accent1"/>
                </a:solidFill>
                <a:latin typeface="+mn-lt"/>
                <a:cs typeface="Arial" pitchFamily="34" charset="0"/>
              </a:rPr>
              <a:t>Customer Care</a:t>
            </a:r>
          </a:p>
          <a:p>
            <a:pPr marL="0" indent="-108000">
              <a:lnSpc>
                <a:spcPct val="120000"/>
              </a:lnSpc>
              <a:buFont typeface="Arial" pitchFamily="34" charset="0"/>
              <a:buNone/>
            </a:pPr>
            <a:r>
              <a:rPr lang="en-GB" sz="800" b="0" dirty="0">
                <a:solidFill>
                  <a:schemeClr val="tx1"/>
                </a:solidFill>
                <a:latin typeface="+mn-lt"/>
                <a:cs typeface="Arial" pitchFamily="34" charset="0"/>
              </a:rPr>
              <a:t>CustomerCare@ihsmarkit.com</a:t>
            </a:r>
          </a:p>
          <a:p>
            <a:pPr marL="0" indent="-108000">
              <a:lnSpc>
                <a:spcPct val="120000"/>
              </a:lnSpc>
              <a:buFont typeface="Arial" pitchFamily="34" charset="0"/>
              <a:buNone/>
            </a:pPr>
            <a:r>
              <a:rPr lang="en-GB" sz="800" b="0" dirty="0">
                <a:solidFill>
                  <a:schemeClr val="tx1"/>
                </a:solidFill>
                <a:latin typeface="+mn-lt"/>
                <a:cs typeface="Arial" pitchFamily="34" charset="0"/>
              </a:rPr>
              <a:t>Americas:</a:t>
            </a:r>
            <a:r>
              <a:rPr lang="ru-RU" sz="800" b="0" dirty="0">
                <a:solidFill>
                  <a:schemeClr val="tx1"/>
                </a:solidFill>
                <a:latin typeface="+mn-lt"/>
                <a:cs typeface="Arial" pitchFamily="34" charset="0"/>
              </a:rPr>
              <a:t> +</a:t>
            </a:r>
            <a:r>
              <a:rPr lang="en-GB" sz="800" b="0" dirty="0">
                <a:solidFill>
                  <a:schemeClr val="tx1"/>
                </a:solidFill>
                <a:latin typeface="+mn-lt"/>
                <a:cs typeface="Arial" pitchFamily="34" charset="0"/>
              </a:rPr>
              <a:t>1 800 IHS CARE (+1 800 447 2273)</a:t>
            </a:r>
          </a:p>
          <a:p>
            <a:pPr marL="0" indent="-108000">
              <a:lnSpc>
                <a:spcPct val="120000"/>
              </a:lnSpc>
              <a:buFont typeface="Arial" pitchFamily="34" charset="0"/>
              <a:buNone/>
            </a:pPr>
            <a:r>
              <a:rPr lang="en-GB" sz="800" b="0" baseline="0" dirty="0">
                <a:solidFill>
                  <a:schemeClr val="tx1"/>
                </a:solidFill>
                <a:latin typeface="+mn-lt"/>
                <a:cs typeface="Arial" pitchFamily="34" charset="0"/>
              </a:rPr>
              <a:t>Europe, Middle East, and Africa: </a:t>
            </a:r>
            <a:r>
              <a:rPr lang="en-GB" sz="800" b="0" dirty="0">
                <a:solidFill>
                  <a:schemeClr val="tx1"/>
                </a:solidFill>
                <a:latin typeface="+mn-lt"/>
                <a:cs typeface="Arial" pitchFamily="34" charset="0"/>
              </a:rPr>
              <a:t>+44 (0) 1344 328 300</a:t>
            </a:r>
          </a:p>
          <a:p>
            <a:pPr marL="0" indent="-108000">
              <a:lnSpc>
                <a:spcPct val="120000"/>
              </a:lnSpc>
              <a:buFont typeface="Arial" pitchFamily="34" charset="0"/>
              <a:buNone/>
            </a:pPr>
            <a:r>
              <a:rPr lang="en-GB" sz="800" b="0" dirty="0">
                <a:solidFill>
                  <a:schemeClr val="tx1"/>
                </a:solidFill>
                <a:latin typeface="+mn-lt"/>
                <a:cs typeface="Arial" pitchFamily="34" charset="0"/>
              </a:rPr>
              <a:t>Asia and the Pacific Rim: +604</a:t>
            </a:r>
            <a:r>
              <a:rPr lang="en-GB" sz="800" b="0" baseline="0" dirty="0">
                <a:solidFill>
                  <a:schemeClr val="tx1"/>
                </a:solidFill>
                <a:latin typeface="+mn-lt"/>
                <a:cs typeface="Arial" pitchFamily="34" charset="0"/>
              </a:rPr>
              <a:t> 291 3600</a:t>
            </a:r>
            <a:endParaRPr lang="en-GB" sz="800" b="0" dirty="0">
              <a:solidFill>
                <a:schemeClr val="tx1"/>
              </a:solidFill>
              <a:latin typeface="+mn-lt"/>
              <a:cs typeface="Arial" pitchFamily="34" charset="0"/>
            </a:endParaRPr>
          </a:p>
        </p:txBody>
      </p:sp>
      <p:sp>
        <p:nvSpPr>
          <p:cNvPr id="3" name="Line 25">
            <a:extLst>
              <a:ext uri="{FF2B5EF4-FFF2-40B4-BE49-F238E27FC236}">
                <a16:creationId xmlns:a16="http://schemas.microsoft.com/office/drawing/2014/main" id="{F8229602-D940-6F46-D6C9-31C2BC0CE885}"/>
              </a:ext>
            </a:extLst>
          </p:cNvPr>
          <p:cNvSpPr>
            <a:spLocks noChangeShapeType="1"/>
          </p:cNvSpPr>
          <p:nvPr userDrawn="1"/>
        </p:nvSpPr>
        <p:spPr bwMode="auto">
          <a:xfrm>
            <a:off x="468313" y="5013176"/>
            <a:ext cx="8207375" cy="0"/>
          </a:xfrm>
          <a:prstGeom prst="line">
            <a:avLst/>
          </a:prstGeom>
          <a:noFill/>
          <a:ln w="6350">
            <a:solidFill>
              <a:schemeClr val="accent1"/>
            </a:solidFill>
            <a:round/>
            <a:headEnd/>
            <a:tailEnd/>
          </a:ln>
        </p:spPr>
        <p:txBody>
          <a:bodyPr/>
          <a:lstStyle/>
          <a:p>
            <a:endParaRPr lang="en-US" dirty="0"/>
          </a:p>
        </p:txBody>
      </p:sp>
      <p:sp>
        <p:nvSpPr>
          <p:cNvPr id="4" name="TextBox 3">
            <a:extLst>
              <a:ext uri="{FF2B5EF4-FFF2-40B4-BE49-F238E27FC236}">
                <a16:creationId xmlns:a16="http://schemas.microsoft.com/office/drawing/2014/main" id="{4546AE88-C896-2684-A68A-53709328B241}"/>
              </a:ext>
            </a:extLst>
          </p:cNvPr>
          <p:cNvSpPr txBox="1"/>
          <p:nvPr userDrawn="1"/>
        </p:nvSpPr>
        <p:spPr>
          <a:xfrm>
            <a:off x="468313" y="5157192"/>
            <a:ext cx="4823767" cy="1125335"/>
          </a:xfrm>
          <a:prstGeom prst="rect">
            <a:avLst/>
          </a:prstGeom>
          <a:noFill/>
        </p:spPr>
        <p:txBody>
          <a:bodyPr wrap="square" lIns="0" tIns="0" rIns="0" bIns="0" rtlCol="0" anchor="b">
            <a:noAutofit/>
          </a:bodyPr>
          <a:lstStyle/>
          <a:p>
            <a:pPr algn="l">
              <a:spcAft>
                <a:spcPts val="200"/>
              </a:spcAft>
            </a:pPr>
            <a:r>
              <a:rPr lang="en-US" sz="700" b="1" dirty="0">
                <a:solidFill>
                  <a:srgbClr val="00AB4E"/>
                </a:solidFill>
                <a:latin typeface="+mn-lt"/>
                <a:cs typeface="Arial" pitchFamily="34" charset="0"/>
              </a:rPr>
              <a:t>Disclaimer</a:t>
            </a:r>
            <a:endParaRPr lang="en-US" sz="500" b="1" dirty="0">
              <a:solidFill>
                <a:srgbClr val="00AB4E"/>
              </a:solidFill>
              <a:latin typeface="+mn-lt"/>
              <a:cs typeface="Arial" pitchFamily="34" charset="0"/>
            </a:endParaRPr>
          </a:p>
          <a:p>
            <a:pPr algn="l"/>
            <a:r>
              <a:rPr lang="en-US" sz="500" dirty="0">
                <a:solidFill>
                  <a:schemeClr val="tx1"/>
                </a:solidFill>
                <a:latin typeface="+mn-lt"/>
                <a:cs typeface="Arial" pitchFamily="34" charset="0"/>
              </a:rPr>
              <a:t>The information contained in this presentation is confidential. Any unauthorized use, disclosure, reproduction, or dissemination, in full or in part, in any media or by any means, without the prior written permission of IHS Markit Ltd. or any of its affiliates ("IHS Markit") is strictly prohibited. IHS Markit owns all IHS Markit logos and trade names contained in this presentation that are subject to license. Opinions, statements, estimates, and projections in this presentation (including other media) are solely those of the individual author(s) at the time of writing and do not necessarily reflect the opinions of IHS Markit. Neither IHS Markit nor the author(s) has any obligation to update this presentation in the event that any content, opinion, statement, estimate,</a:t>
            </a:r>
            <a:r>
              <a:rPr lang="en-US" sz="500" baseline="0" dirty="0">
                <a:solidFill>
                  <a:schemeClr val="tx1"/>
                </a:solidFill>
                <a:latin typeface="+mn-lt"/>
                <a:cs typeface="Arial" pitchFamily="34" charset="0"/>
              </a:rPr>
              <a:t> </a:t>
            </a:r>
            <a:r>
              <a:rPr lang="en-US" sz="500" dirty="0">
                <a:solidFill>
                  <a:schemeClr val="tx1"/>
                </a:solidFill>
                <a:latin typeface="+mn-lt"/>
                <a:cs typeface="Arial" pitchFamily="34" charset="0"/>
              </a:rPr>
              <a:t>or projection (collectively, "information") changes or subsequently becomes inaccurate. IHS Markit makes no warranty, expressed or implied, as to the accuracy, completeness, or timeliness of any information in this presentation, and shall not in any way be liable to any recipient for any inaccuracies or omissions. Without limiting the foregoing, IHS Markit shall have no liability whatsoever to any recipient, whether in contract, in tort (including negligence), under warranty, under statute or otherwise, in respect of any loss or damage suffered by any recipient as a result of or in connection with any information provided, or any course of action determined, by it or any third party, whether or not based on any information provided. The inclusion of a link to an external website by IHS Markit should not be understood to be an endorsement of that website or the site's owners (or their products/services). IHS Markit is not responsible for either the content or output of external websites. Copyright © 2017, IHS </a:t>
            </a:r>
            <a:r>
              <a:rPr lang="en-US" sz="500" dirty="0" err="1">
                <a:solidFill>
                  <a:schemeClr val="tx1"/>
                </a:solidFill>
                <a:latin typeface="+mn-lt"/>
                <a:cs typeface="Arial" pitchFamily="34" charset="0"/>
              </a:rPr>
              <a:t>Markit</a:t>
            </a:r>
            <a:r>
              <a:rPr lang="en-US" sz="500" baseline="30000" dirty="0" err="1">
                <a:solidFill>
                  <a:schemeClr val="tx1"/>
                </a:solidFill>
                <a:latin typeface="+mn-lt"/>
                <a:cs typeface="Arial" pitchFamily="34" charset="0"/>
              </a:rPr>
              <a:t>TM</a:t>
            </a:r>
            <a:r>
              <a:rPr lang="en-US" sz="500" dirty="0">
                <a:solidFill>
                  <a:schemeClr val="tx1"/>
                </a:solidFill>
                <a:latin typeface="+mn-lt"/>
                <a:cs typeface="Arial" pitchFamily="34" charset="0"/>
              </a:rPr>
              <a:t>. All rights reserved and all intellectual property rights are retained by IHS Markit. </a:t>
            </a:r>
          </a:p>
          <a:p>
            <a:pPr algn="l"/>
            <a:endParaRPr lang="en-US" sz="500" dirty="0">
              <a:solidFill>
                <a:schemeClr val="tx1"/>
              </a:solidFill>
              <a:latin typeface="+mn-lt"/>
              <a:cs typeface="Arial" pitchFamily="34" charset="0"/>
            </a:endParaRPr>
          </a:p>
        </p:txBody>
      </p:sp>
      <p:pic>
        <p:nvPicPr>
          <p:cNvPr id="5" name="Picture 4">
            <a:extLst>
              <a:ext uri="{FF2B5EF4-FFF2-40B4-BE49-F238E27FC236}">
                <a16:creationId xmlns:a16="http://schemas.microsoft.com/office/drawing/2014/main" id="{ACCCB7E3-3098-201B-EAAC-60D860FD38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29470" y="4998890"/>
            <a:ext cx="3023366" cy="1219099"/>
          </a:xfrm>
          <a:prstGeom prst="rect">
            <a:avLst/>
          </a:prstGeom>
        </p:spPr>
      </p:pic>
    </p:spTree>
    <p:extLst>
      <p:ext uri="{BB962C8B-B14F-4D97-AF65-F5344CB8AC3E}">
        <p14:creationId xmlns:p14="http://schemas.microsoft.com/office/powerpoint/2010/main" val="23965713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able of Contents - One Heading Level - 1 Column">
    <p:spTree>
      <p:nvGrpSpPr>
        <p:cNvPr id="1" name=""/>
        <p:cNvGrpSpPr/>
        <p:nvPr/>
      </p:nvGrpSpPr>
      <p:grpSpPr>
        <a:xfrm>
          <a:off x="0" y="0"/>
          <a:ext cx="0" cy="0"/>
          <a:chOff x="0" y="0"/>
          <a:chExt cx="0" cy="0"/>
        </a:xfrm>
      </p:grpSpPr>
      <p:sp>
        <p:nvSpPr>
          <p:cNvPr id="11" name="TextBox 10"/>
          <p:cNvSpPr txBox="1"/>
          <p:nvPr/>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dirty="0"/>
              <a:t>Section level 1</a:t>
            </a:r>
          </a:p>
        </p:txBody>
      </p:sp>
      <p:sp>
        <p:nvSpPr>
          <p:cNvPr id="9" name="Footer Placeholder 8"/>
          <p:cNvSpPr>
            <a:spLocks noGrp="1"/>
          </p:cNvSpPr>
          <p:nvPr>
            <p:ph type="ftr" sz="quarter" idx="14"/>
          </p:nvPr>
        </p:nvSpPr>
        <p:spPr/>
        <p:txBody>
          <a:bodyPr/>
          <a:lstStyle/>
          <a:p>
            <a:r>
              <a:rPr lang="en-US" dirty="0">
                <a:solidFill>
                  <a:srgbClr val="FFFFFF"/>
                </a:solidFill>
              </a:rPr>
              <a:t>Presentation Name / Month 2017</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5833698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able of Contents - One Heading Level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none" baseline="0" dirty="0" smtClean="0">
                <a:solidFill>
                  <a:srgbClr val="58595B"/>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000" b="1" u="none" kern="1200" baseline="0" dirty="0" smtClean="0">
                <a:solidFill>
                  <a:srgbClr val="707C8A"/>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800" u="none" kern="1200" baseline="0" dirty="0" smtClean="0">
                <a:solidFill>
                  <a:srgbClr val="707C8A"/>
                </a:solidFill>
                <a:uFill>
                  <a:solidFill>
                    <a:schemeClr val="tx1">
                      <a:lumMod val="50000"/>
                      <a:lumOff val="50000"/>
                    </a:schemeClr>
                  </a:solidFill>
                </a:uFill>
                <a:latin typeface="+mn-lt"/>
                <a:ea typeface="+mn-ea"/>
                <a:cs typeface="+mn-cs"/>
              </a:defRPr>
            </a:lvl3pPr>
          </a:lstStyle>
          <a:p>
            <a:pPr lvl="0"/>
            <a:r>
              <a:rPr lang="en-US" dirty="0"/>
              <a:t>Section level 1</a:t>
            </a:r>
          </a:p>
        </p:txBody>
      </p:sp>
      <p:sp>
        <p:nvSpPr>
          <p:cNvPr id="9" name="Footer Placeholder 8"/>
          <p:cNvSpPr>
            <a:spLocks noGrp="1"/>
          </p:cNvSpPr>
          <p:nvPr>
            <p:ph type="ftr" sz="quarter" idx="14"/>
          </p:nvPr>
        </p:nvSpPr>
        <p:spPr/>
        <p:txBody>
          <a:bodyPr/>
          <a:lstStyle/>
          <a:p>
            <a:r>
              <a:rPr lang="en-US" dirty="0">
                <a:solidFill>
                  <a:srgbClr val="FFFFFF"/>
                </a:solidFill>
              </a:rPr>
              <a:t>Presentation Name / Month 2017</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3" name="TextBox 12"/>
          <p:cNvSpPr txBox="1"/>
          <p:nvPr/>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22309341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able of Contents - 1 Column">
    <p:spTree>
      <p:nvGrpSpPr>
        <p:cNvPr id="1" name=""/>
        <p:cNvGrpSpPr/>
        <p:nvPr/>
      </p:nvGrpSpPr>
      <p:grpSpPr>
        <a:xfrm>
          <a:off x="0" y="0"/>
          <a:ext cx="0" cy="0"/>
          <a:chOff x="0" y="0"/>
          <a:chExt cx="0" cy="0"/>
        </a:xfrm>
      </p:grpSpPr>
      <p:sp>
        <p:nvSpPr>
          <p:cNvPr id="7" name="Text Placeholder 7"/>
          <p:cNvSpPr>
            <a:spLocks noGrp="1"/>
          </p:cNvSpPr>
          <p:nvPr>
            <p:ph type="body" sz="quarter" idx="13" hasCustomPrompt="1"/>
          </p:nvPr>
        </p:nvSpPr>
        <p:spPr>
          <a:xfrm>
            <a:off x="468313" y="1341439"/>
            <a:ext cx="8207376" cy="4895849"/>
          </a:xfrm>
          <a:prstGeom prst="rect">
            <a:avLst/>
          </a:prstGeom>
        </p:spPr>
        <p:txBody>
          <a:bodyPr/>
          <a:lstStyle>
            <a:lvl1pPr marL="0" indent="0">
              <a:spcBef>
                <a:spcPts val="1200"/>
              </a:spcBef>
              <a:spcAft>
                <a:spcPts val="300"/>
              </a:spcAft>
              <a:buClr>
                <a:schemeClr val="bg1"/>
              </a:buClr>
              <a:buSzPct val="25000"/>
              <a:buFont typeface="Arial" pitchFamily="34" charset="0"/>
              <a:buChar char="‮"/>
              <a:tabLst>
                <a:tab pos="5038725"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50400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504000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dirty="0"/>
              <a:t>Section level 1</a:t>
            </a:r>
          </a:p>
          <a:p>
            <a:pPr lvl="1"/>
            <a:r>
              <a:rPr lang="en-US" dirty="0"/>
              <a:t>Section level 2</a:t>
            </a:r>
          </a:p>
          <a:p>
            <a:pPr lvl="2"/>
            <a:r>
              <a:rPr lang="en-US" dirty="0"/>
              <a:t>Section level 3</a:t>
            </a:r>
          </a:p>
        </p:txBody>
      </p:sp>
      <p:sp>
        <p:nvSpPr>
          <p:cNvPr id="10"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3" name="TextBox 12"/>
          <p:cNvSpPr txBox="1"/>
          <p:nvPr/>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114551977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able of Contents - 2 Column">
    <p:spTree>
      <p:nvGrpSpPr>
        <p:cNvPr id="1" name=""/>
        <p:cNvGrpSpPr/>
        <p:nvPr/>
      </p:nvGrpSpPr>
      <p:grpSpPr>
        <a:xfrm>
          <a:off x="0" y="0"/>
          <a:ext cx="0" cy="0"/>
          <a:chOff x="0" y="0"/>
          <a:chExt cx="0" cy="0"/>
        </a:xfrm>
      </p:grpSpPr>
      <p:sp>
        <p:nvSpPr>
          <p:cNvPr id="5" name="Text Placeholder 7"/>
          <p:cNvSpPr>
            <a:spLocks noGrp="1"/>
          </p:cNvSpPr>
          <p:nvPr>
            <p:ph type="body" sz="quarter" idx="13" hasCustomPrompt="1"/>
          </p:nvPr>
        </p:nvSpPr>
        <p:spPr>
          <a:xfrm>
            <a:off x="468313" y="1341439"/>
            <a:ext cx="8207376" cy="4895849"/>
          </a:xfrm>
          <a:prstGeom prst="rect">
            <a:avLst/>
          </a:prstGeom>
        </p:spPr>
        <p:txBody>
          <a:bodyPr numCol="2" spcCol="360000"/>
          <a:lstStyle>
            <a:lvl1pPr marL="0" indent="0">
              <a:spcBef>
                <a:spcPts val="1200"/>
              </a:spcBef>
              <a:spcAft>
                <a:spcPts val="300"/>
              </a:spcAft>
              <a:buClr>
                <a:schemeClr val="bg1"/>
              </a:buClr>
              <a:buSzPct val="25000"/>
              <a:buFont typeface="Arial" pitchFamily="34" charset="0"/>
              <a:buChar char="‮"/>
              <a:tabLst>
                <a:tab pos="8210550" algn="r"/>
              </a:tabLst>
              <a:defRPr lang="en-US" sz="1600" b="1" u="none" kern="1200" cap="all" baseline="0" dirty="0" smtClean="0">
                <a:solidFill>
                  <a:schemeClr val="tx1"/>
                </a:solidFill>
                <a:uFill>
                  <a:solidFill>
                    <a:schemeClr val="tx2"/>
                  </a:solidFill>
                </a:uFill>
                <a:latin typeface="+mn-lt"/>
                <a:ea typeface="+mn-ea"/>
                <a:cs typeface="+mn-cs"/>
              </a:defRPr>
            </a:lvl1pPr>
            <a:lvl2pPr marL="0" indent="0" defTabSz="1044000">
              <a:spcBef>
                <a:spcPts val="0"/>
              </a:spcBef>
              <a:spcAft>
                <a:spcPts val="300"/>
              </a:spcAft>
              <a:buClr>
                <a:schemeClr val="bg1"/>
              </a:buClr>
              <a:buSzPct val="25000"/>
              <a:buFont typeface="Arial" pitchFamily="34" charset="0"/>
              <a:buChar char="‮"/>
              <a:tabLst>
                <a:tab pos="8211600" algn="r"/>
              </a:tabLst>
              <a:defRPr lang="en-US" sz="1400" b="1" u="none" kern="1200" baseline="0" dirty="0" smtClean="0">
                <a:solidFill>
                  <a:srgbClr val="58595B"/>
                </a:solidFill>
                <a:uFill>
                  <a:solidFill>
                    <a:schemeClr val="tx1"/>
                  </a:solidFill>
                </a:uFill>
                <a:latin typeface="+mn-lt"/>
                <a:ea typeface="+mn-ea"/>
                <a:cs typeface="+mn-cs"/>
              </a:defRPr>
            </a:lvl2pPr>
            <a:lvl3pPr marL="177800" indent="-177800">
              <a:spcBef>
                <a:spcPts val="0"/>
              </a:spcBef>
              <a:spcAft>
                <a:spcPts val="300"/>
              </a:spcAft>
              <a:buClr>
                <a:srgbClr val="A1ABB2"/>
              </a:buClr>
              <a:buSzPct val="100000"/>
              <a:buFont typeface="Arial" pitchFamily="34" charset="0"/>
              <a:buNone/>
              <a:tabLst>
                <a:tab pos="8210550" algn="r"/>
              </a:tabLst>
              <a:defRPr lang="en-US" sz="1100" u="none" kern="1200" baseline="0" dirty="0" smtClean="0">
                <a:solidFill>
                  <a:srgbClr val="58595B"/>
                </a:solidFill>
                <a:uFill>
                  <a:solidFill>
                    <a:schemeClr val="tx1">
                      <a:lumMod val="50000"/>
                      <a:lumOff val="50000"/>
                    </a:schemeClr>
                  </a:solidFill>
                </a:uFill>
                <a:latin typeface="+mn-lt"/>
                <a:ea typeface="+mn-ea"/>
                <a:cs typeface="+mn-cs"/>
              </a:defRPr>
            </a:lvl3pPr>
          </a:lstStyle>
          <a:p>
            <a:pPr lvl="0"/>
            <a:r>
              <a:rPr lang="en-US" dirty="0"/>
              <a:t>Section Level 1</a:t>
            </a:r>
          </a:p>
          <a:p>
            <a:pPr lvl="1"/>
            <a:r>
              <a:rPr lang="en-US" dirty="0"/>
              <a:t>Section level 2</a:t>
            </a:r>
          </a:p>
          <a:p>
            <a:pPr lvl="2"/>
            <a:r>
              <a:rPr lang="en-US" dirty="0"/>
              <a:t>Section level 3</a:t>
            </a:r>
          </a:p>
        </p:txBody>
      </p:sp>
      <p:sp>
        <p:nvSpPr>
          <p:cNvPr id="8"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4" name="TextBox 13"/>
          <p:cNvSpPr txBox="1"/>
          <p:nvPr/>
        </p:nvSpPr>
        <p:spPr>
          <a:xfrm>
            <a:off x="468313" y="504152"/>
            <a:ext cx="8207375" cy="461665"/>
          </a:xfrm>
          <a:prstGeom prst="rect">
            <a:avLst/>
          </a:prstGeom>
          <a:noFill/>
        </p:spPr>
        <p:txBody>
          <a:bodyPr wrap="square" lIns="0" rtlCol="0">
            <a:spAutoFit/>
          </a:bodyPr>
          <a:lstStyle/>
          <a:p>
            <a:r>
              <a:rPr lang="en-US" sz="2400" b="1" dirty="0">
                <a:solidFill>
                  <a:srgbClr val="00AB4E"/>
                </a:solidFill>
              </a:rPr>
              <a:t>Contents</a:t>
            </a:r>
          </a:p>
        </p:txBody>
      </p:sp>
    </p:spTree>
    <p:extLst>
      <p:ext uri="{BB962C8B-B14F-4D97-AF65-F5344CB8AC3E}">
        <p14:creationId xmlns:p14="http://schemas.microsoft.com/office/powerpoint/2010/main" val="340160177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468313" y="836640"/>
            <a:ext cx="8207376" cy="1821740"/>
          </a:xfrm>
          <a:prstGeom prst="rect">
            <a:avLst/>
          </a:prstGeom>
        </p:spPr>
        <p:txBody>
          <a:bodyPr anchor="b"/>
          <a:lstStyle>
            <a:lvl1pPr>
              <a:defRPr sz="2800" spc="0" baseline="0"/>
            </a:lvl1pPr>
          </a:lstStyle>
          <a:p>
            <a:r>
              <a:rPr lang="en-US" dirty="0"/>
              <a:t>Section divider title here in sentence case</a:t>
            </a:r>
          </a:p>
        </p:txBody>
      </p:sp>
      <p:cxnSp>
        <p:nvCxnSpPr>
          <p:cNvPr id="13" name="Straight Connector 12"/>
          <p:cNvCxnSpPr/>
          <p:nvPr/>
        </p:nvCxnSpPr>
        <p:spPr>
          <a:xfrm>
            <a:off x="468313" y="2729818"/>
            <a:ext cx="8207375" cy="0"/>
          </a:xfrm>
          <a:prstGeom prst="line">
            <a:avLst/>
          </a:prstGeom>
          <a:ln>
            <a:solidFill>
              <a:srgbClr val="58595B"/>
            </a:solidFill>
          </a:ln>
        </p:spPr>
        <p:style>
          <a:lnRef idx="1">
            <a:schemeClr val="accent1"/>
          </a:lnRef>
          <a:fillRef idx="0">
            <a:schemeClr val="accent1"/>
          </a:fillRef>
          <a:effectRef idx="0">
            <a:schemeClr val="accent1"/>
          </a:effectRef>
          <a:fontRef idx="minor">
            <a:schemeClr val="tx1"/>
          </a:fontRef>
        </p:style>
      </p:cxnSp>
      <p:sp>
        <p:nvSpPr>
          <p:cNvPr id="8" name="Footer Placeholder 8"/>
          <p:cNvSpPr>
            <a:spLocks noGrp="1"/>
          </p:cNvSpPr>
          <p:nvPr>
            <p:ph type="ftr" sz="quarter" idx="14"/>
          </p:nvPr>
        </p:nvSpPr>
        <p:spPr>
          <a:xfrm>
            <a:off x="4716462" y="0"/>
            <a:ext cx="3959225" cy="360000"/>
          </a:xfrm>
        </p:spPr>
        <p:txBody>
          <a:bodyPr/>
          <a:lstStyle/>
          <a:p>
            <a:r>
              <a:rPr lang="en-US" dirty="0">
                <a:solidFill>
                  <a:srgbClr val="FFFFFF"/>
                </a:solidFill>
              </a:rPr>
              <a:t>Presentation Name / Month 2017</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6" name="Text Placeholder 4"/>
          <p:cNvSpPr>
            <a:spLocks noGrp="1"/>
          </p:cNvSpPr>
          <p:nvPr>
            <p:ph type="body" sz="quarter" idx="13"/>
          </p:nvPr>
        </p:nvSpPr>
        <p:spPr>
          <a:xfrm>
            <a:off x="468313" y="4797191"/>
            <a:ext cx="8207375" cy="1390433"/>
          </a:xfrm>
          <a:prstGeom prst="rect">
            <a:avLst/>
          </a:prstGeom>
        </p:spPr>
        <p:txBody>
          <a:bodyPr anchor="b"/>
          <a:lstStyle>
            <a:lvl1pPr>
              <a:spcBef>
                <a:spcPts val="0"/>
              </a:spcBef>
              <a:spcAft>
                <a:spcPts val="600"/>
              </a:spcAft>
              <a:buNone/>
              <a:defRPr sz="1400" b="0">
                <a:solidFill>
                  <a:srgbClr val="58595B"/>
                </a:solidFill>
              </a:defRPr>
            </a:lvl1pPr>
          </a:lstStyle>
          <a:p>
            <a:pPr lvl="0"/>
            <a:r>
              <a:rPr lang="en-US" b="1"/>
              <a:t>Click to edit Master text styles</a:t>
            </a:r>
          </a:p>
        </p:txBody>
      </p:sp>
    </p:spTree>
    <p:extLst>
      <p:ext uri="{BB962C8B-B14F-4D97-AF65-F5344CB8AC3E}">
        <p14:creationId xmlns:p14="http://schemas.microsoft.com/office/powerpoint/2010/main" val="29880679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7" name="Footer Placeholder 6"/>
          <p:cNvSpPr>
            <a:spLocks noGrp="1"/>
          </p:cNvSpPr>
          <p:nvPr>
            <p:ph type="ftr" sz="quarter" idx="11"/>
          </p:nvPr>
        </p:nvSpPr>
        <p:spPr/>
        <p:txBody>
          <a:bodyPr/>
          <a:lstStyle/>
          <a:p>
            <a:r>
              <a:rPr lang="en-US" dirty="0">
                <a:solidFill>
                  <a:srgbClr val="FFFFFF"/>
                </a:solidFill>
              </a:rPr>
              <a:t>Presentation Name / Month 2017</a:t>
            </a:r>
          </a:p>
        </p:txBody>
      </p:sp>
      <p:sp>
        <p:nvSpPr>
          <p:cNvPr id="11" name="Gray text above slide title"/>
          <p:cNvSpPr>
            <a:spLocks noGrp="1"/>
          </p:cNvSpPr>
          <p:nvPr>
            <p:ph type="body" sz="quarter" idx="12"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
        <p:nvSpPr>
          <p:cNvPr id="10" name="Content Placeholder 2"/>
          <p:cNvSpPr>
            <a:spLocks noGrp="1"/>
          </p:cNvSpPr>
          <p:nvPr>
            <p:ph idx="1"/>
          </p:nvPr>
        </p:nvSpPr>
        <p:spPr>
          <a:xfrm>
            <a:off x="468313" y="1484314"/>
            <a:ext cx="8207375" cy="4752975"/>
          </a:xfrm>
          <a:prstGeom prst="rect">
            <a:avLst/>
          </a:prstGeom>
        </p:spPr>
        <p:txBody>
          <a:bodyPr/>
          <a:lstStyle>
            <a:lvl1pPr>
              <a:spcBef>
                <a:spcPts val="600"/>
              </a:spcBef>
              <a:defRPr/>
            </a:lvl1pPr>
            <a:lvl2pPr>
              <a:spcBef>
                <a:spcPts val="600"/>
              </a:spcBef>
              <a:defRPr/>
            </a:lvl2pPr>
            <a:lvl3pPr>
              <a:spcBef>
                <a:spcPts val="600"/>
              </a:spcBef>
              <a:defRPr/>
            </a:lvl3pPr>
            <a:lvl4pPr marL="727075" indent="-179388">
              <a:spcBef>
                <a:spcPts val="600"/>
              </a:spcBef>
              <a:defRPr/>
            </a:lvl4pPr>
            <a:lvl5pPr>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03554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7"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idx="11"/>
          </p:nvPr>
        </p:nvSpPr>
        <p:spPr>
          <a:xfrm>
            <a:off x="471646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p:cNvSpPr>
            <a:spLocks noGrp="1"/>
          </p:cNvSpPr>
          <p:nvPr>
            <p:ph type="ftr" sz="quarter" idx="12"/>
          </p:nvPr>
        </p:nvSpPr>
        <p:spPr/>
        <p:txBody>
          <a:bodyPr/>
          <a:lstStyle/>
          <a:p>
            <a:r>
              <a:rPr lang="en-US" dirty="0">
                <a:solidFill>
                  <a:srgbClr val="FFFFFF"/>
                </a:solidFill>
              </a:rPr>
              <a:t>Presentation Name / Month 2017</a:t>
            </a:r>
          </a:p>
        </p:txBody>
      </p:sp>
      <p:sp>
        <p:nvSpPr>
          <p:cNvPr id="11" name="Gray text above slide title"/>
          <p:cNvSpPr>
            <a:spLocks noGrp="1"/>
          </p:cNvSpPr>
          <p:nvPr>
            <p:ph type="body" sz="quarter" idx="13" hasCustomPrompt="1"/>
          </p:nvPr>
        </p:nvSpPr>
        <p:spPr>
          <a:xfrm>
            <a:off x="468312"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27414815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 Placeholders v2">
    <p:spTree>
      <p:nvGrpSpPr>
        <p:cNvPr id="1" name=""/>
        <p:cNvGrpSpPr/>
        <p:nvPr/>
      </p:nvGrpSpPr>
      <p:grpSpPr>
        <a:xfrm>
          <a:off x="0" y="0"/>
          <a:ext cx="0" cy="0"/>
          <a:chOff x="0" y="0"/>
          <a:chExt cx="0" cy="0"/>
        </a:xfrm>
      </p:grpSpPr>
      <p:sp>
        <p:nvSpPr>
          <p:cNvPr id="14"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8"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p:cNvSpPr>
            <a:spLocks noGrp="1"/>
          </p:cNvSpPr>
          <p:nvPr>
            <p:ph idx="11"/>
          </p:nvPr>
        </p:nvSpPr>
        <p:spPr>
          <a:xfrm>
            <a:off x="468313" y="4005263"/>
            <a:ext cx="820737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p:cNvSpPr>
            <a:spLocks noGrp="1"/>
          </p:cNvSpPr>
          <p:nvPr>
            <p:ph type="ftr" sz="quarter" idx="12"/>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3"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3"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50843263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 Placeholders">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12" name="Content Placeholder 2"/>
          <p:cNvSpPr>
            <a:spLocks noGrp="1"/>
          </p:cNvSpPr>
          <p:nvPr>
            <p:ph idx="1"/>
          </p:nvPr>
        </p:nvSpPr>
        <p:spPr>
          <a:xfrm>
            <a:off x="468313" y="1484314"/>
            <a:ext cx="2537664"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1"/>
          </p:nvPr>
        </p:nvSpPr>
        <p:spPr>
          <a:xfrm>
            <a:off x="3270902" y="1484314"/>
            <a:ext cx="2570400"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2"/>
          </p:nvPr>
        </p:nvSpPr>
        <p:spPr>
          <a:xfrm>
            <a:off x="6106227" y="1484314"/>
            <a:ext cx="2569462" cy="4752974"/>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3"/>
          </p:nvPr>
        </p:nvSpPr>
        <p:spPr/>
        <p:txBody>
          <a:bodyPr/>
          <a:lstStyle/>
          <a:p>
            <a:r>
              <a:rPr lang="en-US" dirty="0">
                <a:solidFill>
                  <a:srgbClr val="FFFFFF"/>
                </a:solidFill>
              </a:rPr>
              <a:t>Presentation Name / Month 2017</a:t>
            </a:r>
          </a:p>
        </p:txBody>
      </p:sp>
      <p:sp>
        <p:nvSpPr>
          <p:cNvPr id="9"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25399874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 Placeholders v2">
    <p:spTree>
      <p:nvGrpSpPr>
        <p:cNvPr id="1" name=""/>
        <p:cNvGrpSpPr/>
        <p:nvPr/>
      </p:nvGrpSpPr>
      <p:grpSpPr>
        <a:xfrm>
          <a:off x="0" y="0"/>
          <a:ext cx="0" cy="0"/>
          <a:chOff x="0" y="0"/>
          <a:chExt cx="0" cy="0"/>
        </a:xfrm>
      </p:grpSpPr>
      <p:sp>
        <p:nvSpPr>
          <p:cNvPr id="15"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8" name="Content Placeholder 2"/>
          <p:cNvSpPr>
            <a:spLocks noGrp="1"/>
          </p:cNvSpPr>
          <p:nvPr>
            <p:ph idx="1"/>
          </p:nvPr>
        </p:nvSpPr>
        <p:spPr>
          <a:xfrm>
            <a:off x="46831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p:cNvSpPr>
            <a:spLocks noGrp="1"/>
          </p:cNvSpPr>
          <p:nvPr>
            <p:ph idx="11"/>
          </p:nvPr>
        </p:nvSpPr>
        <p:spPr>
          <a:xfrm>
            <a:off x="4716463" y="148431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p:cNvSpPr>
            <a:spLocks noGrp="1"/>
          </p:cNvSpPr>
          <p:nvPr>
            <p:ph type="ftr" sz="quarter" idx="13"/>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4"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234517832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 Placeholders v3">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9" name="Content Placeholder 2"/>
          <p:cNvSpPr>
            <a:spLocks noGrp="1"/>
          </p:cNvSpPr>
          <p:nvPr>
            <p:ph idx="1"/>
          </p:nvPr>
        </p:nvSpPr>
        <p:spPr>
          <a:xfrm>
            <a:off x="4716463" y="1484314"/>
            <a:ext cx="3959225" cy="475297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2"/>
          </p:nvPr>
        </p:nvSpPr>
        <p:spPr>
          <a:xfrm>
            <a:off x="46831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p:cNvSpPr>
            <a:spLocks noGrp="1"/>
          </p:cNvSpPr>
          <p:nvPr>
            <p:ph type="ftr" sz="quarter" idx="13"/>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60822018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3 Placeholders v4">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9" name="Content Placeholder 2"/>
          <p:cNvSpPr>
            <a:spLocks noGrp="1"/>
          </p:cNvSpPr>
          <p:nvPr>
            <p:ph idx="1"/>
          </p:nvPr>
        </p:nvSpPr>
        <p:spPr>
          <a:xfrm>
            <a:off x="468313" y="1484313"/>
            <a:ext cx="820737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1"/>
          </p:nvPr>
        </p:nvSpPr>
        <p:spPr>
          <a:xfrm>
            <a:off x="468313" y="4005263"/>
            <a:ext cx="3959226" cy="2232025"/>
          </a:xfrm>
          <a:prstGeom prst="rect">
            <a:avLst/>
          </a:prstGeom>
        </p:spPr>
        <p:txBody>
          <a:bodyPr/>
          <a:lstStyle>
            <a:lvl4pPr marL="727075" indent="-179388">
              <a:tabLs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2"/>
          </p:nvPr>
        </p:nvSpPr>
        <p:spPr>
          <a:xfrm>
            <a:off x="471646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p:cNvSpPr>
            <a:spLocks noGrp="1"/>
          </p:cNvSpPr>
          <p:nvPr>
            <p:ph type="ftr" sz="quarter" idx="13"/>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5823057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3 Placeholders v5">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9" name="Content Placeholder 2"/>
          <p:cNvSpPr>
            <a:spLocks noGrp="1"/>
          </p:cNvSpPr>
          <p:nvPr>
            <p:ph idx="11"/>
          </p:nvPr>
        </p:nvSpPr>
        <p:spPr>
          <a:xfrm>
            <a:off x="468312" y="148431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8"/>
          </p:nvPr>
        </p:nvSpPr>
        <p:spPr>
          <a:xfrm>
            <a:off x="4716463" y="148431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p:cNvSpPr>
            <a:spLocks noGrp="1"/>
          </p:cNvSpPr>
          <p:nvPr>
            <p:ph idx="19"/>
          </p:nvPr>
        </p:nvSpPr>
        <p:spPr>
          <a:xfrm>
            <a:off x="468313" y="4005263"/>
            <a:ext cx="8207376" cy="2232025"/>
          </a:xfrm>
          <a:prstGeom prst="rect">
            <a:avLst/>
          </a:prstGeom>
        </p:spPr>
        <p:txBody>
          <a:bodyPr/>
          <a:lstStyle>
            <a:lvl4pPr marL="727075" indent="-179388">
              <a:tabLs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p:cNvSpPr>
            <a:spLocks noGrp="1"/>
          </p:cNvSpPr>
          <p:nvPr>
            <p:ph type="ftr" sz="quarter" idx="20"/>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4"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57660297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4 Placeholders">
    <p:spTree>
      <p:nvGrpSpPr>
        <p:cNvPr id="1" name=""/>
        <p:cNvGrpSpPr/>
        <p:nvPr/>
      </p:nvGrpSpPr>
      <p:grpSpPr>
        <a:xfrm>
          <a:off x="0" y="0"/>
          <a:ext cx="0" cy="0"/>
          <a:chOff x="0" y="0"/>
          <a:chExt cx="0" cy="0"/>
        </a:xfrm>
      </p:grpSpPr>
      <p:sp>
        <p:nvSpPr>
          <p:cNvPr id="13"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11" name="Content Placeholder 2"/>
          <p:cNvSpPr>
            <a:spLocks noGrp="1"/>
          </p:cNvSpPr>
          <p:nvPr>
            <p:ph idx="11"/>
          </p:nvPr>
        </p:nvSpPr>
        <p:spPr>
          <a:xfrm>
            <a:off x="468313" y="1484313"/>
            <a:ext cx="395922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2"/>
          </p:nvPr>
        </p:nvSpPr>
        <p:spPr>
          <a:xfrm>
            <a:off x="4716463" y="1484313"/>
            <a:ext cx="3959225" cy="2232025"/>
          </a:xfrm>
          <a:prstGeom prst="rect">
            <a:avLst/>
          </a:prstGeom>
        </p:spPr>
        <p:txBody>
          <a:bodyPr/>
          <a:lstStyle>
            <a:lvl4pPr marL="727075" indent="-179388">
              <a:tabLst/>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p:cNvSpPr>
            <a:spLocks noGrp="1"/>
          </p:cNvSpPr>
          <p:nvPr>
            <p:ph idx="13"/>
          </p:nvPr>
        </p:nvSpPr>
        <p:spPr>
          <a:xfrm>
            <a:off x="468313" y="4005263"/>
            <a:ext cx="3959226"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p:cNvSpPr>
            <a:spLocks noGrp="1"/>
          </p:cNvSpPr>
          <p:nvPr>
            <p:ph idx="14"/>
          </p:nvPr>
        </p:nvSpPr>
        <p:spPr>
          <a:xfrm>
            <a:off x="4716463" y="4005263"/>
            <a:ext cx="3959225" cy="2232025"/>
          </a:xfrm>
          <a:prstGeom prst="rect">
            <a:avLst/>
          </a:prstGeom>
        </p:spPr>
        <p:txBody>
          <a:bodyPr/>
          <a:lstStyle>
            <a:lvl4pPr marL="727075" indent="-179388">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p:cNvSpPr>
            <a:spLocks noGrp="1"/>
          </p:cNvSpPr>
          <p:nvPr>
            <p:ph type="ftr" sz="quarter" idx="15"/>
          </p:nvPr>
        </p:nvSpPr>
        <p:spPr/>
        <p:txBody>
          <a:bodyPr/>
          <a:lstStyle/>
          <a:p>
            <a:r>
              <a:rPr lang="en-US" dirty="0">
                <a:solidFill>
                  <a:srgbClr val="FFFFFF"/>
                </a:solidFill>
              </a:rPr>
              <a:t>Presentation Name / Month 2017</a:t>
            </a:r>
          </a:p>
        </p:txBody>
      </p:sp>
      <p:sp>
        <p:nvSpPr>
          <p:cNvPr id="12"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8"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1068112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68313" y="549276"/>
            <a:ext cx="8207375" cy="792163"/>
          </a:xfrm>
          <a:prstGeom prst="rect">
            <a:avLst/>
          </a:prstGeom>
        </p:spPr>
        <p:txBody>
          <a:bodyPr/>
          <a:lstStyle>
            <a:lvl1pPr>
              <a:defRPr spc="0" baseline="0"/>
            </a:lvl1pPr>
          </a:lstStyle>
          <a:p>
            <a:r>
              <a:rPr lang="en-US"/>
              <a:t>Click to edit Master title style</a:t>
            </a:r>
            <a:endParaRPr lang="en-US" dirty="0"/>
          </a:p>
        </p:txBody>
      </p:sp>
      <p:sp>
        <p:nvSpPr>
          <p:cNvPr id="7" name="Footer Placeholder 6"/>
          <p:cNvSpPr>
            <a:spLocks noGrp="1"/>
          </p:cNvSpPr>
          <p:nvPr>
            <p:ph type="ftr" sz="quarter" idx="11"/>
          </p:nvPr>
        </p:nvSpPr>
        <p:spPr/>
        <p:txBody>
          <a:bodyPr/>
          <a:lstStyle/>
          <a:p>
            <a:r>
              <a:rPr lang="en-US" dirty="0">
                <a:solidFill>
                  <a:srgbClr val="FFFFFF"/>
                </a:solidFill>
              </a:rPr>
              <a:t>Presentation Name / Month 2017</a:t>
            </a:r>
          </a:p>
        </p:txBody>
      </p:sp>
      <p:sp>
        <p:nvSpPr>
          <p:cNvPr id="10"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11"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150148685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solidFill>
                  <a:srgbClr val="FFFFFF"/>
                </a:solidFill>
              </a:rPr>
              <a:t>Presentation Name / Month 2017</a:t>
            </a:r>
          </a:p>
        </p:txBody>
      </p:sp>
      <p:sp>
        <p:nvSpPr>
          <p:cNvPr id="6" name="Gray text above slide title"/>
          <p:cNvSpPr>
            <a:spLocks noGrp="1"/>
          </p:cNvSpPr>
          <p:nvPr>
            <p:ph type="body" sz="quarter" idx="16" hasCustomPrompt="1"/>
          </p:nvPr>
        </p:nvSpPr>
        <p:spPr>
          <a:xfrm>
            <a:off x="468313" y="0"/>
            <a:ext cx="3959226" cy="360040"/>
          </a:xfrm>
          <a:prstGeom prst="rect">
            <a:avLst/>
          </a:prstGeom>
        </p:spPr>
        <p:txBody>
          <a:bodyPr wrap="none" anchor="ctr"/>
          <a:lstStyle>
            <a:lvl1pPr marL="0" indent="0">
              <a:buNone/>
              <a:tabLst/>
              <a:defRPr sz="1600" b="1">
                <a:solidFill>
                  <a:schemeClr val="bg1"/>
                </a:solidFill>
              </a:defRPr>
            </a:lvl1pPr>
          </a:lstStyle>
          <a:p>
            <a:pPr lvl="0"/>
            <a:r>
              <a:rPr lang="en-US" dirty="0"/>
              <a:t>Add white text here in sentence case</a:t>
            </a:r>
          </a:p>
        </p:txBody>
      </p:sp>
      <p:sp>
        <p:nvSpPr>
          <p:cNvPr id="7"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spTree>
    <p:extLst>
      <p:ext uri="{BB962C8B-B14F-4D97-AF65-F5344CB8AC3E}">
        <p14:creationId xmlns:p14="http://schemas.microsoft.com/office/powerpoint/2010/main" val="397137952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White">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F38398A9-7316-41DB-A533-4A7A2DAF67CC}"/>
              </a:ext>
            </a:extLst>
          </p:cNvPr>
          <p:cNvSpPr/>
          <p:nvPr/>
        </p:nvSpPr>
        <p:spPr>
          <a:xfrm>
            <a:off x="-1014362" y="-10547"/>
            <a:ext cx="954405" cy="39642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Please note the </a:t>
            </a:r>
            <a:r>
              <a:rPr lang="en-US" sz="600" b="1">
                <a:solidFill>
                  <a:srgbClr val="000000"/>
                </a:solidFill>
              </a:rPr>
              <a:t>additional options for Title Slide Layouts </a:t>
            </a:r>
            <a:r>
              <a:rPr lang="en-US" sz="600">
                <a:solidFill>
                  <a:srgbClr val="000000"/>
                </a:solidFill>
              </a:rPr>
              <a:t>under Layouts on the Home Tab. </a:t>
            </a:r>
          </a:p>
        </p:txBody>
      </p:sp>
      <p:sp>
        <p:nvSpPr>
          <p:cNvPr id="15" name="Rectangle 14">
            <a:extLst>
              <a:ext uri="{FF2B5EF4-FFF2-40B4-BE49-F238E27FC236}">
                <a16:creationId xmlns:a16="http://schemas.microsoft.com/office/drawing/2014/main" id="{A84A4ADC-5140-43E7-A027-A0B478F3782E}"/>
              </a:ext>
            </a:extLst>
          </p:cNvPr>
          <p:cNvSpPr/>
          <p:nvPr/>
        </p:nvSpPr>
        <p:spPr>
          <a:xfrm>
            <a:off x="-922875" y="648464"/>
            <a:ext cx="797417" cy="3185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5196" y="1959841"/>
            <a:ext cx="5391765" cy="1398263"/>
          </a:xfrm>
          <a:prstGeom prst="rect">
            <a:avLst/>
          </a:prstGeom>
          <a:noFill/>
        </p:spPr>
        <p:txBody>
          <a:bodyPr anchor="b">
            <a:normAutofit/>
          </a:bodyPr>
          <a:lstStyle>
            <a:lvl1pPr>
              <a:defRPr sz="3300" b="0"/>
            </a:lvl1pPr>
          </a:lstStyle>
          <a:p>
            <a:r>
              <a:rPr lang="en-US"/>
              <a:t>[Title max 2 lines - additional Title slides under Layouts]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25196"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25196"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25196"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pic>
        <p:nvPicPr>
          <p:cNvPr id="28" name="S&amp;P Global Big Logo White">
            <a:extLst>
              <a:ext uri="{FF2B5EF4-FFF2-40B4-BE49-F238E27FC236}">
                <a16:creationId xmlns:a16="http://schemas.microsoft.com/office/drawing/2014/main" id="{ECBD4E13-674D-41EC-8CA7-7D5645831C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255" y="175869"/>
            <a:ext cx="1282446" cy="660745"/>
          </a:xfrm>
          <a:prstGeom prst="rect">
            <a:avLst/>
          </a:prstGeom>
        </p:spPr>
      </p:pic>
      <p:cxnSp>
        <p:nvCxnSpPr>
          <p:cNvPr id="13" name="Straight Connector 12">
            <a:extLst>
              <a:ext uri="{FF2B5EF4-FFF2-40B4-BE49-F238E27FC236}">
                <a16:creationId xmlns:a16="http://schemas.microsoft.com/office/drawing/2014/main" id="{38848774-06A4-4C9C-9314-148C24E489BB}"/>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0D77BC6-934A-4328-AC3E-51C3D8FC547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BE42BB4-B506-4979-AD9F-D6C80A08E23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7D46EBAF-8C9F-439B-88C1-359D3F12024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C499AF21-EB04-4D6A-8A3D-4BCA6140907C}"/>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4DB3F314-279D-4E8E-A0FE-F0ABFD4DB71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9EC3EFBE-5383-4FD6-B5CF-B434AA5520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pic>
        <p:nvPicPr>
          <p:cNvPr id="17" name="Picture 16">
            <a:extLst>
              <a:ext uri="{FF2B5EF4-FFF2-40B4-BE49-F238E27FC236}">
                <a16:creationId xmlns:a16="http://schemas.microsoft.com/office/drawing/2014/main" id="{97AD529D-D801-4F76-A17C-45A2B6353D4E}"/>
              </a:ext>
            </a:extLst>
          </p:cNvPr>
          <p:cNvPicPr>
            <a:picLocks noChangeAspect="1"/>
          </p:cNvPicPr>
          <p:nvPr/>
        </p:nvPicPr>
        <p:blipFill>
          <a:blip r:embed="rId4"/>
          <a:stretch>
            <a:fillRect/>
          </a:stretch>
        </p:blipFill>
        <p:spPr>
          <a:xfrm>
            <a:off x="-888683" y="689010"/>
            <a:ext cx="704664" cy="2997619"/>
          </a:xfrm>
          <a:prstGeom prst="rect">
            <a:avLst/>
          </a:prstGeom>
        </p:spPr>
      </p:pic>
      <p:sp>
        <p:nvSpPr>
          <p:cNvPr id="53" name="Rectangle 52">
            <a:extLst>
              <a:ext uri="{FF2B5EF4-FFF2-40B4-BE49-F238E27FC236}">
                <a16:creationId xmlns:a16="http://schemas.microsoft.com/office/drawing/2014/main" id="{7A051F11-C545-4936-ACBA-747E4BACD57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4" name="Group 53">
            <a:extLst>
              <a:ext uri="{FF2B5EF4-FFF2-40B4-BE49-F238E27FC236}">
                <a16:creationId xmlns:a16="http://schemas.microsoft.com/office/drawing/2014/main" id="{185A7E0A-0E9A-47A5-B742-782BC564D5A0}"/>
              </a:ext>
            </a:extLst>
          </p:cNvPr>
          <p:cNvGrpSpPr/>
          <p:nvPr/>
        </p:nvGrpSpPr>
        <p:grpSpPr>
          <a:xfrm>
            <a:off x="9192986" y="1051487"/>
            <a:ext cx="954405" cy="3085386"/>
            <a:chOff x="12257314" y="1051487"/>
            <a:chExt cx="1272540" cy="3085386"/>
          </a:xfrm>
        </p:grpSpPr>
        <p:sp>
          <p:nvSpPr>
            <p:cNvPr id="55" name="Rectangle 54">
              <a:extLst>
                <a:ext uri="{FF2B5EF4-FFF2-40B4-BE49-F238E27FC236}">
                  <a16:creationId xmlns:a16="http://schemas.microsoft.com/office/drawing/2014/main" id="{1F6A66DB-8F42-4EF0-9FB6-3CF402FDEE03}"/>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6" name="TextBox 55">
              <a:extLst>
                <a:ext uri="{FF2B5EF4-FFF2-40B4-BE49-F238E27FC236}">
                  <a16:creationId xmlns:a16="http://schemas.microsoft.com/office/drawing/2014/main" id="{CCFCCA5B-CFD2-4F97-8E39-F98B68B4303E}"/>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7" name="Freeform: Shape 56">
              <a:extLst>
                <a:ext uri="{FF2B5EF4-FFF2-40B4-BE49-F238E27FC236}">
                  <a16:creationId xmlns:a16="http://schemas.microsoft.com/office/drawing/2014/main" id="{FB8CAF0A-9B91-4E3B-A705-4886072B626A}"/>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TextBox 57">
              <a:extLst>
                <a:ext uri="{FF2B5EF4-FFF2-40B4-BE49-F238E27FC236}">
                  <a16:creationId xmlns:a16="http://schemas.microsoft.com/office/drawing/2014/main" id="{744DFD51-D990-4957-9FB1-31FFF1FD6AE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9" name="Freeform: Shape 58">
              <a:extLst>
                <a:ext uri="{FF2B5EF4-FFF2-40B4-BE49-F238E27FC236}">
                  <a16:creationId xmlns:a16="http://schemas.microsoft.com/office/drawing/2014/main" id="{CD7FF365-2D4C-49DD-847C-D74980ECC1E9}"/>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0" name="Freeform: Shape 59">
              <a:extLst>
                <a:ext uri="{FF2B5EF4-FFF2-40B4-BE49-F238E27FC236}">
                  <a16:creationId xmlns:a16="http://schemas.microsoft.com/office/drawing/2014/main" id="{5EF6C03F-ABF2-4A76-909E-DBA5077DC02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6AAE6DE2-ABB2-4C84-AD69-A57DEBCC006B}"/>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2" name="Picture 61">
              <a:extLst>
                <a:ext uri="{FF2B5EF4-FFF2-40B4-BE49-F238E27FC236}">
                  <a16:creationId xmlns:a16="http://schemas.microsoft.com/office/drawing/2014/main" id="{E75267ED-F4AC-45E8-9B29-C2AF59E8B09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3" name="Rectangle 62">
              <a:extLst>
                <a:ext uri="{FF2B5EF4-FFF2-40B4-BE49-F238E27FC236}">
                  <a16:creationId xmlns:a16="http://schemas.microsoft.com/office/drawing/2014/main" id="{1F9121C2-957F-4A1F-ACB9-3DE4BAD9BD4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4" name="Rectangle 63">
              <a:extLst>
                <a:ext uri="{FF2B5EF4-FFF2-40B4-BE49-F238E27FC236}">
                  <a16:creationId xmlns:a16="http://schemas.microsoft.com/office/drawing/2014/main" id="{4383BC7A-8710-45B8-B7BB-29AE3313E4F9}"/>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5" name="Rectangle 64">
              <a:extLst>
                <a:ext uri="{FF2B5EF4-FFF2-40B4-BE49-F238E27FC236}">
                  <a16:creationId xmlns:a16="http://schemas.microsoft.com/office/drawing/2014/main" id="{3F14AD32-3EDA-4A4F-9132-956C03B8E629}"/>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6" name="Rectangle 65">
              <a:extLst>
                <a:ext uri="{FF2B5EF4-FFF2-40B4-BE49-F238E27FC236}">
                  <a16:creationId xmlns:a16="http://schemas.microsoft.com/office/drawing/2014/main" id="{CDC53D65-E0C4-4E75-AADE-23A49591DEE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7" name="Group 66">
              <a:extLst>
                <a:ext uri="{FF2B5EF4-FFF2-40B4-BE49-F238E27FC236}">
                  <a16:creationId xmlns:a16="http://schemas.microsoft.com/office/drawing/2014/main" id="{734E3783-2AF4-456E-B58F-AF076385BD96}"/>
                </a:ext>
              </a:extLst>
            </p:cNvPr>
            <p:cNvGrpSpPr/>
            <p:nvPr/>
          </p:nvGrpSpPr>
          <p:grpSpPr>
            <a:xfrm>
              <a:off x="12364752" y="2345932"/>
              <a:ext cx="1055431" cy="88186"/>
              <a:chOff x="914335" y="6913770"/>
              <a:chExt cx="1109884" cy="100584"/>
            </a:xfrm>
            <a:noFill/>
          </p:grpSpPr>
          <p:sp>
            <p:nvSpPr>
              <p:cNvPr id="117" name="Rectangle 116">
                <a:extLst>
                  <a:ext uri="{FF2B5EF4-FFF2-40B4-BE49-F238E27FC236}">
                    <a16:creationId xmlns:a16="http://schemas.microsoft.com/office/drawing/2014/main" id="{A40B60AD-93F1-4216-8F84-31D9A6DFC8C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8" name="Rectangle 117">
                <a:extLst>
                  <a:ext uri="{FF2B5EF4-FFF2-40B4-BE49-F238E27FC236}">
                    <a16:creationId xmlns:a16="http://schemas.microsoft.com/office/drawing/2014/main" id="{7153DE13-4A63-4075-AF41-791E65946C14}"/>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9" name="Rectangle 118">
                <a:extLst>
                  <a:ext uri="{FF2B5EF4-FFF2-40B4-BE49-F238E27FC236}">
                    <a16:creationId xmlns:a16="http://schemas.microsoft.com/office/drawing/2014/main" id="{1CECFDC8-C169-4292-AA1B-0519BDF9FC1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0" name="Rectangle 119">
                <a:extLst>
                  <a:ext uri="{FF2B5EF4-FFF2-40B4-BE49-F238E27FC236}">
                    <a16:creationId xmlns:a16="http://schemas.microsoft.com/office/drawing/2014/main" id="{641A4A58-0519-42A9-B63B-316001BA021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1" name="Rectangle 120">
                <a:extLst>
                  <a:ext uri="{FF2B5EF4-FFF2-40B4-BE49-F238E27FC236}">
                    <a16:creationId xmlns:a16="http://schemas.microsoft.com/office/drawing/2014/main" id="{D7249ABC-7023-4151-AEC3-49DE5138352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2" name="Rectangle 121">
                <a:extLst>
                  <a:ext uri="{FF2B5EF4-FFF2-40B4-BE49-F238E27FC236}">
                    <a16:creationId xmlns:a16="http://schemas.microsoft.com/office/drawing/2014/main" id="{BDE7A2EE-185B-4262-B1BA-C6C18521116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3" name="Rectangle 122">
                <a:extLst>
                  <a:ext uri="{FF2B5EF4-FFF2-40B4-BE49-F238E27FC236}">
                    <a16:creationId xmlns:a16="http://schemas.microsoft.com/office/drawing/2014/main" id="{DDBA966F-676E-4315-A5FC-2419808F249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4" name="Rectangle 123">
                <a:extLst>
                  <a:ext uri="{FF2B5EF4-FFF2-40B4-BE49-F238E27FC236}">
                    <a16:creationId xmlns:a16="http://schemas.microsoft.com/office/drawing/2014/main" id="{D6328D79-3EDD-4111-83BB-EA6AB7F9880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5" name="Rectangle 124">
                <a:extLst>
                  <a:ext uri="{FF2B5EF4-FFF2-40B4-BE49-F238E27FC236}">
                    <a16:creationId xmlns:a16="http://schemas.microsoft.com/office/drawing/2014/main" id="{C2AD9B8F-D7B0-4D2B-AB1B-4C93C86557C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6" name="Rectangle 125">
                <a:extLst>
                  <a:ext uri="{FF2B5EF4-FFF2-40B4-BE49-F238E27FC236}">
                    <a16:creationId xmlns:a16="http://schemas.microsoft.com/office/drawing/2014/main" id="{907D5595-AF21-437E-823F-9DF4C18084D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8" name="Graphic 67" descr="Close with solid fill">
              <a:extLst>
                <a:ext uri="{FF2B5EF4-FFF2-40B4-BE49-F238E27FC236}">
                  <a16:creationId xmlns:a16="http://schemas.microsoft.com/office/drawing/2014/main" id="{E53BF390-C23F-46A4-BFBB-E1E29A6234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359990" y="3132474"/>
              <a:ext cx="100919" cy="100919"/>
            </a:xfrm>
            <a:prstGeom prst="rect">
              <a:avLst/>
            </a:prstGeom>
          </p:spPr>
        </p:pic>
        <p:pic>
          <p:nvPicPr>
            <p:cNvPr id="69" name="Graphic 68" descr="Close with solid fill">
              <a:extLst>
                <a:ext uri="{FF2B5EF4-FFF2-40B4-BE49-F238E27FC236}">
                  <a16:creationId xmlns:a16="http://schemas.microsoft.com/office/drawing/2014/main" id="{AC537C6F-E7C1-4795-A5EC-E1797D641A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468758" y="3132474"/>
              <a:ext cx="100919" cy="100919"/>
            </a:xfrm>
            <a:prstGeom prst="rect">
              <a:avLst/>
            </a:prstGeom>
          </p:spPr>
        </p:pic>
        <p:pic>
          <p:nvPicPr>
            <p:cNvPr id="70" name="Graphic 69" descr="Close with solid fill">
              <a:extLst>
                <a:ext uri="{FF2B5EF4-FFF2-40B4-BE49-F238E27FC236}">
                  <a16:creationId xmlns:a16="http://schemas.microsoft.com/office/drawing/2014/main" id="{7FAC67D8-E1CD-46CE-B8BB-D53FDF9F19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72765" y="3132473"/>
              <a:ext cx="100919" cy="100919"/>
            </a:xfrm>
            <a:prstGeom prst="rect">
              <a:avLst/>
            </a:prstGeom>
          </p:spPr>
        </p:pic>
        <p:pic>
          <p:nvPicPr>
            <p:cNvPr id="71" name="Graphic 70" descr="Close with solid fill">
              <a:extLst>
                <a:ext uri="{FF2B5EF4-FFF2-40B4-BE49-F238E27FC236}">
                  <a16:creationId xmlns:a16="http://schemas.microsoft.com/office/drawing/2014/main" id="{8230B86D-5B3C-4CD8-BA87-95275678A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79153" y="3132472"/>
              <a:ext cx="100919" cy="100919"/>
            </a:xfrm>
            <a:prstGeom prst="rect">
              <a:avLst/>
            </a:prstGeom>
          </p:spPr>
        </p:pic>
        <p:pic>
          <p:nvPicPr>
            <p:cNvPr id="72" name="Graphic 71" descr="Close with solid fill">
              <a:extLst>
                <a:ext uri="{FF2B5EF4-FFF2-40B4-BE49-F238E27FC236}">
                  <a16:creationId xmlns:a16="http://schemas.microsoft.com/office/drawing/2014/main" id="{830F2B8D-92DF-4330-AB56-F03E3E4FD3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85541" y="3132471"/>
              <a:ext cx="100919" cy="100919"/>
            </a:xfrm>
            <a:prstGeom prst="rect">
              <a:avLst/>
            </a:prstGeom>
          </p:spPr>
        </p:pic>
        <p:pic>
          <p:nvPicPr>
            <p:cNvPr id="73" name="Graphic 72" descr="Close with solid fill">
              <a:extLst>
                <a:ext uri="{FF2B5EF4-FFF2-40B4-BE49-F238E27FC236}">
                  <a16:creationId xmlns:a16="http://schemas.microsoft.com/office/drawing/2014/main" id="{9A252178-7052-4A5E-99C8-BF9378211C1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91929" y="3132470"/>
              <a:ext cx="100919" cy="100919"/>
            </a:xfrm>
            <a:prstGeom prst="rect">
              <a:avLst/>
            </a:prstGeom>
          </p:spPr>
        </p:pic>
        <p:pic>
          <p:nvPicPr>
            <p:cNvPr id="113" name="Graphic 112" descr="Close with solid fill">
              <a:extLst>
                <a:ext uri="{FF2B5EF4-FFF2-40B4-BE49-F238E27FC236}">
                  <a16:creationId xmlns:a16="http://schemas.microsoft.com/office/drawing/2014/main" id="{5AFBFE90-361D-4675-A60A-C3944EE17A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98317" y="3132469"/>
              <a:ext cx="100919" cy="100919"/>
            </a:xfrm>
            <a:prstGeom prst="rect">
              <a:avLst/>
            </a:prstGeom>
          </p:spPr>
        </p:pic>
        <p:pic>
          <p:nvPicPr>
            <p:cNvPr id="114" name="Graphic 113" descr="Close with solid fill">
              <a:extLst>
                <a:ext uri="{FF2B5EF4-FFF2-40B4-BE49-F238E27FC236}">
                  <a16:creationId xmlns:a16="http://schemas.microsoft.com/office/drawing/2014/main" id="{0324CA63-B4FD-4F32-A48B-CC372D22F8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104705" y="3132468"/>
              <a:ext cx="100919" cy="100919"/>
            </a:xfrm>
            <a:prstGeom prst="rect">
              <a:avLst/>
            </a:prstGeom>
          </p:spPr>
        </p:pic>
        <p:pic>
          <p:nvPicPr>
            <p:cNvPr id="115" name="Graphic 114" descr="Close with solid fill">
              <a:extLst>
                <a:ext uri="{FF2B5EF4-FFF2-40B4-BE49-F238E27FC236}">
                  <a16:creationId xmlns:a16="http://schemas.microsoft.com/office/drawing/2014/main" id="{10D14DC7-8690-4FCB-8E66-A79426B420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11093" y="3132467"/>
              <a:ext cx="100919" cy="100919"/>
            </a:xfrm>
            <a:prstGeom prst="rect">
              <a:avLst/>
            </a:prstGeom>
          </p:spPr>
        </p:pic>
        <p:pic>
          <p:nvPicPr>
            <p:cNvPr id="116" name="Graphic 115" descr="Close with solid fill">
              <a:extLst>
                <a:ext uri="{FF2B5EF4-FFF2-40B4-BE49-F238E27FC236}">
                  <a16:creationId xmlns:a16="http://schemas.microsoft.com/office/drawing/2014/main" id="{C1794AE2-4267-488E-B246-8545817B08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AA97143-AB88-41EC-B6B9-395E6AAF8F82}"/>
              </a:ext>
            </a:extLst>
          </p:cNvPr>
          <p:cNvSpPr>
            <a:spLocks noGrp="1"/>
          </p:cNvSpPr>
          <p:nvPr>
            <p:ph type="dt" sz="half" idx="18"/>
          </p:nvPr>
        </p:nvSpPr>
        <p:spPr>
          <a:xfrm>
            <a:off x="-65991" y="6901977"/>
            <a:ext cx="41148" cy="54864"/>
          </a:xfrm>
        </p:spPr>
        <p:txBody>
          <a:bodyPr/>
          <a:lstStyle>
            <a:lvl1pPr>
              <a:defRPr sz="100">
                <a:noFill/>
              </a:defRPr>
            </a:lvl1pPr>
          </a:lstStyle>
          <a:p>
            <a:fld id="{866B3C68-88E1-40DF-B9E2-2A1DD18FD784}" type="datetime4">
              <a:rPr lang="en-US" smtClean="0"/>
              <a:t>August 13, 2025</a:t>
            </a:fld>
            <a:endParaRPr lang="en-US"/>
          </a:p>
        </p:txBody>
      </p:sp>
      <p:sp>
        <p:nvSpPr>
          <p:cNvPr id="4" name="Footer Placeholder 3">
            <a:extLst>
              <a:ext uri="{FF2B5EF4-FFF2-40B4-BE49-F238E27FC236}">
                <a16:creationId xmlns:a16="http://schemas.microsoft.com/office/drawing/2014/main" id="{B860E2E7-D6FF-4CC7-8126-C6D4A091DE98}"/>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457D495E-526B-486D-A788-BA139D278706}"/>
              </a:ext>
            </a:extLst>
          </p:cNvPr>
          <p:cNvSpPr>
            <a:spLocks noGrp="1"/>
          </p:cNvSpPr>
          <p:nvPr>
            <p:ph type="sldNum" sz="quarter" idx="20"/>
          </p:nvPr>
        </p:nvSpPr>
        <p:spPr>
          <a:xfrm>
            <a:off x="9159398" y="6883061"/>
            <a:ext cx="41148" cy="54864"/>
          </a:xfrm>
        </p:spPr>
        <p:txBody>
          <a:bodyPr/>
          <a:lstStyle>
            <a:lvl1pPr>
              <a:defRPr sz="100">
                <a:noFill/>
              </a:defRPr>
            </a:lvl1pPr>
          </a:lstStyle>
          <a:p>
            <a:fld id="{4704619B-9823-F845-874B-2390AC991BC7}" type="slidenum">
              <a:rPr lang="en-US" smtClean="0"/>
              <a:pPr/>
              <a:t>‹#›</a:t>
            </a:fld>
            <a:endParaRPr lang="en-US" dirty="0"/>
          </a:p>
        </p:txBody>
      </p:sp>
      <p:pic>
        <p:nvPicPr>
          <p:cNvPr id="75" name="SPG Commodity Insights Colorful Big">
            <a:extLst>
              <a:ext uri="{FF2B5EF4-FFF2-40B4-BE49-F238E27FC236}">
                <a16:creationId xmlns:a16="http://schemas.microsoft.com/office/drawing/2014/main" id="{CD9CA651-4CAA-43CD-9A06-4158E9515A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2874631025"/>
      </p:ext>
    </p:extLst>
  </p:cSld>
  <p:clrMapOvr>
    <a:overrideClrMapping bg1="lt1" tx1="dk1" bg2="lt2" tx2="dk2" accent1="accent1" accent2="accent2" accent3="accent3" accent4="accent4" accent5="accent5" accent6="accent6" hlink="hlink" folHlink="folHlink"/>
  </p:clrMapOvr>
  <p:hf hdr="0" ft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Content - no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E45250-AFD1-44E6-BD74-661D7A387316}"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4704619B-9823-F845-874B-2390AC991BC7}" type="slidenum">
              <a:rPr lang="en-US" smtClean="0"/>
              <a:pPr/>
              <a:t>‹#›</a:t>
            </a:fld>
            <a:endParaRPr lang="en-US" dirty="0"/>
          </a:p>
        </p:txBody>
      </p:sp>
      <p:sp>
        <p:nvSpPr>
          <p:cNvPr id="7" name="Title 6">
            <a:extLst>
              <a:ext uri="{FF2B5EF4-FFF2-40B4-BE49-F238E27FC236}">
                <a16:creationId xmlns:a16="http://schemas.microsoft.com/office/drawing/2014/main" id="{1E281549-F48C-40C3-A3B8-76A33095ABBA}"/>
              </a:ext>
            </a:extLst>
          </p:cNvPr>
          <p:cNvSpPr>
            <a:spLocks noGrp="1"/>
          </p:cNvSpPr>
          <p:nvPr>
            <p:ph type="title" hasCustomPrompt="1"/>
          </p:nvPr>
        </p:nvSpPr>
        <p:spPr>
          <a:xfrm>
            <a:off x="425280" y="651300"/>
            <a:ext cx="8297032" cy="648111"/>
          </a:xfrm>
        </p:spPr>
        <p:txBody>
          <a:bodyPr/>
          <a:lstStyle/>
          <a:p>
            <a:r>
              <a:rPr lang="en-US"/>
              <a:t>[Headline]</a:t>
            </a:r>
          </a:p>
        </p:txBody>
      </p:sp>
      <p:sp>
        <p:nvSpPr>
          <p:cNvPr id="17" name="Text Placeholder 11">
            <a:extLst>
              <a:ext uri="{FF2B5EF4-FFF2-40B4-BE49-F238E27FC236}">
                <a16:creationId xmlns:a16="http://schemas.microsoft.com/office/drawing/2014/main" id="{33AF1F22-6453-4489-88BC-640BBEB648C1}"/>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674614511"/>
      </p:ext>
    </p:extLst>
  </p:cSld>
  <p:clrMapOvr>
    <a:masterClrMapping/>
  </p:clrMapOvr>
  <p:hf hdr="0" ftr="0" dt="0"/>
  <p:extLst>
    <p:ext uri="{DCECCB84-F9BA-43D5-87BE-67443E8EF086}">
      <p15:sldGuideLst xmlns:p15="http://schemas.microsoft.com/office/powerpoint/2012/main">
        <p15:guide id="1" orient="horz" pos="102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960032"/>
            <a:ext cx="8298180" cy="4252382"/>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E0DD9A-B909-4E03-B64A-164E399FC2EA}"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4704619B-9823-F845-874B-2390AC991BC7}" type="slidenum">
              <a:rPr lang="en-US" smtClean="0"/>
              <a:pPr/>
              <a:t>‹#›</a:t>
            </a:fld>
            <a:endParaRPr lang="en-US" dirty="0"/>
          </a:p>
        </p:txBody>
      </p:sp>
      <p:sp>
        <p:nvSpPr>
          <p:cNvPr id="8" name="Text Placeholder 7"/>
          <p:cNvSpPr>
            <a:spLocks noGrp="1"/>
          </p:cNvSpPr>
          <p:nvPr>
            <p:ph type="body" sz="quarter" idx="13" hasCustomPrompt="1"/>
          </p:nvPr>
        </p:nvSpPr>
        <p:spPr>
          <a:xfrm>
            <a:off x="425279" y="1058237"/>
            <a:ext cx="8298180" cy="493776"/>
          </a:xfrm>
        </p:spPr>
        <p:txBody>
          <a:bodyPr/>
          <a:lstStyle>
            <a:lvl1pPr marL="0" indent="0">
              <a:buNone/>
              <a:defRPr sz="1350" b="0">
                <a:latin typeface="+mn-lt"/>
              </a:defRPr>
            </a:lvl1pPr>
            <a:lvl2pPr marL="127397" indent="0">
              <a:buNone/>
              <a:defRPr/>
            </a:lvl2pPr>
          </a:lstStyle>
          <a:p>
            <a:pPr lvl="0"/>
            <a:r>
              <a:rPr lang="en-US"/>
              <a:t>[Sub-headline]</a:t>
            </a:r>
          </a:p>
        </p:txBody>
      </p:sp>
      <p:sp>
        <p:nvSpPr>
          <p:cNvPr id="10" name="Text Placeholder 11"/>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525">
                <a:latin typeface="+mn-lt"/>
              </a:defRPr>
            </a:lvl2pPr>
            <a:lvl3pPr marL="255984" indent="0">
              <a:buNone/>
              <a:defRPr/>
            </a:lvl3pPr>
          </a:lstStyle>
          <a:p>
            <a:pPr lvl="0"/>
            <a:r>
              <a:rPr lang="en-US"/>
              <a:t>[Source / Legal disclaimer]</a:t>
            </a:r>
          </a:p>
        </p:txBody>
      </p:sp>
      <p:sp>
        <p:nvSpPr>
          <p:cNvPr id="7" name="Title 6">
            <a:extLst>
              <a:ext uri="{FF2B5EF4-FFF2-40B4-BE49-F238E27FC236}">
                <a16:creationId xmlns:a16="http://schemas.microsoft.com/office/drawing/2014/main" id="{BF688775-CEA2-4940-992B-934A4201951E}"/>
              </a:ext>
            </a:extLst>
          </p:cNvPr>
          <p:cNvSpPr>
            <a:spLocks noGrp="1"/>
          </p:cNvSpPr>
          <p:nvPr>
            <p:ph type="title" hasCustomPrompt="1"/>
          </p:nvPr>
        </p:nvSpPr>
        <p:spPr>
          <a:xfrm>
            <a:off x="425280" y="651300"/>
            <a:ext cx="8297032" cy="402336"/>
          </a:xfrm>
        </p:spPr>
        <p:txBody>
          <a:bodyPr/>
          <a:lstStyle/>
          <a:p>
            <a:r>
              <a:rPr lang="en-US"/>
              <a:t>[Headline]</a:t>
            </a:r>
          </a:p>
        </p:txBody>
      </p:sp>
    </p:spTree>
    <p:extLst>
      <p:ext uri="{BB962C8B-B14F-4D97-AF65-F5344CB8AC3E}">
        <p14:creationId xmlns:p14="http://schemas.microsoft.com/office/powerpoint/2010/main" val="290035482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25279" y="1622426"/>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964127" y="1622425"/>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C6889EE-8C3D-4FF7-9C80-27BFD13FDF2A}"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4704619B-9823-F845-874B-2390AC991BC7}" type="slidenum">
              <a:rPr lang="en-US" smtClean="0"/>
              <a:t>‹#›</a:t>
            </a:fld>
            <a:endParaRPr lang="en-US" dirty="0"/>
          </a:p>
        </p:txBody>
      </p:sp>
      <p:sp>
        <p:nvSpPr>
          <p:cNvPr id="10" name="Title 9">
            <a:extLst>
              <a:ext uri="{FF2B5EF4-FFF2-40B4-BE49-F238E27FC236}">
                <a16:creationId xmlns:a16="http://schemas.microsoft.com/office/drawing/2014/main" id="{4664208C-BD36-4BE7-9A7B-B2D8CF95E8BD}"/>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388540167"/>
      </p:ext>
    </p:extLst>
  </p:cSld>
  <p:clrMapOvr>
    <a:masterClrMapping/>
  </p:clrMapOvr>
  <p:extLst>
    <p:ext uri="{DCECCB84-F9BA-43D5-87BE-67443E8EF086}">
      <p15:sldGuideLst xmlns:p15="http://schemas.microsoft.com/office/powerpoint/2012/main">
        <p15:guide id="1" orient="horz" pos="1022">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wo Content + Subtitles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973EFFA-03D7-43DB-BDBC-FC0CC8E8C7D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2339468"/>
            <a:ext cx="3758184" cy="3866071"/>
          </a:xfrm>
        </p:spPr>
        <p:txBody>
          <a:bodyPr/>
          <a:lstStyle>
            <a:lvl1pPr marL="0" indent="0">
              <a:buFont typeface="Arial" panose="020B0604020202020204" pitchFamily="34" charset="0"/>
              <a:buChar char="​"/>
              <a:defRPr sz="900"/>
            </a:lvl1pPr>
            <a:lvl2pPr marL="170260" indent="-170260">
              <a:defRPr sz="900"/>
            </a:lvl2pPr>
            <a:lvl3pPr marL="345281" indent="-175022">
              <a:defRPr sz="900"/>
            </a:lvl3pPr>
            <a:lvl4pPr marL="515541" indent="-170260">
              <a:defRPr sz="900"/>
            </a:lvl4pPr>
            <a:lvl5pPr marL="685800" indent="-170260">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425279"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4965275"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Content Placeholder 13">
            <a:extLst>
              <a:ext uri="{FF2B5EF4-FFF2-40B4-BE49-F238E27FC236}">
                <a16:creationId xmlns:a16="http://schemas.microsoft.com/office/drawing/2014/main" id="{55EF8898-0035-4D30-8587-C59EEC429BF1}"/>
              </a:ext>
            </a:extLst>
          </p:cNvPr>
          <p:cNvSpPr>
            <a:spLocks noGrp="1"/>
          </p:cNvSpPr>
          <p:nvPr>
            <p:ph sz="quarter" idx="20" hasCustomPrompt="1"/>
          </p:nvPr>
        </p:nvSpPr>
        <p:spPr>
          <a:xfrm>
            <a:off x="4965275" y="2340111"/>
            <a:ext cx="3758184" cy="3865071"/>
          </a:xfrm>
        </p:spPr>
        <p:txBody>
          <a:bodyPr/>
          <a:lstStyle>
            <a:lvl1pPr marL="0" indent="0">
              <a:buFont typeface="Arial" panose="020B0604020202020204" pitchFamily="34" charset="0"/>
              <a:buChar char="​"/>
              <a:defRPr sz="900"/>
            </a:lvl1pPr>
            <a:lvl2pPr marL="173831" indent="-173831">
              <a:defRPr sz="900"/>
            </a:lvl2pPr>
            <a:lvl3pPr marL="342900" indent="-169069">
              <a:defRPr sz="900"/>
            </a:lvl3pPr>
            <a:lvl4pPr marL="516731" indent="-173831">
              <a:defRPr sz="900"/>
            </a:lvl4pPr>
            <a:lvl5pPr marL="685800" indent="-169069">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52EC4F50-33EE-43C0-91C4-0E81E34B8F09}"/>
              </a:ext>
            </a:extLst>
          </p:cNvPr>
          <p:cNvSpPr>
            <a:spLocks noGrp="1"/>
          </p:cNvSpPr>
          <p:nvPr>
            <p:ph type="title" hasCustomPrompt="1"/>
          </p:nvPr>
        </p:nvSpPr>
        <p:spPr>
          <a:xfrm>
            <a:off x="425279" y="652075"/>
            <a:ext cx="8298591" cy="399879"/>
          </a:xfrm>
        </p:spPr>
        <p:txBody>
          <a:bodyPr/>
          <a:lstStyle/>
          <a:p>
            <a:r>
              <a:rPr lang="en-US"/>
              <a:t>[Headline]</a:t>
            </a:r>
          </a:p>
        </p:txBody>
      </p:sp>
      <p:sp>
        <p:nvSpPr>
          <p:cNvPr id="17" name="Subtitle">
            <a:extLst>
              <a:ext uri="{FF2B5EF4-FFF2-40B4-BE49-F238E27FC236}">
                <a16:creationId xmlns:a16="http://schemas.microsoft.com/office/drawing/2014/main" id="{C4A7AD32-F8CA-4312-96A0-150415233B08}"/>
              </a:ext>
            </a:extLst>
          </p:cNvPr>
          <p:cNvSpPr>
            <a:spLocks noGrp="1"/>
          </p:cNvSpPr>
          <p:nvPr>
            <p:ph type="body" sz="quarter" idx="14" hasCustomPrompt="1"/>
          </p:nvPr>
        </p:nvSpPr>
        <p:spPr>
          <a:xfrm>
            <a:off x="425279" y="1058237"/>
            <a:ext cx="8298180" cy="493776"/>
          </a:xfrm>
        </p:spPr>
        <p:txBody>
          <a:bodyPr>
            <a:noAutofit/>
          </a:bodyPr>
          <a:lstStyle>
            <a:lvl1pPr marL="0" indent="0">
              <a:buNone/>
              <a:defRPr sz="1350">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Text Placeholder 11">
            <a:extLst>
              <a:ext uri="{FF2B5EF4-FFF2-40B4-BE49-F238E27FC236}">
                <a16:creationId xmlns:a16="http://schemas.microsoft.com/office/drawing/2014/main" id="{EB2DECFA-B61D-4F4D-B7D8-5CE42C12819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58989929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25281"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4" name="Content Placeholder 3"/>
          <p:cNvSpPr>
            <a:spLocks noGrp="1"/>
          </p:cNvSpPr>
          <p:nvPr>
            <p:ph sz="half" idx="2" hasCustomPrompt="1"/>
          </p:nvPr>
        </p:nvSpPr>
        <p:spPr>
          <a:xfrm>
            <a:off x="425279"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4964127"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6" name="Content Placeholder 5"/>
          <p:cNvSpPr>
            <a:spLocks noGrp="1"/>
          </p:cNvSpPr>
          <p:nvPr>
            <p:ph sz="quarter" idx="4" hasCustomPrompt="1"/>
          </p:nvPr>
        </p:nvSpPr>
        <p:spPr>
          <a:xfrm>
            <a:off x="4964127"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83A668-9EE6-4B88-A091-42C9A3E0B1FB}" type="datetime4">
              <a:rPr lang="en-US" smtClean="0"/>
              <a:t>August 13, 2025</a:t>
            </a:fld>
            <a:endParaRPr lang="en-US"/>
          </a:p>
        </p:txBody>
      </p:sp>
      <p:sp>
        <p:nvSpPr>
          <p:cNvPr id="8" name="Footer Placeholder 7"/>
          <p:cNvSpPr>
            <a:spLocks noGrp="1"/>
          </p:cNvSpPr>
          <p:nvPr>
            <p:ph type="ftr" sz="quarter" idx="11"/>
          </p:nvPr>
        </p:nvSpPr>
        <p:spPr/>
        <p:txBody>
          <a:bodyPr/>
          <a:lstStyle/>
          <a:p>
            <a:r>
              <a:rPr lang="en-US"/>
              <a:t>S&amp;P Global Commodity Insights – Internal Use Only</a:t>
            </a:r>
          </a:p>
        </p:txBody>
      </p:sp>
      <p:sp>
        <p:nvSpPr>
          <p:cNvPr id="9" name="Slide Number Placeholder 8"/>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Title 9">
            <a:extLst>
              <a:ext uri="{FF2B5EF4-FFF2-40B4-BE49-F238E27FC236}">
                <a16:creationId xmlns:a16="http://schemas.microsoft.com/office/drawing/2014/main" id="{D90A15C2-5054-4CD7-B265-CC42A553B2E1}"/>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3584272515"/>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B715BA27-8BE7-4FFD-81AA-567CDC513FC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288571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11">
            <a:extLst>
              <a:ext uri="{FF2B5EF4-FFF2-40B4-BE49-F238E27FC236}">
                <a16:creationId xmlns:a16="http://schemas.microsoft.com/office/drawing/2014/main" id="{3C054E2C-5FEC-4FC6-86D1-8129521D46A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083396560"/>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Content 3 x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ABA126A-879E-4784-9A91-824C60C4FA8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0" name="Subtitle Left">
            <a:extLst>
              <a:ext uri="{FF2B5EF4-FFF2-40B4-BE49-F238E27FC236}">
                <a16:creationId xmlns:a16="http://schemas.microsoft.com/office/drawing/2014/main" id="{41D831FC-A1F7-4DC8-BA1A-A17C8EAA97A1}"/>
              </a:ext>
            </a:extLst>
          </p:cNvPr>
          <p:cNvSpPr>
            <a:spLocks noGrp="1"/>
          </p:cNvSpPr>
          <p:nvPr>
            <p:ph type="body" sz="quarter" idx="27" hasCustomPrompt="1"/>
          </p:nvPr>
        </p:nvSpPr>
        <p:spPr>
          <a:xfrm>
            <a:off x="419541"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Subtitle Middle">
            <a:extLst>
              <a:ext uri="{FF2B5EF4-FFF2-40B4-BE49-F238E27FC236}">
                <a16:creationId xmlns:a16="http://schemas.microsoft.com/office/drawing/2014/main" id="{C93652A2-26B5-47E7-8938-71678086071B}"/>
              </a:ext>
            </a:extLst>
          </p:cNvPr>
          <p:cNvSpPr>
            <a:spLocks noGrp="1"/>
          </p:cNvSpPr>
          <p:nvPr>
            <p:ph type="body" sz="quarter" idx="28" hasCustomPrompt="1"/>
          </p:nvPr>
        </p:nvSpPr>
        <p:spPr>
          <a:xfrm>
            <a:off x="3306007"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4" name="Subtitle Left">
            <a:extLst>
              <a:ext uri="{FF2B5EF4-FFF2-40B4-BE49-F238E27FC236}">
                <a16:creationId xmlns:a16="http://schemas.microsoft.com/office/drawing/2014/main" id="{7C644CFB-CECD-4FFC-BF18-52EAEA4F96E0}"/>
              </a:ext>
            </a:extLst>
          </p:cNvPr>
          <p:cNvSpPr>
            <a:spLocks noGrp="1"/>
          </p:cNvSpPr>
          <p:nvPr>
            <p:ph type="body" sz="quarter" idx="29" hasCustomPrompt="1"/>
          </p:nvPr>
        </p:nvSpPr>
        <p:spPr>
          <a:xfrm>
            <a:off x="41791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6" name="Subtitle Middle">
            <a:extLst>
              <a:ext uri="{FF2B5EF4-FFF2-40B4-BE49-F238E27FC236}">
                <a16:creationId xmlns:a16="http://schemas.microsoft.com/office/drawing/2014/main" id="{214DCF33-769C-4A91-B102-A082C83E9AAE}"/>
              </a:ext>
            </a:extLst>
          </p:cNvPr>
          <p:cNvSpPr>
            <a:spLocks noGrp="1"/>
          </p:cNvSpPr>
          <p:nvPr>
            <p:ph type="body" sz="quarter" idx="30" hasCustomPrompt="1"/>
          </p:nvPr>
        </p:nvSpPr>
        <p:spPr>
          <a:xfrm>
            <a:off x="3304375"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7" name="Subtitle Right">
            <a:extLst>
              <a:ext uri="{FF2B5EF4-FFF2-40B4-BE49-F238E27FC236}">
                <a16:creationId xmlns:a16="http://schemas.microsoft.com/office/drawing/2014/main" id="{AD42E7A8-3667-4180-9865-036D5D2E6CFA}"/>
              </a:ext>
            </a:extLst>
          </p:cNvPr>
          <p:cNvSpPr>
            <a:spLocks noGrp="1"/>
          </p:cNvSpPr>
          <p:nvPr>
            <p:ph type="body" sz="quarter" idx="31" hasCustomPrompt="1"/>
          </p:nvPr>
        </p:nvSpPr>
        <p:spPr>
          <a:xfrm>
            <a:off x="619084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8" name="Text Placeholder 20">
            <a:extLst>
              <a:ext uri="{FF2B5EF4-FFF2-40B4-BE49-F238E27FC236}">
                <a16:creationId xmlns:a16="http://schemas.microsoft.com/office/drawing/2014/main" id="{011E0055-63B4-4536-A39B-200812791310}"/>
              </a:ext>
            </a:extLst>
          </p:cNvPr>
          <p:cNvSpPr>
            <a:spLocks noGrp="1"/>
          </p:cNvSpPr>
          <p:nvPr>
            <p:ph type="body" sz="quarter" idx="32" hasCustomPrompt="1"/>
          </p:nvPr>
        </p:nvSpPr>
        <p:spPr>
          <a:xfrm>
            <a:off x="416718"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22">
            <a:extLst>
              <a:ext uri="{FF2B5EF4-FFF2-40B4-BE49-F238E27FC236}">
                <a16:creationId xmlns:a16="http://schemas.microsoft.com/office/drawing/2014/main" id="{B0446AC9-7EA2-49AF-9E03-1CBEDC4AF23C}"/>
              </a:ext>
            </a:extLst>
          </p:cNvPr>
          <p:cNvSpPr>
            <a:spLocks noGrp="1"/>
          </p:cNvSpPr>
          <p:nvPr>
            <p:ph type="body" sz="quarter" idx="33" hasCustomPrompt="1"/>
          </p:nvPr>
        </p:nvSpPr>
        <p:spPr>
          <a:xfrm>
            <a:off x="3303984" y="4787432"/>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4">
            <a:extLst>
              <a:ext uri="{FF2B5EF4-FFF2-40B4-BE49-F238E27FC236}">
                <a16:creationId xmlns:a16="http://schemas.microsoft.com/office/drawing/2014/main" id="{9C10E2FD-8E08-4E27-8251-911FE57D6D7E}"/>
              </a:ext>
            </a:extLst>
          </p:cNvPr>
          <p:cNvSpPr>
            <a:spLocks noGrp="1"/>
          </p:cNvSpPr>
          <p:nvPr>
            <p:ph type="body" sz="quarter" idx="34" hasCustomPrompt="1"/>
          </p:nvPr>
        </p:nvSpPr>
        <p:spPr>
          <a:xfrm>
            <a:off x="6191249"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Subtitle Right">
            <a:extLst>
              <a:ext uri="{FF2B5EF4-FFF2-40B4-BE49-F238E27FC236}">
                <a16:creationId xmlns:a16="http://schemas.microsoft.com/office/drawing/2014/main" id="{9808343C-7685-4CA9-A440-3AB53CE7DEBB}"/>
              </a:ext>
            </a:extLst>
          </p:cNvPr>
          <p:cNvSpPr>
            <a:spLocks noGrp="1"/>
          </p:cNvSpPr>
          <p:nvPr>
            <p:ph type="body" sz="quarter" idx="35" hasCustomPrompt="1"/>
          </p:nvPr>
        </p:nvSpPr>
        <p:spPr>
          <a:xfrm>
            <a:off x="6195883" y="4238915"/>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4" name="Text Placeholder 11">
            <a:extLst>
              <a:ext uri="{FF2B5EF4-FFF2-40B4-BE49-F238E27FC236}">
                <a16:creationId xmlns:a16="http://schemas.microsoft.com/office/drawing/2014/main" id="{473AA86A-C2C8-494A-B6CB-9F08C3C40F68}"/>
              </a:ext>
            </a:extLst>
          </p:cNvPr>
          <p:cNvSpPr>
            <a:spLocks noGrp="1"/>
          </p:cNvSpPr>
          <p:nvPr>
            <p:ph type="body" sz="quarter" idx="15"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61690355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ontent 5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38FA509C-C58A-486C-88B9-6E23F498CE4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91199"/>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text]</a:t>
            </a:r>
          </a:p>
        </p:txBody>
      </p:sp>
      <p:sp>
        <p:nvSpPr>
          <p:cNvPr id="25" name="Subtitle Left">
            <a:extLst>
              <a:ext uri="{FF2B5EF4-FFF2-40B4-BE49-F238E27FC236}">
                <a16:creationId xmlns:a16="http://schemas.microsoft.com/office/drawing/2014/main" id="{61E7C447-8A4D-450A-B86A-44DB0874944F}"/>
              </a:ext>
            </a:extLst>
          </p:cNvPr>
          <p:cNvSpPr>
            <a:spLocks noGrp="1"/>
          </p:cNvSpPr>
          <p:nvPr>
            <p:ph type="body" sz="quarter" idx="16" hasCustomPrompt="1"/>
          </p:nvPr>
        </p:nvSpPr>
        <p:spPr>
          <a:xfrm>
            <a:off x="420731"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7" name="Subtitle Left Middle">
            <a:extLst>
              <a:ext uri="{FF2B5EF4-FFF2-40B4-BE49-F238E27FC236}">
                <a16:creationId xmlns:a16="http://schemas.microsoft.com/office/drawing/2014/main" id="{063F30B2-FBDB-4754-8B9E-9E075D826918}"/>
              </a:ext>
            </a:extLst>
          </p:cNvPr>
          <p:cNvSpPr>
            <a:spLocks noGrp="1"/>
          </p:cNvSpPr>
          <p:nvPr>
            <p:ph type="body" sz="quarter" idx="17" hasCustomPrompt="1"/>
          </p:nvPr>
        </p:nvSpPr>
        <p:spPr>
          <a:xfrm>
            <a:off x="2114612"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9" name="Subtitle Middle">
            <a:extLst>
              <a:ext uri="{FF2B5EF4-FFF2-40B4-BE49-F238E27FC236}">
                <a16:creationId xmlns:a16="http://schemas.microsoft.com/office/drawing/2014/main" id="{DF760517-3B3F-40C1-BC94-AE68C8CEAD3E}"/>
              </a:ext>
            </a:extLst>
          </p:cNvPr>
          <p:cNvSpPr>
            <a:spLocks noGrp="1"/>
          </p:cNvSpPr>
          <p:nvPr>
            <p:ph type="body" sz="quarter" idx="19" hasCustomPrompt="1"/>
          </p:nvPr>
        </p:nvSpPr>
        <p:spPr>
          <a:xfrm>
            <a:off x="3808493"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Subtitle Right Middle">
            <a:extLst>
              <a:ext uri="{FF2B5EF4-FFF2-40B4-BE49-F238E27FC236}">
                <a16:creationId xmlns:a16="http://schemas.microsoft.com/office/drawing/2014/main" id="{0B780B94-455F-49EE-8F11-14EC4C3DD594}"/>
              </a:ext>
            </a:extLst>
          </p:cNvPr>
          <p:cNvSpPr>
            <a:spLocks noGrp="1"/>
          </p:cNvSpPr>
          <p:nvPr>
            <p:ph type="body" sz="quarter" idx="21" hasCustomPrompt="1"/>
          </p:nvPr>
        </p:nvSpPr>
        <p:spPr>
          <a:xfrm>
            <a:off x="5502374"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3" name="Subtitle Right">
            <a:extLst>
              <a:ext uri="{FF2B5EF4-FFF2-40B4-BE49-F238E27FC236}">
                <a16:creationId xmlns:a16="http://schemas.microsoft.com/office/drawing/2014/main" id="{7C513371-3013-4E16-89BA-D116A01B5511}"/>
              </a:ext>
            </a:extLst>
          </p:cNvPr>
          <p:cNvSpPr>
            <a:spLocks noGrp="1"/>
          </p:cNvSpPr>
          <p:nvPr>
            <p:ph type="body" sz="quarter" idx="23" hasCustomPrompt="1"/>
          </p:nvPr>
        </p:nvSpPr>
        <p:spPr>
          <a:xfrm>
            <a:off x="7196257"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8" name="Text Placeholder 7">
            <a:extLst>
              <a:ext uri="{FF2B5EF4-FFF2-40B4-BE49-F238E27FC236}">
                <a16:creationId xmlns:a16="http://schemas.microsoft.com/office/drawing/2014/main" id="{15865455-3EAC-4FAE-9B20-C2DDA8A06C79}"/>
              </a:ext>
            </a:extLst>
          </p:cNvPr>
          <p:cNvSpPr>
            <a:spLocks noGrp="1"/>
          </p:cNvSpPr>
          <p:nvPr>
            <p:ph type="body" sz="quarter" idx="24" hasCustomPrompt="1"/>
          </p:nvPr>
        </p:nvSpPr>
        <p:spPr>
          <a:xfrm>
            <a:off x="41910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17" name="Text Placeholder 16">
            <a:extLst>
              <a:ext uri="{FF2B5EF4-FFF2-40B4-BE49-F238E27FC236}">
                <a16:creationId xmlns:a16="http://schemas.microsoft.com/office/drawing/2014/main" id="{2D119D33-E5BA-400E-84C0-9493ACA2B9A6}"/>
              </a:ext>
            </a:extLst>
          </p:cNvPr>
          <p:cNvSpPr>
            <a:spLocks noGrp="1"/>
          </p:cNvSpPr>
          <p:nvPr>
            <p:ph type="body" sz="quarter" idx="25" hasCustomPrompt="1"/>
          </p:nvPr>
        </p:nvSpPr>
        <p:spPr>
          <a:xfrm>
            <a:off x="211455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36" name="Text Placeholder 35">
            <a:extLst>
              <a:ext uri="{FF2B5EF4-FFF2-40B4-BE49-F238E27FC236}">
                <a16:creationId xmlns:a16="http://schemas.microsoft.com/office/drawing/2014/main" id="{9B5EC6C1-CF45-4972-9451-C7BA44F2C65C}"/>
              </a:ext>
            </a:extLst>
          </p:cNvPr>
          <p:cNvSpPr>
            <a:spLocks noGrp="1"/>
          </p:cNvSpPr>
          <p:nvPr>
            <p:ph type="body" sz="quarter" idx="26" hasCustomPrompt="1"/>
          </p:nvPr>
        </p:nvSpPr>
        <p:spPr>
          <a:xfrm>
            <a:off x="3822701" y="3271960"/>
            <a:ext cx="1527175" cy="2422404"/>
          </a:xfrm>
        </p:spPr>
        <p:txBody>
          <a:bodyPr/>
          <a:lstStyle>
            <a:lvl1pPr marL="85725" indent="-85725">
              <a:defRPr sz="825"/>
            </a:lvl1pPr>
            <a:lvl2pPr marL="255985" indent="-85725">
              <a:tabLst/>
              <a:defRPr sz="825"/>
            </a:lvl2pPr>
            <a:lvl3pPr>
              <a:defRPr sz="825"/>
            </a:lvl3pPr>
            <a:lvl4pPr>
              <a:defRPr sz="788"/>
            </a:lvl4pPr>
            <a:lvl5pPr>
              <a:defRPr sz="788"/>
            </a:lvl5pPr>
          </a:lstStyle>
          <a:p>
            <a:pPr lvl="0"/>
            <a:r>
              <a:rPr lang="en-US"/>
              <a:t>[Click to add content]</a:t>
            </a:r>
          </a:p>
          <a:p>
            <a:pPr lvl="1"/>
            <a:r>
              <a:rPr lang="en-US"/>
              <a:t>Second level</a:t>
            </a:r>
          </a:p>
        </p:txBody>
      </p:sp>
      <p:sp>
        <p:nvSpPr>
          <p:cNvPr id="38" name="Text Placeholder 37">
            <a:extLst>
              <a:ext uri="{FF2B5EF4-FFF2-40B4-BE49-F238E27FC236}">
                <a16:creationId xmlns:a16="http://schemas.microsoft.com/office/drawing/2014/main" id="{917E3231-30EC-4F7F-81A0-2AF42FA1D83E}"/>
              </a:ext>
            </a:extLst>
          </p:cNvPr>
          <p:cNvSpPr>
            <a:spLocks noGrp="1"/>
          </p:cNvSpPr>
          <p:nvPr>
            <p:ph type="body" sz="quarter" idx="27" hasCustomPrompt="1"/>
          </p:nvPr>
        </p:nvSpPr>
        <p:spPr>
          <a:xfrm>
            <a:off x="5502275"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40" name="Text Placeholder 39">
            <a:extLst>
              <a:ext uri="{FF2B5EF4-FFF2-40B4-BE49-F238E27FC236}">
                <a16:creationId xmlns:a16="http://schemas.microsoft.com/office/drawing/2014/main" id="{DD634B5F-D3D8-4AB0-B51D-1C828AC68D5D}"/>
              </a:ext>
            </a:extLst>
          </p:cNvPr>
          <p:cNvSpPr>
            <a:spLocks noGrp="1"/>
          </p:cNvSpPr>
          <p:nvPr>
            <p:ph type="body" sz="quarter" idx="28" hasCustomPrompt="1"/>
          </p:nvPr>
        </p:nvSpPr>
        <p:spPr>
          <a:xfrm>
            <a:off x="7196139" y="3271960"/>
            <a:ext cx="1528762"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6" name="Title 5">
            <a:extLst>
              <a:ext uri="{FF2B5EF4-FFF2-40B4-BE49-F238E27FC236}">
                <a16:creationId xmlns:a16="http://schemas.microsoft.com/office/drawing/2014/main" id="{BDA01D14-CBFD-4FB8-8BC4-D8830CEC160D}"/>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C816339-A3B2-46CC-8115-A134C967F642}"/>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2" name="Text Placeholder 11">
            <a:extLst>
              <a:ext uri="{FF2B5EF4-FFF2-40B4-BE49-F238E27FC236}">
                <a16:creationId xmlns:a16="http://schemas.microsoft.com/office/drawing/2014/main" id="{8AF474E7-9310-4F30-B638-C2B67375861F}"/>
              </a:ext>
            </a:extLst>
          </p:cNvPr>
          <p:cNvSpPr>
            <a:spLocks noGrp="1"/>
          </p:cNvSpPr>
          <p:nvPr>
            <p:ph type="body" sz="quarter" idx="29"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408022560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80" y="1620838"/>
            <a:ext cx="5607031" cy="4587938"/>
          </a:xfrm>
        </p:spPr>
        <p:txBody>
          <a:bodyPr>
            <a:normAutofit/>
          </a:bodyPr>
          <a:lstStyle>
            <a:lvl1pPr>
              <a:defRPr sz="1200"/>
            </a:lvl1pPr>
            <a:lvl2pPr>
              <a:defRPr sz="12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6154690" y="1619998"/>
            <a:ext cx="2567622" cy="4585540"/>
          </a:xfrm>
        </p:spPr>
        <p:txBody>
          <a:bodyPr anchor="t">
            <a:normAutofit/>
          </a:bodyPr>
          <a:lstStyle>
            <a:lvl1pPr marL="0" indent="0">
              <a:buNone/>
              <a:defRPr sz="1200">
                <a:latin typeface="+mn-lt"/>
                <a:cs typeface="+mj-cs"/>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[Sub-headline]</a:t>
            </a:r>
          </a:p>
        </p:txBody>
      </p:sp>
      <p:sp>
        <p:nvSpPr>
          <p:cNvPr id="5" name="Date Placeholder 4"/>
          <p:cNvSpPr>
            <a:spLocks noGrp="1"/>
          </p:cNvSpPr>
          <p:nvPr>
            <p:ph type="dt" sz="half" idx="10"/>
          </p:nvPr>
        </p:nvSpPr>
        <p:spPr/>
        <p:txBody>
          <a:bodyPr/>
          <a:lstStyle/>
          <a:p>
            <a:fld id="{6A118CCC-6F7F-4C42-AC46-D7F105193E8D}"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4704619B-9823-F845-874B-2390AC991BC7}" type="slidenum">
              <a:rPr lang="en-US" smtClean="0"/>
              <a:pPr/>
              <a:t>‹#›</a:t>
            </a:fld>
            <a:endParaRPr lang="en-US" dirty="0"/>
          </a:p>
        </p:txBody>
      </p:sp>
      <p:sp>
        <p:nvSpPr>
          <p:cNvPr id="2" name="Title 1">
            <a:extLst>
              <a:ext uri="{FF2B5EF4-FFF2-40B4-BE49-F238E27FC236}">
                <a16:creationId xmlns:a16="http://schemas.microsoft.com/office/drawing/2014/main" id="{5975813A-CD63-4253-8001-91BA1316B93B}"/>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770432176"/>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4"/>
            <a:ext cx="8298180" cy="4577207"/>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1CCA47-27E3-4711-8C32-1F40E775D8E1}"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dirty="0"/>
          </a:p>
        </p:txBody>
      </p:sp>
      <p:sp>
        <p:nvSpPr>
          <p:cNvPr id="7" name="Title 6">
            <a:extLst>
              <a:ext uri="{FF2B5EF4-FFF2-40B4-BE49-F238E27FC236}">
                <a16:creationId xmlns:a16="http://schemas.microsoft.com/office/drawing/2014/main" id="{252DE08D-8DD0-44DB-979A-C398324AA308}"/>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2075106540"/>
      </p:ext>
    </p:extLst>
  </p:cSld>
  <p:clrMapOvr>
    <a:masterClrMapping/>
  </p:clrMapOvr>
  <p:extLst>
    <p:ext uri="{DCECCB84-F9BA-43D5-87BE-67443E8EF086}">
      <p15:sldGuideLst xmlns:p15="http://schemas.microsoft.com/office/powerpoint/2012/main">
        <p15:guide id="1" orient="horz" pos="102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3574D9A-42B2-45FF-9B07-CDC840DAC017}" type="datetime4">
              <a:rPr lang="en-US" smtClean="0"/>
              <a:t>August 13, 2025</a:t>
            </a:fld>
            <a:endParaRPr lang="en-US"/>
          </a:p>
        </p:txBody>
      </p:sp>
      <p:sp>
        <p:nvSpPr>
          <p:cNvPr id="4" name="Footer Placeholder 3"/>
          <p:cNvSpPr>
            <a:spLocks noGrp="1"/>
          </p:cNvSpPr>
          <p:nvPr>
            <p:ph type="ftr" sz="quarter" idx="11"/>
          </p:nvPr>
        </p:nvSpPr>
        <p:spPr/>
        <p:txBody>
          <a:bodyPr/>
          <a:lstStyle/>
          <a:p>
            <a:r>
              <a:rPr lang="en-US"/>
              <a:t>S&amp;P Global Commodity Insights – Internal Use Only</a:t>
            </a:r>
          </a:p>
        </p:txBody>
      </p:sp>
      <p:sp>
        <p:nvSpPr>
          <p:cNvPr id="5" name="Slide Number Placeholder 4"/>
          <p:cNvSpPr>
            <a:spLocks noGrp="1"/>
          </p:cNvSpPr>
          <p:nvPr>
            <p:ph type="sldNum" sz="quarter" idx="12"/>
          </p:nvPr>
        </p:nvSpPr>
        <p:spPr/>
        <p:txBody>
          <a:bodyPr/>
          <a:lstStyle/>
          <a:p>
            <a:fld id="{4704619B-9823-F845-874B-2390AC991BC7}" type="slidenum">
              <a:rPr lang="en-US" smtClean="0"/>
              <a:pPr/>
              <a:t>‹#›</a:t>
            </a:fld>
            <a:endParaRPr lang="en-US" dirty="0"/>
          </a:p>
        </p:txBody>
      </p:sp>
      <p:sp>
        <p:nvSpPr>
          <p:cNvPr id="6" name="Text Placeholder 7"/>
          <p:cNvSpPr>
            <a:spLocks noGrp="1"/>
          </p:cNvSpPr>
          <p:nvPr>
            <p:ph type="body" sz="quarter" idx="13" hasCustomPrompt="1"/>
          </p:nvPr>
        </p:nvSpPr>
        <p:spPr>
          <a:xfrm>
            <a:off x="425279" y="1058237"/>
            <a:ext cx="8298180" cy="493776"/>
          </a:xfrm>
        </p:spPr>
        <p:txBody>
          <a:bodyPr/>
          <a:lstStyle>
            <a:lvl1pPr marL="0" indent="0">
              <a:buNone/>
              <a:defRPr b="0">
                <a:latin typeface="+mn-lt"/>
              </a:defRPr>
            </a:lvl1pPr>
            <a:lvl2pPr marL="127397" indent="0">
              <a:buNone/>
              <a:defRPr/>
            </a:lvl2pPr>
          </a:lstStyle>
          <a:p>
            <a:pPr lvl="0"/>
            <a:r>
              <a:rPr lang="en-US"/>
              <a:t>[Sub-headline]</a:t>
            </a:r>
          </a:p>
        </p:txBody>
      </p:sp>
      <p:sp>
        <p:nvSpPr>
          <p:cNvPr id="7" name="Title 6">
            <a:extLst>
              <a:ext uri="{FF2B5EF4-FFF2-40B4-BE49-F238E27FC236}">
                <a16:creationId xmlns:a16="http://schemas.microsoft.com/office/drawing/2014/main" id="{AF9C40FE-6A21-4C23-A19D-E68A6C289906}"/>
              </a:ext>
            </a:extLst>
          </p:cNvPr>
          <p:cNvSpPr>
            <a:spLocks noGrp="1"/>
          </p:cNvSpPr>
          <p:nvPr>
            <p:ph type="title" hasCustomPrompt="1"/>
          </p:nvPr>
        </p:nvSpPr>
        <p:spPr>
          <a:xfrm>
            <a:off x="425280" y="651300"/>
            <a:ext cx="8297032" cy="402336"/>
          </a:xfrm>
        </p:spPr>
        <p:txBody>
          <a:bodyPr/>
          <a:lstStyle/>
          <a:p>
            <a:r>
              <a:rPr lang="en-US"/>
              <a:t>[Headline]</a:t>
            </a:r>
          </a:p>
        </p:txBody>
      </p:sp>
      <p:sp>
        <p:nvSpPr>
          <p:cNvPr id="8" name="Text Placeholder 11">
            <a:extLst>
              <a:ext uri="{FF2B5EF4-FFF2-40B4-BE49-F238E27FC236}">
                <a16:creationId xmlns:a16="http://schemas.microsoft.com/office/drawing/2014/main" id="{3F48976F-008B-4090-A991-2BE8CC8B68C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83887907"/>
      </p:ext>
    </p:extLst>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5B7FF-2C98-41DB-85E9-CA5614465502}" type="datetime4">
              <a:rPr lang="en-US" smtClean="0"/>
              <a:t>August 13, 2025</a:t>
            </a:fld>
            <a:endParaRPr lang="en-US"/>
          </a:p>
        </p:txBody>
      </p:sp>
      <p:sp>
        <p:nvSpPr>
          <p:cNvPr id="3" name="Footer Placeholder 2"/>
          <p:cNvSpPr>
            <a:spLocks noGrp="1"/>
          </p:cNvSpPr>
          <p:nvPr>
            <p:ph type="ftr" sz="quarter" idx="11"/>
          </p:nvPr>
        </p:nvSpPr>
        <p:spPr/>
        <p:txBody>
          <a:bodyPr/>
          <a:lstStyle/>
          <a:p>
            <a:r>
              <a:rPr lang="en-US"/>
              <a:t>S&amp;P Global Commodity Insights – Internal Use Only</a:t>
            </a:r>
          </a:p>
        </p:txBody>
      </p:sp>
      <p:sp>
        <p:nvSpPr>
          <p:cNvPr id="4" name="Slide Number Placeholder 3"/>
          <p:cNvSpPr>
            <a:spLocks noGrp="1"/>
          </p:cNvSpPr>
          <p:nvPr>
            <p:ph type="sldNum" sz="quarter" idx="12"/>
          </p:nvPr>
        </p:nvSpPr>
        <p:spPr/>
        <p:txBody>
          <a:bodyPr/>
          <a:lstStyle/>
          <a:p>
            <a:fld id="{4704619B-9823-F845-874B-2390AC991BC7}" type="slidenum">
              <a:rPr lang="en-US" smtClean="0"/>
              <a:pPr/>
              <a:t>‹#›</a:t>
            </a:fld>
            <a:endParaRPr lang="en-US" dirty="0"/>
          </a:p>
        </p:txBody>
      </p:sp>
      <p:sp>
        <p:nvSpPr>
          <p:cNvPr id="7" name="Text Placeholder 11">
            <a:extLst>
              <a:ext uri="{FF2B5EF4-FFF2-40B4-BE49-F238E27FC236}">
                <a16:creationId xmlns:a16="http://schemas.microsoft.com/office/drawing/2014/main" id="{7D5238FB-1356-4521-8102-3ECA8CDD77C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060486505"/>
      </p:ext>
    </p:extLst>
  </p:cSld>
  <p:clrMapOvr>
    <a:masterClrMapping/>
  </p:clrMapOvr>
  <p:hf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ntent + 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bg1"/>
                </a:solidFill>
              </a:defRPr>
            </a:lvl1pPr>
            <a:lvl2pPr marL="170260" indent="-170260">
              <a:defRPr>
                <a:solidFill>
                  <a:schemeClr val="bg1"/>
                </a:solidFill>
              </a:defRPr>
            </a:lvl2pPr>
            <a:lvl3pPr marL="345281" indent="-175022">
              <a:defRPr>
                <a:solidFill>
                  <a:schemeClr val="bg1"/>
                </a:solidFill>
              </a:defRPr>
            </a:lvl3pPr>
            <a:lvl4pPr marL="515541" indent="-170260">
              <a:defRPr>
                <a:solidFill>
                  <a:schemeClr val="bg1"/>
                </a:solidFill>
              </a:defRPr>
            </a:lvl4pPr>
            <a:lvl5pPr marL="685800" indent="-170260">
              <a:defRPr>
                <a:solidFill>
                  <a:schemeClr val="bg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074"/>
            <a:ext cx="3758184" cy="402336"/>
          </a:xfrm>
        </p:spPr>
        <p:txBody>
          <a:bodyPr/>
          <a:lstStyle>
            <a:lvl1pPr>
              <a:defRPr>
                <a:solidFill>
                  <a:schemeClr val="bg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bg1"/>
                </a:solidFill>
              </a:defRPr>
            </a:lvl1pPr>
          </a:lstStyle>
          <a:p>
            <a:fld id="{FD498EAC-337D-48F2-94B6-0A9B254051C0}"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4704619B-9823-F845-874B-2390AC991BC7}" type="slidenum">
              <a:rPr lang="en-US" smtClean="0"/>
              <a:pPr/>
              <a:t>‹#›</a:t>
            </a:fld>
            <a:endParaRPr lang="en-US" dirty="0"/>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bg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pic>
        <p:nvPicPr>
          <p:cNvPr id="20" name="SPG Commodity Insights White Small">
            <a:extLst>
              <a:ext uri="{FF2B5EF4-FFF2-40B4-BE49-F238E27FC236}">
                <a16:creationId xmlns:a16="http://schemas.microsoft.com/office/drawing/2014/main" id="{07692521-F3BC-4591-A77D-FEB98BBBA3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601435631"/>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ontent + Statem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tx1"/>
                </a:solidFill>
              </a:defRPr>
            </a:lvl1pPr>
            <a:lvl2pPr marL="170260" indent="-170260">
              <a:defRPr>
                <a:solidFill>
                  <a:schemeClr val="tx1"/>
                </a:solidFill>
              </a:defRPr>
            </a:lvl2pPr>
            <a:lvl3pPr marL="345281" indent="-175022">
              <a:defRPr>
                <a:solidFill>
                  <a:schemeClr val="tx1"/>
                </a:solidFill>
              </a:defRPr>
            </a:lvl3pPr>
            <a:lvl4pPr marL="515541" indent="-170260">
              <a:defRPr>
                <a:solidFill>
                  <a:schemeClr val="tx1"/>
                </a:solidFill>
              </a:defRPr>
            </a:lvl4pPr>
            <a:lvl5pPr marL="685800" indent="-170260">
              <a:defRPr>
                <a:solidFill>
                  <a:schemeClr val="tx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9157"/>
            <a:ext cx="3758184" cy="493776"/>
          </a:xfrm>
        </p:spPr>
        <p:txBody>
          <a:bodyPr>
            <a:noAutofit/>
          </a:bodyPr>
          <a:lstStyle>
            <a:lvl1pPr marL="0" indent="0">
              <a:buNone/>
              <a:defRPr sz="1350">
                <a:solidFill>
                  <a:schemeClr val="tx1"/>
                </a:solidFill>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994"/>
            <a:ext cx="3758184" cy="402336"/>
          </a:xfrm>
        </p:spPr>
        <p:txBody>
          <a:bodyPr/>
          <a:lstStyle>
            <a:lvl1pPr>
              <a:defRPr>
                <a:solidFill>
                  <a:schemeClr val="tx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tx1"/>
                </a:solidFill>
              </a:defRPr>
            </a:lvl1pPr>
          </a:lstStyle>
          <a:p>
            <a:fld id="{08D20F44-D020-4CBC-B057-8F28BF1CC99A}"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4704619B-9823-F845-874B-2390AC991BC7}" type="slidenum">
              <a:rPr lang="en-US" smtClean="0"/>
              <a:pPr/>
              <a:t>‹#›</a:t>
            </a:fld>
            <a:endParaRPr lang="en-US" dirty="0"/>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tx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cxnSp>
        <p:nvCxnSpPr>
          <p:cNvPr id="20" name="Straight Connector 19">
            <a:extLst>
              <a:ext uri="{FF2B5EF4-FFF2-40B4-BE49-F238E27FC236}">
                <a16:creationId xmlns:a16="http://schemas.microsoft.com/office/drawing/2014/main" id="{56E63BC3-354A-42FF-A922-1F7132107FA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48C9E71-D067-4A2B-B783-0D61ABD6171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7" name="Group 56">
            <a:extLst>
              <a:ext uri="{FF2B5EF4-FFF2-40B4-BE49-F238E27FC236}">
                <a16:creationId xmlns:a16="http://schemas.microsoft.com/office/drawing/2014/main" id="{91EC115A-58AC-4782-BAFC-6A202749686B}"/>
              </a:ext>
            </a:extLst>
          </p:cNvPr>
          <p:cNvGrpSpPr/>
          <p:nvPr/>
        </p:nvGrpSpPr>
        <p:grpSpPr>
          <a:xfrm>
            <a:off x="-994" y="6871034"/>
            <a:ext cx="9144000" cy="143299"/>
            <a:chOff x="-1325" y="6871033"/>
            <a:chExt cx="12192000" cy="143299"/>
          </a:xfrm>
        </p:grpSpPr>
        <p:sp>
          <p:nvSpPr>
            <p:cNvPr id="58" name="Rectangle 57">
              <a:extLst>
                <a:ext uri="{FF2B5EF4-FFF2-40B4-BE49-F238E27FC236}">
                  <a16:creationId xmlns:a16="http://schemas.microsoft.com/office/drawing/2014/main" id="{79886B6E-406B-4405-BF31-56D8023896E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59" name="Rectangle 58">
              <a:extLst>
                <a:ext uri="{FF2B5EF4-FFF2-40B4-BE49-F238E27FC236}">
                  <a16:creationId xmlns:a16="http://schemas.microsoft.com/office/drawing/2014/main" id="{AB65480E-E8EC-4CA1-A52C-E0BF899584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0" name="TextBox 59">
            <a:extLst>
              <a:ext uri="{FF2B5EF4-FFF2-40B4-BE49-F238E27FC236}">
                <a16:creationId xmlns:a16="http://schemas.microsoft.com/office/drawing/2014/main" id="{99C3023B-5E2B-45CD-BE36-9B5E9AF9600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5" name="Rectangle 54">
            <a:extLst>
              <a:ext uri="{FF2B5EF4-FFF2-40B4-BE49-F238E27FC236}">
                <a16:creationId xmlns:a16="http://schemas.microsoft.com/office/drawing/2014/main" id="{C9816CDE-7991-4545-AFD8-6EEB4B76B5D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1528F6A4-2779-423A-BC2D-91D943CC4C48}"/>
              </a:ext>
            </a:extLst>
          </p:cNvPr>
          <p:cNvGrpSpPr/>
          <p:nvPr/>
        </p:nvGrpSpPr>
        <p:grpSpPr>
          <a:xfrm>
            <a:off x="9192986" y="1051487"/>
            <a:ext cx="954405" cy="3085386"/>
            <a:chOff x="12257314" y="1051487"/>
            <a:chExt cx="1272540" cy="3085386"/>
          </a:xfrm>
        </p:grpSpPr>
        <p:sp>
          <p:nvSpPr>
            <p:cNvPr id="96" name="Rectangle 95">
              <a:extLst>
                <a:ext uri="{FF2B5EF4-FFF2-40B4-BE49-F238E27FC236}">
                  <a16:creationId xmlns:a16="http://schemas.microsoft.com/office/drawing/2014/main" id="{AD65AACD-FF9E-4C05-8C3D-1C2A183D4E3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CC45B61B-E822-45F0-ABAF-B05C98D0AB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79164D28-F80C-4F6B-93E0-DA4F626F6AD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920E156F-CE79-427A-9EFE-8B5645364F57}"/>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DB66C61B-6800-4BD8-AEC6-0F79D4CC3C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19D95D7E-643B-4313-97C9-8EF098A0B03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E1C470A-D847-4811-85B9-C06F47E6681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816FBC06-8F58-44ED-962F-C7AABBBAE0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B83EB9FF-1776-41DF-91E6-B484BC3ECC0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6B1EEBC1-D8F9-431A-887E-226DB7D69AF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FBEE90F9-46D2-46E7-BA1C-A45BF3B5A7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910B243E-5032-4660-9027-8455515D355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136438A8-4A84-472B-BE61-0BD79D0CD398}"/>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108DC419-7E4E-457B-A230-74F661B4DD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EFC4501-BB03-469A-85A1-5A763A727E4A}"/>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7F9D32E-34D6-463A-BF39-D31E13C11DBF}"/>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89C64FE6-CE65-4FC5-8B95-3E73AD2565E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604502F7-5ECC-47A3-A70E-2A75B5BB875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A8D2858C-6F8D-4E68-AA1C-5532793CBA5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7AA96782-E7A7-49E7-BC32-3CC36058CA5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E2632B0B-C36F-4868-9B94-0A5843FF5555}"/>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773C8C11-8654-4064-82B7-07FAC99A9D9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12B0E368-C56A-45A1-A780-88D225AB182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F5F1F407-AEE6-48C3-96E1-4D6CF93A9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836A1109-D44D-4972-AB9C-3379FDB85A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6888388D-5A22-4C1C-A31A-287EA10062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AE367429-D63C-4AC6-A24F-0877AD266B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28DD8D27-14CC-4E58-B45C-C2DC9F248C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692780C0-5433-4B57-9BD5-3FB819C753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CC831C8B-90E3-4B79-BC08-98DF35DFA9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C8BB33C4-BC13-4654-8B59-CD05B850ED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0EB8CC13-DFD7-41DA-8C4D-EE2BF09CA9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6D7FF995-00A7-492E-96B7-461670258B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54" name="SPG Commodity Insights Black Small">
            <a:extLst>
              <a:ext uri="{FF2B5EF4-FFF2-40B4-BE49-F238E27FC236}">
                <a16:creationId xmlns:a16="http://schemas.microsoft.com/office/drawing/2014/main" id="{007DA517-91F7-4943-933B-600AAC8770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25860984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Lst>
          </p:cNvPr>
          <p:cNvSpPr/>
          <p:nvPr/>
        </p:nvSpPr>
        <p:spPr>
          <a:xfrm>
            <a:off x="4572000" y="0"/>
            <a:ext cx="457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FCD18A2-BC57-40BB-A181-401A69AFA02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4704619B-9823-F845-874B-2390AC991BC7}" type="slidenum">
              <a:rPr lang="en-US" smtClean="0"/>
              <a:pPr/>
              <a:t>‹#›</a:t>
            </a:fld>
            <a:endParaRPr lang="en-US" dirty="0"/>
          </a:p>
        </p:txBody>
      </p:sp>
      <p:sp>
        <p:nvSpPr>
          <p:cNvPr id="8" name="Title 7">
            <a:extLst>
              <a:ext uri="{FF2B5EF4-FFF2-40B4-BE49-F238E27FC236}">
                <a16:creationId xmlns:a16="http://schemas.microsoft.com/office/drawing/2014/main" id="{BA62C50B-A5F2-4BDC-B21D-EF6C08A95540}"/>
              </a:ext>
            </a:extLst>
          </p:cNvPr>
          <p:cNvSpPr>
            <a:spLocks noGrp="1"/>
          </p:cNvSpPr>
          <p:nvPr>
            <p:ph type="title" hasCustomPrompt="1"/>
          </p:nvPr>
        </p:nvSpPr>
        <p:spPr>
          <a:xfrm>
            <a:off x="425279" y="652074"/>
            <a:ext cx="3758184" cy="402336"/>
          </a:xfrm>
        </p:spPr>
        <p:txBody>
          <a:bodyPr/>
          <a:lstStyle/>
          <a:p>
            <a:r>
              <a:rPr lang="en-US"/>
              <a:t>[Headline]</a:t>
            </a:r>
          </a:p>
        </p:txBody>
      </p:sp>
      <p:sp>
        <p:nvSpPr>
          <p:cNvPr id="12" name="Subtitle">
            <a:extLst>
              <a:ext uri="{FF2B5EF4-FFF2-40B4-BE49-F238E27FC236}">
                <a16:creationId xmlns:a16="http://schemas.microsoft.com/office/drawing/2014/main" id="{AC8B53C8-3DBD-4EA8-9392-FBE2E351CD6D}"/>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Content Placeholder 12">
            <a:extLst>
              <a:ext uri="{FF2B5EF4-FFF2-40B4-BE49-F238E27FC236}">
                <a16:creationId xmlns:a16="http://schemas.microsoft.com/office/drawing/2014/main" id="{AC70B75C-DFD7-48C8-92F1-ADC8F3A718F9}"/>
              </a:ext>
            </a:extLst>
          </p:cNvPr>
          <p:cNvSpPr>
            <a:spLocks noGrp="1"/>
          </p:cNvSpPr>
          <p:nvPr>
            <p:ph sz="quarter" idx="16" hasCustomPrompt="1"/>
          </p:nvPr>
        </p:nvSpPr>
        <p:spPr>
          <a:xfrm>
            <a:off x="425279" y="1955800"/>
            <a:ext cx="3758184" cy="424973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4955382" y="647700"/>
            <a:ext cx="3770710" cy="5557838"/>
          </a:xfrm>
        </p:spPr>
        <p:txBody>
          <a:bodyPr anchor="ctr"/>
          <a:lstStyle>
            <a:lvl1pPr marL="0" indent="0" algn="ctr">
              <a:buNone/>
              <a:defRPr>
                <a:solidFill>
                  <a:schemeClr val="bg1"/>
                </a:solidFill>
              </a:defRPr>
            </a:lvl1pPr>
          </a:lstStyle>
          <a:p>
            <a:r>
              <a:rPr lang="en-US"/>
              <a:t>[Add Graphic]</a:t>
            </a:r>
          </a:p>
        </p:txBody>
      </p:sp>
      <p:sp>
        <p:nvSpPr>
          <p:cNvPr id="11" name="Text Placeholder 11">
            <a:extLst>
              <a:ext uri="{FF2B5EF4-FFF2-40B4-BE49-F238E27FC236}">
                <a16:creationId xmlns:a16="http://schemas.microsoft.com/office/drawing/2014/main" id="{C1652EBB-571E-475B-B553-39FE471E0400}"/>
              </a:ext>
            </a:extLst>
          </p:cNvPr>
          <p:cNvSpPr>
            <a:spLocks noGrp="1"/>
          </p:cNvSpPr>
          <p:nvPr>
            <p:ph type="body" sz="quarter" idx="15" hasCustomPrompt="1"/>
          </p:nvPr>
        </p:nvSpPr>
        <p:spPr>
          <a:xfrm>
            <a:off x="425280" y="5687045"/>
            <a:ext cx="3758183"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56A74643-6F50-43EF-AC47-F1AC1911F6C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197136330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Content + Photo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4961073" y="0"/>
            <a:ext cx="4182927" cy="6858000"/>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8033BE1F-4CAE-4E0C-9944-8F250F7E19DB}"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4704619B-9823-F845-874B-2390AC991BC7}" type="slidenum">
              <a:rPr lang="en-US" smtClean="0"/>
              <a:pPr/>
              <a:t>‹#›</a:t>
            </a:fld>
            <a:endParaRPr lang="en-US" dirty="0"/>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Subtitle">
            <a:extLst>
              <a:ext uri="{FF2B5EF4-FFF2-40B4-BE49-F238E27FC236}">
                <a16:creationId xmlns:a16="http://schemas.microsoft.com/office/drawing/2014/main" id="{B8114C82-D1E4-4FD5-9ACC-948ED3D2FCD4}"/>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6" name="Title 5">
            <a:extLst>
              <a:ext uri="{FF2B5EF4-FFF2-40B4-BE49-F238E27FC236}">
                <a16:creationId xmlns:a16="http://schemas.microsoft.com/office/drawing/2014/main" id="{2183BB9D-7E68-4480-8074-01D6B9185584}"/>
              </a:ext>
            </a:extLst>
          </p:cNvPr>
          <p:cNvSpPr>
            <a:spLocks noGrp="1"/>
          </p:cNvSpPr>
          <p:nvPr>
            <p:ph type="title" hasCustomPrompt="1"/>
          </p:nvPr>
        </p:nvSpPr>
        <p:spPr>
          <a:xfrm>
            <a:off x="425279" y="652075"/>
            <a:ext cx="3758184" cy="399879"/>
          </a:xfrm>
        </p:spPr>
        <p:txBody>
          <a:bodyPr/>
          <a:lstStyle/>
          <a:p>
            <a:r>
              <a:rPr lang="en-US"/>
              <a:t>[Headline]</a:t>
            </a:r>
          </a:p>
        </p:txBody>
      </p:sp>
      <p:sp>
        <p:nvSpPr>
          <p:cNvPr id="11" name="Text Placeholder 11">
            <a:extLst>
              <a:ext uri="{FF2B5EF4-FFF2-40B4-BE49-F238E27FC236}">
                <a16:creationId xmlns:a16="http://schemas.microsoft.com/office/drawing/2014/main" id="{69EDE3A3-93BC-435F-86A2-88586877EC9B}"/>
              </a:ext>
            </a:extLst>
          </p:cNvPr>
          <p:cNvSpPr>
            <a:spLocks noGrp="1"/>
          </p:cNvSpPr>
          <p:nvPr>
            <p:ph type="body" sz="quarter" idx="16" hasCustomPrompt="1"/>
          </p:nvPr>
        </p:nvSpPr>
        <p:spPr>
          <a:xfrm>
            <a:off x="425280" y="5687045"/>
            <a:ext cx="3763340"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0" name="Rectangle 9">
            <a:extLst>
              <a:ext uri="{FF2B5EF4-FFF2-40B4-BE49-F238E27FC236}">
                <a16:creationId xmlns:a16="http://schemas.microsoft.com/office/drawing/2014/main" id="{B1580C69-7EEC-439E-AF10-9BA9CF26B3D8}"/>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3019340140"/>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B64A38-EFA9-4A39-99F2-74B7B3E3FF14}"/>
              </a:ext>
            </a:extLst>
          </p:cNvPr>
          <p:cNvSpPr>
            <a:spLocks noGrp="1"/>
          </p:cNvSpPr>
          <p:nvPr>
            <p:ph type="pic" idx="1" hasCustomPrompt="1"/>
          </p:nvPr>
        </p:nvSpPr>
        <p:spPr>
          <a:xfrm>
            <a:off x="4953761" y="0"/>
            <a:ext cx="4190238" cy="6858000"/>
          </a:xfrm>
          <a:blipFill>
            <a:blip r:embed="rId2"/>
            <a:stretch>
              <a:fillRect/>
            </a:stretch>
          </a:blipFill>
        </p:spPr>
        <p:txBody>
          <a:bodyPr anchor="ctr"/>
          <a:lstStyle>
            <a:lvl1pPr marL="0" indent="0" algn="ctr">
              <a:buNone/>
              <a:defRPr sz="12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 [Insert photo]</a:t>
            </a:r>
          </a:p>
        </p:txBody>
      </p:sp>
      <p:sp>
        <p:nvSpPr>
          <p:cNvPr id="4" name="Text Placeholder 3">
            <a:extLst>
              <a:ext uri="{FF2B5EF4-FFF2-40B4-BE49-F238E27FC236}">
                <a16:creationId xmlns:a16="http://schemas.microsoft.com/office/drawing/2014/main" id="{39A104EF-8C7F-4FBE-B54B-0BD9A26ABAF3}"/>
              </a:ext>
            </a:extLst>
          </p:cNvPr>
          <p:cNvSpPr>
            <a:spLocks noGrp="1"/>
          </p:cNvSpPr>
          <p:nvPr>
            <p:ph type="body" sz="half" idx="2" hasCustomPrompt="1"/>
          </p:nvPr>
        </p:nvSpPr>
        <p:spPr>
          <a:xfrm>
            <a:off x="425279" y="2257622"/>
            <a:ext cx="3824063" cy="3943585"/>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add content]</a:t>
            </a:r>
          </a:p>
        </p:txBody>
      </p:sp>
      <p:sp>
        <p:nvSpPr>
          <p:cNvPr id="5" name="Date Placeholder 4">
            <a:extLst>
              <a:ext uri="{FF2B5EF4-FFF2-40B4-BE49-F238E27FC236}">
                <a16:creationId xmlns:a16="http://schemas.microsoft.com/office/drawing/2014/main" id="{551043C8-8B93-427A-B1E9-91B8B594F153}"/>
              </a:ext>
            </a:extLst>
          </p:cNvPr>
          <p:cNvSpPr>
            <a:spLocks noGrp="1"/>
          </p:cNvSpPr>
          <p:nvPr>
            <p:ph type="dt" sz="half" idx="10"/>
          </p:nvPr>
        </p:nvSpPr>
        <p:spPr/>
        <p:txBody>
          <a:bodyPr/>
          <a:lstStyle/>
          <a:p>
            <a:fld id="{66315B66-382B-41E5-9D02-95F0A1609732}" type="datetime4">
              <a:rPr lang="en-US" smtClean="0"/>
              <a:t>August 13, 2025</a:t>
            </a:fld>
            <a:endParaRPr lang="en-US"/>
          </a:p>
        </p:txBody>
      </p:sp>
      <p:sp>
        <p:nvSpPr>
          <p:cNvPr id="6" name="Footer Placeholder 5">
            <a:extLst>
              <a:ext uri="{FF2B5EF4-FFF2-40B4-BE49-F238E27FC236}">
                <a16:creationId xmlns:a16="http://schemas.microsoft.com/office/drawing/2014/main" id="{4E38E192-3F9A-45D3-ACFB-FAC89A71B2A1}"/>
              </a:ext>
            </a:extLst>
          </p:cNvPr>
          <p:cNvSpPr>
            <a:spLocks noGrp="1"/>
          </p:cNvSpPr>
          <p:nvPr>
            <p:ph type="ftr" sz="quarter" idx="11"/>
          </p:nvPr>
        </p:nvSpPr>
        <p:spPr/>
        <p:txBody>
          <a:bodyPr/>
          <a:lstStyle/>
          <a:p>
            <a:r>
              <a:rPr lang="en-US"/>
              <a:t>S&amp;P Global Commodity Insights – Internal Use Only</a:t>
            </a:r>
          </a:p>
        </p:txBody>
      </p:sp>
      <p:sp>
        <p:nvSpPr>
          <p:cNvPr id="7" name="Slide Number Placeholder 6">
            <a:extLst>
              <a:ext uri="{FF2B5EF4-FFF2-40B4-BE49-F238E27FC236}">
                <a16:creationId xmlns:a16="http://schemas.microsoft.com/office/drawing/2014/main" id="{88725343-4115-4C36-929A-12123083C5EF}"/>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8" name="Title 7">
            <a:extLst>
              <a:ext uri="{FF2B5EF4-FFF2-40B4-BE49-F238E27FC236}">
                <a16:creationId xmlns:a16="http://schemas.microsoft.com/office/drawing/2014/main" id="{18CCE458-F83E-44C2-B2F1-F53F7D8532E8}"/>
              </a:ext>
            </a:extLst>
          </p:cNvPr>
          <p:cNvSpPr>
            <a:spLocks noGrp="1"/>
          </p:cNvSpPr>
          <p:nvPr>
            <p:ph type="title" hasCustomPrompt="1"/>
          </p:nvPr>
        </p:nvSpPr>
        <p:spPr>
          <a:xfrm>
            <a:off x="425280" y="570074"/>
            <a:ext cx="3819905" cy="1385726"/>
          </a:xfrm>
          <a:prstGeom prst="rect">
            <a:avLst/>
          </a:prstGeom>
        </p:spPr>
        <p:txBody>
          <a:bodyPr anchor="b"/>
          <a:lstStyle/>
          <a:p>
            <a:r>
              <a:rPr lang="en-US"/>
              <a:t>[Headline]</a:t>
            </a:r>
          </a:p>
        </p:txBody>
      </p:sp>
      <p:cxnSp>
        <p:nvCxnSpPr>
          <p:cNvPr id="15" name="Straight Connector 14">
            <a:extLst>
              <a:ext uri="{FF2B5EF4-FFF2-40B4-BE49-F238E27FC236}">
                <a16:creationId xmlns:a16="http://schemas.microsoft.com/office/drawing/2014/main" id="{15D256FB-1CFC-42B7-BE62-7F49A482A92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6019D0E-FF32-459E-97E4-9BB716B7A63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383DF4-34AF-4B3C-A154-D199CB5156F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6DE34798-F2B1-4980-95F7-C1599F3B7D4C}"/>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3" name="Group 72">
            <a:extLst>
              <a:ext uri="{FF2B5EF4-FFF2-40B4-BE49-F238E27FC236}">
                <a16:creationId xmlns:a16="http://schemas.microsoft.com/office/drawing/2014/main" id="{607467C2-B91E-41AB-BA5E-261BD2637B37}"/>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2DF21283-8F19-4BB7-98FF-C9FBF6E276A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5E94881C-C047-4686-98D9-FA9563CA33CA}"/>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998B2EF-E7DD-4D13-8920-7BA654D235A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849C8C9-6B17-4EF5-8974-7D79D6A896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D542EE6-DD72-4212-878D-2DC9A523C75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9D36CC9-C44F-4F31-91B1-6F6183D9096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CF9EAC1-0269-4115-98BF-A8695F5EEEE6}"/>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5A1B023F-3FFB-4432-A637-0087742169A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E9157ACD-A708-446E-BA08-8ABA138452F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35FEBBB-6FF4-4962-A5D1-9492720A09A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B6C3A59-2A6C-4FA0-8ACD-FA252B97E943}"/>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26BCAC7-CEA8-442F-A559-3F4E44BDC1E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943CB7D-FCF0-48F4-BEA7-B94F8532516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8AE0A84-25B5-483F-9FC6-D34178F270F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0B643A0A-DDE6-4A58-8121-C422A7300B85}"/>
              </a:ext>
            </a:extLst>
          </p:cNvPr>
          <p:cNvGrpSpPr/>
          <p:nvPr/>
        </p:nvGrpSpPr>
        <p:grpSpPr>
          <a:xfrm>
            <a:off x="-994" y="6871034"/>
            <a:ext cx="9144000" cy="143299"/>
            <a:chOff x="-1325" y="6871033"/>
            <a:chExt cx="12192000" cy="143299"/>
          </a:xfrm>
        </p:grpSpPr>
        <p:sp>
          <p:nvSpPr>
            <p:cNvPr id="90" name="Rectangle 89">
              <a:extLst>
                <a:ext uri="{FF2B5EF4-FFF2-40B4-BE49-F238E27FC236}">
                  <a16:creationId xmlns:a16="http://schemas.microsoft.com/office/drawing/2014/main" id="{08D1AA8E-DBB0-4C4B-AE6B-EE691E847CD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91" name="Rectangle 90">
              <a:extLst>
                <a:ext uri="{FF2B5EF4-FFF2-40B4-BE49-F238E27FC236}">
                  <a16:creationId xmlns:a16="http://schemas.microsoft.com/office/drawing/2014/main" id="{A4EABDD5-9D53-41BE-84E2-0DAC7677942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2" name="Rectangle 91">
            <a:extLst>
              <a:ext uri="{FF2B5EF4-FFF2-40B4-BE49-F238E27FC236}">
                <a16:creationId xmlns:a16="http://schemas.microsoft.com/office/drawing/2014/main" id="{8161154C-724E-4877-AFF8-FAD67B3FCA2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7" name="Rectangle 66">
            <a:extLst>
              <a:ext uri="{FF2B5EF4-FFF2-40B4-BE49-F238E27FC236}">
                <a16:creationId xmlns:a16="http://schemas.microsoft.com/office/drawing/2014/main" id="{F4A58843-23D3-4734-AFEA-B414D4E09D9C}"/>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8" name="Group 67">
            <a:extLst>
              <a:ext uri="{FF2B5EF4-FFF2-40B4-BE49-F238E27FC236}">
                <a16:creationId xmlns:a16="http://schemas.microsoft.com/office/drawing/2014/main" id="{9D8E272B-3C66-4E7D-A0E4-4A06273C3A41}"/>
              </a:ext>
            </a:extLst>
          </p:cNvPr>
          <p:cNvGrpSpPr/>
          <p:nvPr/>
        </p:nvGrpSpPr>
        <p:grpSpPr>
          <a:xfrm>
            <a:off x="9192986" y="1051487"/>
            <a:ext cx="954405" cy="3085386"/>
            <a:chOff x="12257314" y="1051487"/>
            <a:chExt cx="1272540" cy="3085386"/>
          </a:xfrm>
        </p:grpSpPr>
        <p:sp>
          <p:nvSpPr>
            <p:cNvPr id="69" name="Rectangle 68">
              <a:extLst>
                <a:ext uri="{FF2B5EF4-FFF2-40B4-BE49-F238E27FC236}">
                  <a16:creationId xmlns:a16="http://schemas.microsoft.com/office/drawing/2014/main" id="{336FE848-CA52-4854-BF6B-285DAE372E01}"/>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0" name="TextBox 69">
              <a:extLst>
                <a:ext uri="{FF2B5EF4-FFF2-40B4-BE49-F238E27FC236}">
                  <a16:creationId xmlns:a16="http://schemas.microsoft.com/office/drawing/2014/main" id="{17EA3C61-3BB1-44BD-91C7-7050576C020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1" name="Freeform: Shape 70">
              <a:extLst>
                <a:ext uri="{FF2B5EF4-FFF2-40B4-BE49-F238E27FC236}">
                  <a16:creationId xmlns:a16="http://schemas.microsoft.com/office/drawing/2014/main" id="{9FC8BCE3-3CCD-45B7-92D2-06659183691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2" name="TextBox 71">
              <a:extLst>
                <a:ext uri="{FF2B5EF4-FFF2-40B4-BE49-F238E27FC236}">
                  <a16:creationId xmlns:a16="http://schemas.microsoft.com/office/drawing/2014/main" id="{20B7941B-A3DF-4B81-9BED-4DAD101ECB2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7" name="Freeform: Shape 126">
              <a:extLst>
                <a:ext uri="{FF2B5EF4-FFF2-40B4-BE49-F238E27FC236}">
                  <a16:creationId xmlns:a16="http://schemas.microsoft.com/office/drawing/2014/main" id="{1D1CF571-F47A-4F28-8B73-4E37C1B1039D}"/>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Freeform: Shape 127">
              <a:extLst>
                <a:ext uri="{FF2B5EF4-FFF2-40B4-BE49-F238E27FC236}">
                  <a16:creationId xmlns:a16="http://schemas.microsoft.com/office/drawing/2014/main" id="{2A056D20-5052-460E-9F0C-73C6EBB5B40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9" name="TextBox 128">
              <a:extLst>
                <a:ext uri="{FF2B5EF4-FFF2-40B4-BE49-F238E27FC236}">
                  <a16:creationId xmlns:a16="http://schemas.microsoft.com/office/drawing/2014/main" id="{09B34095-1465-47A1-AB1D-80BE93CEE13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30" name="Picture 129">
              <a:extLst>
                <a:ext uri="{FF2B5EF4-FFF2-40B4-BE49-F238E27FC236}">
                  <a16:creationId xmlns:a16="http://schemas.microsoft.com/office/drawing/2014/main" id="{4D13E51C-896C-433B-A5FF-883F9EE43E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1" name="Rectangle 130">
              <a:extLst>
                <a:ext uri="{FF2B5EF4-FFF2-40B4-BE49-F238E27FC236}">
                  <a16:creationId xmlns:a16="http://schemas.microsoft.com/office/drawing/2014/main" id="{2B5AB5CC-90AD-42C7-BB73-F0FCD761B1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2" name="Rectangle 131">
              <a:extLst>
                <a:ext uri="{FF2B5EF4-FFF2-40B4-BE49-F238E27FC236}">
                  <a16:creationId xmlns:a16="http://schemas.microsoft.com/office/drawing/2014/main" id="{F76CE769-2BEB-48C1-8CA7-391FEF864E0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077D9859-C0B2-44E0-AD1D-FD26733D83D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4" name="Rectangle 133">
              <a:extLst>
                <a:ext uri="{FF2B5EF4-FFF2-40B4-BE49-F238E27FC236}">
                  <a16:creationId xmlns:a16="http://schemas.microsoft.com/office/drawing/2014/main" id="{DEEC4F13-D7A2-4001-8418-B83179B919BC}"/>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5" name="Group 134">
              <a:extLst>
                <a:ext uri="{FF2B5EF4-FFF2-40B4-BE49-F238E27FC236}">
                  <a16:creationId xmlns:a16="http://schemas.microsoft.com/office/drawing/2014/main" id="{148C427F-D272-44D2-834F-6DFEDD02BC23}"/>
                </a:ext>
              </a:extLst>
            </p:cNvPr>
            <p:cNvGrpSpPr/>
            <p:nvPr/>
          </p:nvGrpSpPr>
          <p:grpSpPr>
            <a:xfrm>
              <a:off x="12364752" y="2345932"/>
              <a:ext cx="1055431" cy="88186"/>
              <a:chOff x="914335" y="6913770"/>
              <a:chExt cx="1109884" cy="100584"/>
            </a:xfrm>
            <a:noFill/>
          </p:grpSpPr>
          <p:sp>
            <p:nvSpPr>
              <p:cNvPr id="146" name="Rectangle 145">
                <a:extLst>
                  <a:ext uri="{FF2B5EF4-FFF2-40B4-BE49-F238E27FC236}">
                    <a16:creationId xmlns:a16="http://schemas.microsoft.com/office/drawing/2014/main" id="{B59A0478-6E49-4D98-84A6-0961262102C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7" name="Rectangle 146">
                <a:extLst>
                  <a:ext uri="{FF2B5EF4-FFF2-40B4-BE49-F238E27FC236}">
                    <a16:creationId xmlns:a16="http://schemas.microsoft.com/office/drawing/2014/main" id="{047D932A-A694-4519-991D-D97DF9B57751}"/>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8" name="Rectangle 147">
                <a:extLst>
                  <a:ext uri="{FF2B5EF4-FFF2-40B4-BE49-F238E27FC236}">
                    <a16:creationId xmlns:a16="http://schemas.microsoft.com/office/drawing/2014/main" id="{EF0F7CF1-686F-4EFD-9629-02F26E00469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9" name="Rectangle 148">
                <a:extLst>
                  <a:ext uri="{FF2B5EF4-FFF2-40B4-BE49-F238E27FC236}">
                    <a16:creationId xmlns:a16="http://schemas.microsoft.com/office/drawing/2014/main" id="{22E9D753-0937-4FE5-92CB-35E8294FE0D7}"/>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50" name="Rectangle 149">
                <a:extLst>
                  <a:ext uri="{FF2B5EF4-FFF2-40B4-BE49-F238E27FC236}">
                    <a16:creationId xmlns:a16="http://schemas.microsoft.com/office/drawing/2014/main" id="{EB74A8B5-691E-4537-93E2-370CC74938D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1" name="Rectangle 150">
                <a:extLst>
                  <a:ext uri="{FF2B5EF4-FFF2-40B4-BE49-F238E27FC236}">
                    <a16:creationId xmlns:a16="http://schemas.microsoft.com/office/drawing/2014/main" id="{14EB5F14-E487-4F32-8AC6-D97F77A3129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2" name="Rectangle 151">
                <a:extLst>
                  <a:ext uri="{FF2B5EF4-FFF2-40B4-BE49-F238E27FC236}">
                    <a16:creationId xmlns:a16="http://schemas.microsoft.com/office/drawing/2014/main" id="{B14AA409-2A6D-429A-8B33-013EA09DB1C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3" name="Rectangle 152">
                <a:extLst>
                  <a:ext uri="{FF2B5EF4-FFF2-40B4-BE49-F238E27FC236}">
                    <a16:creationId xmlns:a16="http://schemas.microsoft.com/office/drawing/2014/main" id="{A4D87BE8-9941-49E5-91EA-E3E08FDCE28A}"/>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4" name="Rectangle 153">
                <a:extLst>
                  <a:ext uri="{FF2B5EF4-FFF2-40B4-BE49-F238E27FC236}">
                    <a16:creationId xmlns:a16="http://schemas.microsoft.com/office/drawing/2014/main" id="{32370BFA-8320-4D7F-BA0E-9C1BF1E084BC}"/>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5" name="Rectangle 154">
                <a:extLst>
                  <a:ext uri="{FF2B5EF4-FFF2-40B4-BE49-F238E27FC236}">
                    <a16:creationId xmlns:a16="http://schemas.microsoft.com/office/drawing/2014/main" id="{23014EB0-DB7C-481D-A3CA-6980C75439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6" name="Graphic 135" descr="Close with solid fill">
              <a:extLst>
                <a:ext uri="{FF2B5EF4-FFF2-40B4-BE49-F238E27FC236}">
                  <a16:creationId xmlns:a16="http://schemas.microsoft.com/office/drawing/2014/main" id="{20B51798-AF78-4078-9746-D3424A9210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37" name="Graphic 136" descr="Close with solid fill">
              <a:extLst>
                <a:ext uri="{FF2B5EF4-FFF2-40B4-BE49-F238E27FC236}">
                  <a16:creationId xmlns:a16="http://schemas.microsoft.com/office/drawing/2014/main" id="{BE032418-92A1-4E1A-8C09-A3D216178F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38" name="Graphic 137" descr="Close with solid fill">
              <a:extLst>
                <a:ext uri="{FF2B5EF4-FFF2-40B4-BE49-F238E27FC236}">
                  <a16:creationId xmlns:a16="http://schemas.microsoft.com/office/drawing/2014/main" id="{905A376A-9A3D-4C3A-9C9C-738E9C1202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39" name="Graphic 138" descr="Close with solid fill">
              <a:extLst>
                <a:ext uri="{FF2B5EF4-FFF2-40B4-BE49-F238E27FC236}">
                  <a16:creationId xmlns:a16="http://schemas.microsoft.com/office/drawing/2014/main" id="{B25CCDCC-346E-4A47-87C4-F6846327D7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40" name="Graphic 139" descr="Close with solid fill">
              <a:extLst>
                <a:ext uri="{FF2B5EF4-FFF2-40B4-BE49-F238E27FC236}">
                  <a16:creationId xmlns:a16="http://schemas.microsoft.com/office/drawing/2014/main" id="{6E24AC98-79D8-4568-9A1C-A55249435B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41" name="Graphic 140" descr="Close with solid fill">
              <a:extLst>
                <a:ext uri="{FF2B5EF4-FFF2-40B4-BE49-F238E27FC236}">
                  <a16:creationId xmlns:a16="http://schemas.microsoft.com/office/drawing/2014/main" id="{5A2E6131-42EA-4489-815F-FBF80F1E32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42" name="Graphic 141" descr="Close with solid fill">
              <a:extLst>
                <a:ext uri="{FF2B5EF4-FFF2-40B4-BE49-F238E27FC236}">
                  <a16:creationId xmlns:a16="http://schemas.microsoft.com/office/drawing/2014/main" id="{28CDE807-7922-48F9-AC2E-C583539356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43" name="Graphic 142" descr="Close with solid fill">
              <a:extLst>
                <a:ext uri="{FF2B5EF4-FFF2-40B4-BE49-F238E27FC236}">
                  <a16:creationId xmlns:a16="http://schemas.microsoft.com/office/drawing/2014/main" id="{EB4DA3CB-8A65-4425-9F20-1DB51B5C0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44" name="Graphic 143" descr="Close with solid fill">
              <a:extLst>
                <a:ext uri="{FF2B5EF4-FFF2-40B4-BE49-F238E27FC236}">
                  <a16:creationId xmlns:a16="http://schemas.microsoft.com/office/drawing/2014/main" id="{DCE5CBE6-5A5C-41FA-A939-E25CD0CA77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45" name="Graphic 144" descr="Close with solid fill">
              <a:extLst>
                <a:ext uri="{FF2B5EF4-FFF2-40B4-BE49-F238E27FC236}">
                  <a16:creationId xmlns:a16="http://schemas.microsoft.com/office/drawing/2014/main" id="{29CCB93B-D43D-410C-A947-C02E98E8D0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88" name="SPG Commodity Insights Red White Small">
            <a:extLst>
              <a:ext uri="{FF2B5EF4-FFF2-40B4-BE49-F238E27FC236}">
                <a16:creationId xmlns:a16="http://schemas.microsoft.com/office/drawing/2014/main" id="{D74D714F-83B2-4EF1-9E0B-A623BFB5F9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173505466"/>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Tinted Background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lvl1pPr>
              <a:defRPr/>
            </a:lvl1p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E6AFD977-09C8-4620-8D0A-3DA5D2115160}"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FE72DE81-6D31-4EE8-846D-11667A30DC51}"/>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F423200A-B639-4DFB-B52F-559F1F74B60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7EC32EDD-78CF-4586-BFD7-75B826A880F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58549BC5-4805-4624-8EDF-1CC9C2197B5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7394D1C0-EA2E-4008-A874-1EC0BF574D97}"/>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3A91BD69-4594-4FDA-997A-E65449EA1958}"/>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0084D7FA-8C2F-4E17-9AA9-8B0337F4C5D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F8525CC7-72BD-405B-A60B-629BFFE0E384}"/>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B7571622-2029-4FBC-BF6F-9EED626AC1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9974FC87-AC9A-4953-A46E-301C9A5AD70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0110A7BC-1466-41A7-BA52-A582F79A00D0}"/>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8A867F2C-00F0-470A-8785-CF2C568B79C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E5AA1475-2D73-42FB-9913-56210F20F0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7A4583F7-4DEB-484F-83A0-8D47A75E72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633526BB-F841-4514-A9F1-36B3DBDACEE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6F35C634-B648-4DBC-977B-0A5152309B0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C5D65809-B87C-4240-A59E-109EE00ABDD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FC4661DE-667C-4142-BFBA-C579E095FDCA}"/>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946AB15E-BDCA-43B9-B050-B42CCFBD425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F1BEA057-79E7-4EC3-8EBB-67F0573CE9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DAEE85BB-CB6B-40EF-A330-B11AE29B408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8E89FDCF-E929-48C0-98F4-22E19A16802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68A15EE0-BEA9-476F-B632-E99CCBB2C7F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810852A6-E8C5-42FB-825F-860DB4A56D5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A7C1FF46-B5AE-4737-857F-B4360EEE37A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81CD1BDA-4069-458D-81D0-BC61409542C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5C88F6A3-3F4B-4AC4-982D-D3A5C1FDA4C3}"/>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284FA955-892E-445A-8D71-69416B38D350}"/>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96245744-AF49-4CE4-AFB6-66FC1960FC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E8194C7F-0BE7-4D7D-8F46-917CDA4D84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F6D2715F-17CA-4186-A461-28CCC8749C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C2133369-C12A-460B-85F0-18B1638FD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0AD790A3-B200-4CA3-8144-3255D6ACAF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7F467231-C2FF-48DE-9E29-913DE2E0D2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9F3357CC-5C53-40A5-A529-BC1B4B7E00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23625A4-67F0-4F47-BD2B-DFE76CB14D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6AD8EA30-9A89-4FD9-AA2D-4626F99C99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51A2C0D4-371E-4B71-9179-A564FE0F5C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7" name="Rectangle 46">
            <a:extLst>
              <a:ext uri="{FF2B5EF4-FFF2-40B4-BE49-F238E27FC236}">
                <a16:creationId xmlns:a16="http://schemas.microsoft.com/office/drawing/2014/main" id="{EA61A7B3-C4D2-4397-8168-2604119B3D30}"/>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BBFE0E77-9273-4E0A-8913-D988E952D4D5}"/>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1786614182"/>
      </p:ext>
    </p:extLst>
  </p:cSld>
  <p:clrMapOvr>
    <a:masterClrMapping/>
  </p:clrMapOvr>
  <p:hf hdr="0" ft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inted Background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3">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A100756F-4510-43F2-8C30-BDC4CADA216E}"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0CF32E41-AE23-4AB8-BBD3-5DDDA8822076}"/>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D65E677-89F3-4B6C-872C-D692668457F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5AAD7609-768B-4994-B6CF-A145B30EB2B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1DB13CB-60DC-4D5A-9D53-F9BA0EC2484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968223A6-7FC1-4E90-A0E0-E39F129E0925}"/>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FAFA175E-66DE-4266-849B-D478AA5D501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5CA17CBD-0806-441C-9085-77D44783F74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AFDE58A2-6B49-4DA6-8715-ECD72C03B6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22068197-D4E9-44F4-A1F8-372CC4E92838}"/>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A8260D71-520D-415F-A5D3-7802F02E3AB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B3BA551C-3085-43FA-BCCA-F9011F8596E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643ABA97-7D14-4392-9402-E8B0744F8EAD}"/>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A901F25-DC8F-4CDA-BCF8-929418C222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F63243C4-EDBF-4A54-BBDB-AB4037DAA67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946EEE72-1413-4B34-AAD1-2E49DB4E209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D8120777-CEB0-4B6F-87B3-F1EC0F046D9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218F72D7-648A-4F15-ACF5-B8281F35F57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555AB4DD-99A1-43C3-ABC6-5D434B205C2D}"/>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6F1FFF8C-1327-4A19-880A-3479D0A55E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35280209-B201-4AC7-BFD8-FA55B8DCD0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FF1C21CF-B3F5-443D-B00E-14EE46ED97D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4805062-DC34-4BF2-A6E4-7A72B785032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E6010B52-9FB2-442A-B6BB-CD3D18C9EB6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B8DDF3B2-A9E5-4BE4-8D94-867821759E6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C3329A8D-96B8-4BB1-B4B6-1AAA28B9576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03CC8236-37AD-49FD-96C5-6813D8EDFF2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2AF693ED-400C-49C5-89BC-4EA87D9E2FD7}"/>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9EA3CA52-5D9F-4190-B1D1-6D5637C681D4}"/>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3474E98A-EFCF-4355-91C6-5120F98E4B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B33004E9-9512-49AD-814A-F14EDACE88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B790EEC0-6B83-4528-B56D-8336053C10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E7ABC868-4D9E-4605-B160-C07B68560D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1CA33095-6250-46E1-8A47-AEEDC81185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9527812F-D822-4894-9171-E65B3CDCCA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510A5E5-AC23-4C4B-A74A-AEB6CB88A4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138D40B9-60FB-48B8-B883-7706E0317C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F0D7166-BDCB-4AE7-B719-4D526D6374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FF9870F-013C-4388-8FD2-B8F6D799F4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903504B4-674E-4E19-9528-71DBF27E503B}"/>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8360EC45-7B09-4AD5-A6EC-97EE1F232357}"/>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3454532820"/>
      </p:ext>
    </p:extLst>
  </p:cSld>
  <p:clrMapOvr>
    <a:masterClrMapping/>
  </p:clrMapOvr>
  <p:hf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Tinted Background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5">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9B8BF1D6-5378-40B4-83CC-00706102BCAB}"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9B4FA31C-DB08-41B9-95E8-B1F0D8B49E0D}"/>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410B4C2-BDF4-46CD-A38B-A8C99FE4A3A5}"/>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F8F0FFA7-9474-4A46-98BF-EB36B213E7D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ABD13EE-625C-45C3-9EC1-C1CCC8381FAD}"/>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D7A2B646-CD46-4B0F-93F5-9441AAA25672}"/>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57CC4EA4-865D-4094-93EF-9A4646F715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ED7206F3-3C0D-4961-8430-9373BB7FBF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06906D1C-7176-4A05-B5A1-DDC044E5D26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4933072E-A539-42AB-B6DF-978B287CD6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18BD4CFB-0C05-45D1-9B41-15189F99036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98E5739C-A3F7-43D2-AB2A-049CDCC3EA4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CFECDE9D-6957-4F5E-833E-425AB1BB6B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59FBFCE-6440-4C27-9297-9291032D4D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00841669-D32E-4DE0-9CD8-E7780644E3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C18FD646-3C46-48B3-886B-B1976FF7BD1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F499DFAA-1E9E-46E8-A885-6FF4509507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B784881A-BCAE-42AD-A90D-3E0094562A65}"/>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7CA64F69-F27C-4566-B886-B53F68AAA52B}"/>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74B7D970-F849-49D7-8D7F-ED02907F7BE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5E813B39-0927-4E1A-AC28-A92E71A725D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44424BD7-32BC-4452-82B3-43C1D7C7AA75}"/>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EB0370D-99FA-40C0-87BF-B1DF99082B5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55959960-0F8A-4A66-BE04-DC9993606264}"/>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602768D6-78BB-409E-B0AE-C486DBC85DD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3C0320F0-C098-4D2E-80ED-1D080D3F23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FB057FBE-4954-4DA9-BD85-5C61FD2A6FE0}"/>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8E76D83F-22DF-47BE-ADD5-09920FA0FEF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5326C115-BD7A-430E-A6E3-2140E1C6587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0020BFCB-73B5-4B33-83B4-3397F8BB98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D8459BA9-192B-46F5-A4DC-7E92D56BE9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D6818E51-E4F2-453E-B32B-B961E1F29A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0FA8B3E7-A37E-43EB-BE68-0054DCE61C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C7572A11-2289-436A-A4C7-10C6C55FBC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52C4789D-FBEC-41D7-8586-15DA9958F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9C28007-AA08-4955-B5EA-6997690560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7488417-50FD-4DC5-9327-95FA1A4420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13587C3-AC05-48C6-8B6C-D1C4D2241D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D4D4078-D6D7-4B78-8CF7-4AA934F7F7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3BB4300D-22FC-4BC3-B799-FA02892D6096}"/>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50" name="Media Placeholder 50">
            <a:extLst>
              <a:ext uri="{FF2B5EF4-FFF2-40B4-BE49-F238E27FC236}">
                <a16:creationId xmlns:a16="http://schemas.microsoft.com/office/drawing/2014/main" id="{1FA481EB-337B-4BFA-B095-FDCE5A615564}"/>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4119838589"/>
      </p:ext>
    </p:extLst>
  </p:cSld>
  <p:clrMapOvr>
    <a:masterClrMapping/>
  </p:clrMapOvr>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ICONS</a:t>
            </a:r>
          </a:p>
        </p:txBody>
      </p:sp>
      <p:cxnSp>
        <p:nvCxnSpPr>
          <p:cNvPr id="7" name="Straight Connector 6">
            <a:extLst>
              <a:ext uri="{FF2B5EF4-FFF2-40B4-BE49-F238E27FC236}">
                <a16:creationId xmlns:a16="http://schemas.microsoft.com/office/drawing/2014/main" id="{F3A44DCB-2B66-40CC-BFC9-D0F716E2CEF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329A02F-97B9-4C8B-8D7B-D67097271F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FE2388E-4B15-41C7-BF43-AC1AB7927E5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37A8A86A-AB9B-43AA-8CA0-D6E9B35AD57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024556E7-498A-428A-AE3C-16ED9A96E517}"/>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7FF2A454-020D-456D-B2C2-76AAF0BD808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BA1613DD-18C6-42C3-A2DF-C9A56F4169D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79" name="Rectangle 78">
            <a:extLst>
              <a:ext uri="{FF2B5EF4-FFF2-40B4-BE49-F238E27FC236}">
                <a16:creationId xmlns:a16="http://schemas.microsoft.com/office/drawing/2014/main" id="{F55DA875-BCDD-4A0C-A739-83BC97DA1E3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066107DF-8C78-4FA7-995D-868B98DAC78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C3D3180-5AA1-49F3-B2FE-EDA10C3AB688}"/>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5C14908A-E7F4-4096-A65C-E1E0E5A58AE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654940DA-D98F-4495-BD63-4A849D44609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8E01CE8-E1E5-4991-A3D3-754996C9B6D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4556E139-0AAC-43C5-A502-45C7BC38D3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5127E8A5-29D2-46D0-A393-1779B35A331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6AA5DE2C-563B-48DF-826E-96C88169C8C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9993F553-E43D-4FE5-9CAA-0FEB1F0AC7A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BD3A2EF-402E-4E52-8DFA-1483A6AB0B3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A4AB81A7-3C9F-475F-A5C0-EEDACF659CC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0D359351-838C-4B1A-BE69-564C392FC97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D2C97798-9801-4DC7-98D3-13433D7AA4C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AD95CD33-C5E7-40CE-85C5-45045FC93C8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9DDABA8E-A778-44D1-B718-DBC4EDFA3AF0}"/>
                </a:ext>
              </a:extLst>
            </p:cNvPr>
            <p:cNvGrpSpPr/>
            <p:nvPr/>
          </p:nvGrpSpPr>
          <p:grpSpPr>
            <a:xfrm>
              <a:off x="12364752" y="2345932"/>
              <a:ext cx="1055431" cy="88186"/>
              <a:chOff x="914335" y="6913770"/>
              <a:chExt cx="1109884" cy="100584"/>
            </a:xfrm>
            <a:noFill/>
          </p:grpSpPr>
          <p:sp>
            <p:nvSpPr>
              <p:cNvPr id="71" name="Rectangle 70">
                <a:extLst>
                  <a:ext uri="{FF2B5EF4-FFF2-40B4-BE49-F238E27FC236}">
                    <a16:creationId xmlns:a16="http://schemas.microsoft.com/office/drawing/2014/main" id="{21878433-AE5F-41F1-989E-997C86D6CA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72" name="Rectangle 71">
                <a:extLst>
                  <a:ext uri="{FF2B5EF4-FFF2-40B4-BE49-F238E27FC236}">
                    <a16:creationId xmlns:a16="http://schemas.microsoft.com/office/drawing/2014/main" id="{9E61A0AC-5F22-4A19-92B3-FEC38D463D1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73" name="Rectangle 72">
                <a:extLst>
                  <a:ext uri="{FF2B5EF4-FFF2-40B4-BE49-F238E27FC236}">
                    <a16:creationId xmlns:a16="http://schemas.microsoft.com/office/drawing/2014/main" id="{B69F08BD-69C1-40D7-B90A-1BB9B9DCBFE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74" name="Rectangle 73">
                <a:extLst>
                  <a:ext uri="{FF2B5EF4-FFF2-40B4-BE49-F238E27FC236}">
                    <a16:creationId xmlns:a16="http://schemas.microsoft.com/office/drawing/2014/main" id="{5C4974F8-A03C-48C5-8766-FFBA55C65C5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79B3A1A2-24D9-4418-A66E-1200B11D5AD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6B824AC7-EE21-4A94-B226-BBBFB9E3B86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BF6C3F1-008D-4826-AF89-271466EEAAEC}"/>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6534F1F2-3DBB-4715-8CC5-8E4A1271F0F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F680DA5-7768-4B70-80A2-8283D409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1C9613EA-C083-4B3F-96EB-3825CDD8257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7F1647AC-4630-45BE-B2A5-4455D33740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82BFFF0D-DE04-4EF6-AE95-D9E53A7292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63" name="Graphic 62" descr="Close with solid fill">
              <a:extLst>
                <a:ext uri="{FF2B5EF4-FFF2-40B4-BE49-F238E27FC236}">
                  <a16:creationId xmlns:a16="http://schemas.microsoft.com/office/drawing/2014/main" id="{1B0D85D9-2D37-43D5-BCE9-207C2ECD6B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64" name="Graphic 63" descr="Close with solid fill">
              <a:extLst>
                <a:ext uri="{FF2B5EF4-FFF2-40B4-BE49-F238E27FC236}">
                  <a16:creationId xmlns:a16="http://schemas.microsoft.com/office/drawing/2014/main" id="{6DF7BE2B-5FD8-46D8-BA3F-20575B7906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65" name="Graphic 64" descr="Close with solid fill">
              <a:extLst>
                <a:ext uri="{FF2B5EF4-FFF2-40B4-BE49-F238E27FC236}">
                  <a16:creationId xmlns:a16="http://schemas.microsoft.com/office/drawing/2014/main" id="{D7F89597-CDC7-444E-82FE-F060E4F619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66" name="Graphic 65" descr="Close with solid fill">
              <a:extLst>
                <a:ext uri="{FF2B5EF4-FFF2-40B4-BE49-F238E27FC236}">
                  <a16:creationId xmlns:a16="http://schemas.microsoft.com/office/drawing/2014/main" id="{4F6BE0C1-5903-4A82-A411-F8A40EEC0B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7" name="Graphic 66" descr="Close with solid fill">
              <a:extLst>
                <a:ext uri="{FF2B5EF4-FFF2-40B4-BE49-F238E27FC236}">
                  <a16:creationId xmlns:a16="http://schemas.microsoft.com/office/drawing/2014/main" id="{7AA346D1-0B69-435F-BD9C-C457202859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8" name="Graphic 67" descr="Close with solid fill">
              <a:extLst>
                <a:ext uri="{FF2B5EF4-FFF2-40B4-BE49-F238E27FC236}">
                  <a16:creationId xmlns:a16="http://schemas.microsoft.com/office/drawing/2014/main" id="{A4FCE17A-ECD8-48F5-AC64-08A29E0984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9" name="Graphic 68" descr="Close with solid fill">
              <a:extLst>
                <a:ext uri="{FF2B5EF4-FFF2-40B4-BE49-F238E27FC236}">
                  <a16:creationId xmlns:a16="http://schemas.microsoft.com/office/drawing/2014/main" id="{D47238AC-3E85-4EEF-B7C3-E82CDA37EB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70" name="Graphic 69" descr="Close with solid fill">
              <a:extLst>
                <a:ext uri="{FF2B5EF4-FFF2-40B4-BE49-F238E27FC236}">
                  <a16:creationId xmlns:a16="http://schemas.microsoft.com/office/drawing/2014/main" id="{7EE5065F-65B5-4DED-8635-C7F59F790C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866804402"/>
      </p:ext>
    </p:extLst>
  </p:cSld>
  <p:clrMapOvr>
    <a:masterClrMapping/>
  </p:clrMapOvr>
  <p:hf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Icons 3 Columns Vertic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73E27CA-E796-4E28-8CD0-C3DC7F54ADED}"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0733" y="1959598"/>
            <a:ext cx="870966" cy="1161288"/>
          </a:xfrm>
        </p:spPr>
        <p:txBody>
          <a:bodyPr anchor="ctr">
            <a:normAutofit/>
          </a:bodyPr>
          <a:lstStyle>
            <a:lvl1pPr marL="0" indent="0" algn="ctr">
              <a:buNone/>
              <a:defRPr sz="1050"/>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3307197" y="1959861"/>
            <a:ext cx="870966" cy="1161288"/>
          </a:xfrm>
        </p:spPr>
        <p:txBody>
          <a:bodyPr anchor="ctr">
            <a:normAutofit/>
          </a:bodyPr>
          <a:lstStyle>
            <a:lvl1pPr marL="0" indent="0" algn="ctr">
              <a:buNone/>
              <a:defRPr sz="1050"/>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6192589" y="1959861"/>
            <a:ext cx="870966" cy="1161288"/>
          </a:xfrm>
        </p:spPr>
        <p:txBody>
          <a:bodyPr anchor="ctr">
            <a:normAutofit/>
          </a:bodyPr>
          <a:lstStyle>
            <a:lvl1pPr marL="0" indent="0" algn="ctr">
              <a:buNone/>
              <a:defRPr sz="1050"/>
            </a:lvl1pPr>
          </a:lstStyle>
          <a:p>
            <a:r>
              <a:rPr lang="en-US"/>
              <a:t>[Image] or remove and place icon here</a:t>
            </a:r>
          </a:p>
        </p:txBody>
      </p:sp>
      <p:sp>
        <p:nvSpPr>
          <p:cNvPr id="6" name="Title 5">
            <a:extLst>
              <a:ext uri="{FF2B5EF4-FFF2-40B4-BE49-F238E27FC236}">
                <a16:creationId xmlns:a16="http://schemas.microsoft.com/office/drawing/2014/main" id="{EDA03F86-325A-426E-9FC5-0C893F0B53EE}"/>
              </a:ext>
            </a:extLst>
          </p:cNvPr>
          <p:cNvSpPr>
            <a:spLocks noGrp="1"/>
          </p:cNvSpPr>
          <p:nvPr>
            <p:ph type="title" hasCustomPrompt="1"/>
          </p:nvPr>
        </p:nvSpPr>
        <p:spPr>
          <a:xfrm>
            <a:off x="425279" y="649617"/>
            <a:ext cx="8298591" cy="402336"/>
          </a:xfrm>
        </p:spPr>
        <p:txBody>
          <a:bodyPr/>
          <a:lstStyle/>
          <a:p>
            <a:r>
              <a:rPr lang="en-US"/>
              <a:t>[Headline]</a:t>
            </a:r>
          </a:p>
        </p:txBody>
      </p:sp>
      <p:sp>
        <p:nvSpPr>
          <p:cNvPr id="17" name="Subtitle">
            <a:extLst>
              <a:ext uri="{FF2B5EF4-FFF2-40B4-BE49-F238E27FC236}">
                <a16:creationId xmlns:a16="http://schemas.microsoft.com/office/drawing/2014/main" id="{0A5B223F-C605-4115-BE2F-C4F94D8B0D0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1CBEFA0D-AA9F-41EC-AA39-4B7ED7A544D8}"/>
              </a:ext>
            </a:extLst>
          </p:cNvPr>
          <p:cNvSpPr>
            <a:spLocks noGrp="1"/>
          </p:cNvSpPr>
          <p:nvPr>
            <p:ph type="body" sz="quarter" idx="24" hasCustomPrompt="1"/>
          </p:nvPr>
        </p:nvSpPr>
        <p:spPr>
          <a:xfrm>
            <a:off x="417909"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1" name="Text Placeholder 22">
            <a:extLst>
              <a:ext uri="{FF2B5EF4-FFF2-40B4-BE49-F238E27FC236}">
                <a16:creationId xmlns:a16="http://schemas.microsoft.com/office/drawing/2014/main" id="{002B21E4-5277-4096-89FA-542D582DA3CB}"/>
              </a:ext>
            </a:extLst>
          </p:cNvPr>
          <p:cNvSpPr>
            <a:spLocks noGrp="1"/>
          </p:cNvSpPr>
          <p:nvPr>
            <p:ph type="body" sz="quarter" idx="25" hasCustomPrompt="1"/>
          </p:nvPr>
        </p:nvSpPr>
        <p:spPr>
          <a:xfrm>
            <a:off x="3305175" y="3849756"/>
            <a:ext cx="2530602" cy="173918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24">
            <a:extLst>
              <a:ext uri="{FF2B5EF4-FFF2-40B4-BE49-F238E27FC236}">
                <a16:creationId xmlns:a16="http://schemas.microsoft.com/office/drawing/2014/main" id="{D4CDAA6E-D967-4882-9C82-04117B5FB9C8}"/>
              </a:ext>
            </a:extLst>
          </p:cNvPr>
          <p:cNvSpPr>
            <a:spLocks noGrp="1"/>
          </p:cNvSpPr>
          <p:nvPr>
            <p:ph type="body" sz="quarter" idx="26" hasCustomPrompt="1"/>
          </p:nvPr>
        </p:nvSpPr>
        <p:spPr>
          <a:xfrm>
            <a:off x="6192440"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11">
            <a:extLst>
              <a:ext uri="{FF2B5EF4-FFF2-40B4-BE49-F238E27FC236}">
                <a16:creationId xmlns:a16="http://schemas.microsoft.com/office/drawing/2014/main" id="{200235E1-A4EC-4E89-988A-52AFEB6744E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13" name="Group 12">
            <a:extLst>
              <a:ext uri="{FF2B5EF4-FFF2-40B4-BE49-F238E27FC236}">
                <a16:creationId xmlns:a16="http://schemas.microsoft.com/office/drawing/2014/main" id="{8CEA58D2-BBDB-4362-9160-5D5A2D975377}"/>
              </a:ext>
            </a:extLst>
          </p:cNvPr>
          <p:cNvGrpSpPr/>
          <p:nvPr/>
        </p:nvGrpSpPr>
        <p:grpSpPr>
          <a:xfrm>
            <a:off x="9196831" y="4218015"/>
            <a:ext cx="954405" cy="1049582"/>
            <a:chOff x="12262441" y="4218015"/>
            <a:chExt cx="1272540" cy="1049582"/>
          </a:xfrm>
        </p:grpSpPr>
        <p:sp>
          <p:nvSpPr>
            <p:cNvPr id="23" name="Rectangle 22">
              <a:extLst>
                <a:ext uri="{FF2B5EF4-FFF2-40B4-BE49-F238E27FC236}">
                  <a16:creationId xmlns:a16="http://schemas.microsoft.com/office/drawing/2014/main" id="{490E9F7B-7BE1-43A5-AA8C-D678352867B4}"/>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8" name="Picture 7">
              <a:extLst>
                <a:ext uri="{FF2B5EF4-FFF2-40B4-BE49-F238E27FC236}">
                  <a16:creationId xmlns:a16="http://schemas.microsoft.com/office/drawing/2014/main" id="{7DEA47EC-0888-49C5-842B-B58EBFE657AF}"/>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11" name="Straight Arrow Connector 10">
              <a:extLst>
                <a:ext uri="{FF2B5EF4-FFF2-40B4-BE49-F238E27FC236}">
                  <a16:creationId xmlns:a16="http://schemas.microsoft.com/office/drawing/2014/main" id="{0DF73BC0-6C32-4386-8B6D-B106628A5C3E}"/>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C0E86CEA-7E59-40A7-B10C-26F620B46CD4}"/>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17467506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Icons 3 Columns Horizont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9D422B2E-FE33-465E-883D-0652CF597AF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2657476" y="1958819"/>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2657476" y="3396614"/>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2657476" y="4839820"/>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1148766" y="1953408"/>
            <a:ext cx="637794" cy="850392"/>
          </a:xfrm>
        </p:spPr>
        <p:txBody>
          <a:bodyPr anchor="ctr">
            <a:normAutofit/>
          </a:bodyPr>
          <a:lstStyle>
            <a:lvl1pPr marL="0" indent="0" algn="ctr">
              <a:buNone/>
              <a:defRPr sz="825"/>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1148766" y="3396613"/>
            <a:ext cx="637794" cy="850392"/>
          </a:xfrm>
        </p:spPr>
        <p:txBody>
          <a:bodyPr anchor="ctr">
            <a:normAutofit/>
          </a:bodyPr>
          <a:lstStyle>
            <a:lvl1pPr marL="0" indent="0" algn="ctr">
              <a:buNone/>
              <a:defRPr sz="825"/>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1147133" y="4839819"/>
            <a:ext cx="637794" cy="850392"/>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CBBB53B-3527-4A3E-A5BB-F5E5B67F0C37}"/>
              </a:ext>
            </a:extLst>
          </p:cNvPr>
          <p:cNvSpPr>
            <a:spLocks noGrp="1"/>
          </p:cNvSpPr>
          <p:nvPr>
            <p:ph type="title" hasCustomPrompt="1"/>
          </p:nvPr>
        </p:nvSpPr>
        <p:spPr>
          <a:xfrm>
            <a:off x="425279" y="648932"/>
            <a:ext cx="8298591" cy="402336"/>
          </a:xfrm>
        </p:spPr>
        <p:txBody>
          <a:bodyPr/>
          <a:lstStyle/>
          <a:p>
            <a:r>
              <a:rPr lang="en-US"/>
              <a:t>[Headline]</a:t>
            </a:r>
          </a:p>
        </p:txBody>
      </p:sp>
      <p:sp>
        <p:nvSpPr>
          <p:cNvPr id="17" name="Subtitle">
            <a:extLst>
              <a:ext uri="{FF2B5EF4-FFF2-40B4-BE49-F238E27FC236}">
                <a16:creationId xmlns:a16="http://schemas.microsoft.com/office/drawing/2014/main" id="{1EA49DD4-28E5-4849-9C4D-AC342BF2CFC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41C011CA-5E4C-4675-8428-A4C4BEE6165B}"/>
              </a:ext>
            </a:extLst>
          </p:cNvPr>
          <p:cNvSpPr>
            <a:spLocks noGrp="1"/>
          </p:cNvSpPr>
          <p:nvPr>
            <p:ph type="body" sz="quarter" idx="24" hasCustomPrompt="1"/>
          </p:nvPr>
        </p:nvSpPr>
        <p:spPr>
          <a:xfrm>
            <a:off x="2657476" y="226782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1" name="Text Placeholder 22">
            <a:extLst>
              <a:ext uri="{FF2B5EF4-FFF2-40B4-BE49-F238E27FC236}">
                <a16:creationId xmlns:a16="http://schemas.microsoft.com/office/drawing/2014/main" id="{1AB236A3-5B03-4D1A-9A80-7D0DCACD6EE7}"/>
              </a:ext>
            </a:extLst>
          </p:cNvPr>
          <p:cNvSpPr>
            <a:spLocks noGrp="1"/>
          </p:cNvSpPr>
          <p:nvPr>
            <p:ph type="body" sz="quarter" idx="25" hasCustomPrompt="1"/>
          </p:nvPr>
        </p:nvSpPr>
        <p:spPr>
          <a:xfrm>
            <a:off x="2657476" y="3706746"/>
            <a:ext cx="6066395" cy="92803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2" name="Text Placeholder 24">
            <a:extLst>
              <a:ext uri="{FF2B5EF4-FFF2-40B4-BE49-F238E27FC236}">
                <a16:creationId xmlns:a16="http://schemas.microsoft.com/office/drawing/2014/main" id="{72848112-E7F0-4D33-BA96-6A70FAF33AC0}"/>
              </a:ext>
            </a:extLst>
          </p:cNvPr>
          <p:cNvSpPr>
            <a:spLocks noGrp="1"/>
          </p:cNvSpPr>
          <p:nvPr>
            <p:ph type="body" sz="quarter" idx="26" hasCustomPrompt="1"/>
          </p:nvPr>
        </p:nvSpPr>
        <p:spPr>
          <a:xfrm>
            <a:off x="2657476" y="515896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2F568A52-F1F3-4E3C-94E6-92E30A38DE9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3" name="Group 22">
            <a:extLst>
              <a:ext uri="{FF2B5EF4-FFF2-40B4-BE49-F238E27FC236}">
                <a16:creationId xmlns:a16="http://schemas.microsoft.com/office/drawing/2014/main" id="{D5B2EC18-CF23-4A23-B367-581D770B4F98}"/>
              </a:ext>
            </a:extLst>
          </p:cNvPr>
          <p:cNvGrpSpPr/>
          <p:nvPr/>
        </p:nvGrpSpPr>
        <p:grpSpPr>
          <a:xfrm>
            <a:off x="9196831" y="4218015"/>
            <a:ext cx="954405" cy="1049582"/>
            <a:chOff x="12262441" y="4218015"/>
            <a:chExt cx="1272540" cy="1049582"/>
          </a:xfrm>
        </p:grpSpPr>
        <p:sp>
          <p:nvSpPr>
            <p:cNvPr id="25" name="Rectangle 24">
              <a:extLst>
                <a:ext uri="{FF2B5EF4-FFF2-40B4-BE49-F238E27FC236}">
                  <a16:creationId xmlns:a16="http://schemas.microsoft.com/office/drawing/2014/main" id="{654077C3-9F6C-4215-B70B-431916D54E9E}"/>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6" name="Picture 25">
              <a:extLst>
                <a:ext uri="{FF2B5EF4-FFF2-40B4-BE49-F238E27FC236}">
                  <a16:creationId xmlns:a16="http://schemas.microsoft.com/office/drawing/2014/main" id="{DA52B929-6421-4761-B202-A57B4EBA1212}"/>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7" name="Straight Arrow Connector 26">
              <a:extLst>
                <a:ext uri="{FF2B5EF4-FFF2-40B4-BE49-F238E27FC236}">
                  <a16:creationId xmlns:a16="http://schemas.microsoft.com/office/drawing/2014/main" id="{AAC4F845-EAE5-4A23-A7C5-4E190A67CDB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64872BB-5274-4548-9EF3-48FCED313488}"/>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017444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Icons 4 Columns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5D190FD0-E9D1-44FD-B80C-BB2BAA3DEB3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Subtitle Middle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5946380" y="2788003"/>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5946380" y="401104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Bottom">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948421" y="5234090"/>
            <a:ext cx="277545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Middle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958666" y="2788002"/>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Middle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958666" y="401104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Bottom">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034" y="5234089"/>
            <a:ext cx="548640" cy="731520"/>
          </a:xfrm>
        </p:spPr>
        <p:txBody>
          <a:bodyPr anchor="ctr">
            <a:normAutofit/>
          </a:bodyPr>
          <a:lstStyle>
            <a:lvl1pPr marL="0" indent="0" algn="ctr">
              <a:buNone/>
              <a:defRPr sz="825"/>
            </a:lvl1pPr>
          </a:lstStyle>
          <a:p>
            <a:r>
              <a:rPr lang="en-US"/>
              <a:t>[Image] or remove and place icon here</a:t>
            </a:r>
          </a:p>
        </p:txBody>
      </p:sp>
      <p:sp>
        <p:nvSpPr>
          <p:cNvPr id="17" name="Subtitle Top">
            <a:extLst>
              <a:ext uri="{FF2B5EF4-FFF2-40B4-BE49-F238E27FC236}">
                <a16:creationId xmlns:a16="http://schemas.microsoft.com/office/drawing/2014/main" id="{5B7C905F-BC05-4395-B5CE-1BD93FF9FFF2}"/>
              </a:ext>
            </a:extLst>
          </p:cNvPr>
          <p:cNvSpPr>
            <a:spLocks noGrp="1"/>
          </p:cNvSpPr>
          <p:nvPr>
            <p:ph type="body" sz="quarter" idx="25" hasCustomPrompt="1"/>
          </p:nvPr>
        </p:nvSpPr>
        <p:spPr>
          <a:xfrm>
            <a:off x="5946380" y="1570370"/>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Top">
            <a:extLst>
              <a:ext uri="{FF2B5EF4-FFF2-40B4-BE49-F238E27FC236}">
                <a16:creationId xmlns:a16="http://schemas.microsoft.com/office/drawing/2014/main" id="{60D6C90E-DF65-4EB1-B7A0-570C08F1AA2E}"/>
              </a:ext>
            </a:extLst>
          </p:cNvPr>
          <p:cNvSpPr>
            <a:spLocks noGrp="1"/>
          </p:cNvSpPr>
          <p:nvPr>
            <p:ph type="pic" sz="quarter" idx="27" hasCustomPrompt="1"/>
          </p:nvPr>
        </p:nvSpPr>
        <p:spPr>
          <a:xfrm>
            <a:off x="4958666" y="1564959"/>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A23C681-1494-4F7B-84EB-323D32363D07}"/>
              </a:ext>
            </a:extLst>
          </p:cNvPr>
          <p:cNvSpPr>
            <a:spLocks noGrp="1"/>
          </p:cNvSpPr>
          <p:nvPr>
            <p:ph type="title" hasCustomPrompt="1"/>
          </p:nvPr>
        </p:nvSpPr>
        <p:spPr>
          <a:xfrm>
            <a:off x="425279" y="648932"/>
            <a:ext cx="8298591" cy="402336"/>
          </a:xfrm>
        </p:spPr>
        <p:txBody>
          <a:bodyPr/>
          <a:lstStyle/>
          <a:p>
            <a:r>
              <a:rPr lang="en-US"/>
              <a:t>[Headline]</a:t>
            </a:r>
          </a:p>
        </p:txBody>
      </p:sp>
      <p:sp>
        <p:nvSpPr>
          <p:cNvPr id="23" name="Subtitle">
            <a:extLst>
              <a:ext uri="{FF2B5EF4-FFF2-40B4-BE49-F238E27FC236}">
                <a16:creationId xmlns:a16="http://schemas.microsoft.com/office/drawing/2014/main" id="{5269F756-36C3-4378-BB35-C98BBDF8B9DB}"/>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4" name="Text Placeholder 7">
            <a:extLst>
              <a:ext uri="{FF2B5EF4-FFF2-40B4-BE49-F238E27FC236}">
                <a16:creationId xmlns:a16="http://schemas.microsoft.com/office/drawing/2014/main" id="{B703467C-C8D9-42B1-8A23-41FBE3F8DD2B}"/>
              </a:ext>
            </a:extLst>
          </p:cNvPr>
          <p:cNvSpPr>
            <a:spLocks noGrp="1"/>
          </p:cNvSpPr>
          <p:nvPr>
            <p:ph type="body" sz="quarter" idx="28" hasCustomPrompt="1"/>
          </p:nvPr>
        </p:nvSpPr>
        <p:spPr>
          <a:xfrm>
            <a:off x="425279" y="1955800"/>
            <a:ext cx="3756422" cy="4253576"/>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FC6CE9A5-1EBE-4621-8BA5-AA6C36FB5AA3}"/>
              </a:ext>
            </a:extLst>
          </p:cNvPr>
          <p:cNvSpPr>
            <a:spLocks noGrp="1"/>
          </p:cNvSpPr>
          <p:nvPr>
            <p:ph type="body" sz="quarter" idx="29" hasCustomPrompt="1"/>
          </p:nvPr>
        </p:nvSpPr>
        <p:spPr>
          <a:xfrm>
            <a:off x="5947333" y="1901826"/>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7B71C853-D31A-4FE2-A3F4-52EF33BB7DDE}"/>
              </a:ext>
            </a:extLst>
          </p:cNvPr>
          <p:cNvSpPr>
            <a:spLocks noGrp="1"/>
          </p:cNvSpPr>
          <p:nvPr>
            <p:ph type="body" sz="quarter" idx="30" hasCustomPrompt="1"/>
          </p:nvPr>
        </p:nvSpPr>
        <p:spPr>
          <a:xfrm>
            <a:off x="5947333" y="3121025"/>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8" name="Text Placeholder 27">
            <a:extLst>
              <a:ext uri="{FF2B5EF4-FFF2-40B4-BE49-F238E27FC236}">
                <a16:creationId xmlns:a16="http://schemas.microsoft.com/office/drawing/2014/main" id="{CBB7F8EA-801E-49A7-8B26-28A6618F1B4F}"/>
              </a:ext>
            </a:extLst>
          </p:cNvPr>
          <p:cNvSpPr>
            <a:spLocks noGrp="1"/>
          </p:cNvSpPr>
          <p:nvPr>
            <p:ph type="body" sz="quarter" idx="31" hasCustomPrompt="1"/>
          </p:nvPr>
        </p:nvSpPr>
        <p:spPr>
          <a:xfrm>
            <a:off x="5948524" y="4345333"/>
            <a:ext cx="2775347"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9">
            <a:extLst>
              <a:ext uri="{FF2B5EF4-FFF2-40B4-BE49-F238E27FC236}">
                <a16:creationId xmlns:a16="http://schemas.microsoft.com/office/drawing/2014/main" id="{3CAECFBE-8C5B-4F58-B0BE-FC92E55F22A5}"/>
              </a:ext>
            </a:extLst>
          </p:cNvPr>
          <p:cNvSpPr>
            <a:spLocks noGrp="1"/>
          </p:cNvSpPr>
          <p:nvPr>
            <p:ph type="body" sz="quarter" idx="32" hasCustomPrompt="1"/>
          </p:nvPr>
        </p:nvSpPr>
        <p:spPr>
          <a:xfrm>
            <a:off x="5940190" y="5569296"/>
            <a:ext cx="2783681"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11">
            <a:extLst>
              <a:ext uri="{FF2B5EF4-FFF2-40B4-BE49-F238E27FC236}">
                <a16:creationId xmlns:a16="http://schemas.microsoft.com/office/drawing/2014/main" id="{78F1645D-E649-4CCA-A7B1-0A38FE8ACCFC}"/>
              </a:ext>
            </a:extLst>
          </p:cNvPr>
          <p:cNvSpPr>
            <a:spLocks noGrp="1"/>
          </p:cNvSpPr>
          <p:nvPr>
            <p:ph type="body" sz="quarter" idx="15" hasCustomPrompt="1"/>
          </p:nvPr>
        </p:nvSpPr>
        <p:spPr>
          <a:xfrm>
            <a:off x="425279" y="5687045"/>
            <a:ext cx="3761688"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A536564A-10D3-464D-AFC2-90A9652124B9}"/>
              </a:ext>
            </a:extLst>
          </p:cNvPr>
          <p:cNvGrpSpPr/>
          <p:nvPr/>
        </p:nvGrpSpPr>
        <p:grpSpPr>
          <a:xfrm>
            <a:off x="9196831" y="4218015"/>
            <a:ext cx="954405" cy="1049582"/>
            <a:chOff x="12262441" y="4218015"/>
            <a:chExt cx="1272540" cy="1049582"/>
          </a:xfrm>
        </p:grpSpPr>
        <p:sp>
          <p:nvSpPr>
            <p:cNvPr id="27" name="Rectangle 26">
              <a:extLst>
                <a:ext uri="{FF2B5EF4-FFF2-40B4-BE49-F238E27FC236}">
                  <a16:creationId xmlns:a16="http://schemas.microsoft.com/office/drawing/2014/main" id="{BF532385-C9F0-4CCE-B850-6E89396806EC}"/>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9" name="Picture 28">
              <a:extLst>
                <a:ext uri="{FF2B5EF4-FFF2-40B4-BE49-F238E27FC236}">
                  <a16:creationId xmlns:a16="http://schemas.microsoft.com/office/drawing/2014/main" id="{E24C4543-1B8D-4A02-A1F9-19CC997EB85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1" name="Straight Arrow Connector 30">
              <a:extLst>
                <a:ext uri="{FF2B5EF4-FFF2-40B4-BE49-F238E27FC236}">
                  <a16:creationId xmlns:a16="http://schemas.microsoft.com/office/drawing/2014/main" id="{FC92C11F-C54C-408D-A4A3-D9EE7B86C179}"/>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A2EC0B6-0C88-4ADC-B622-0533E52356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4157651852"/>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Icons 2 x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736353C-0FD5-4BC5-B557-48088D839A8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1"/>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7"/>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p>
            <a:r>
              <a:rPr lang="en-US"/>
              <a:t>[Headline]</a:t>
            </a:r>
          </a:p>
        </p:txBody>
      </p:sp>
      <p:sp>
        <p:nvSpPr>
          <p:cNvPr id="24" name="Subtitle">
            <a:extLst>
              <a:ext uri="{FF2B5EF4-FFF2-40B4-BE49-F238E27FC236}">
                <a16:creationId xmlns:a16="http://schemas.microsoft.com/office/drawing/2014/main" id="{2B81222A-AD44-419D-AE7D-FC16877A7C3C}"/>
              </a:ext>
            </a:extLst>
          </p:cNvPr>
          <p:cNvSpPr>
            <a:spLocks noGrp="1"/>
          </p:cNvSpPr>
          <p:nvPr>
            <p:ph type="body" sz="quarter" idx="14" hasCustomPrompt="1"/>
          </p:nvPr>
        </p:nvSpPr>
        <p:spPr>
          <a:xfrm>
            <a:off x="425280" y="1058237"/>
            <a:ext cx="8297863" cy="240338"/>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9"/>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7">
            <a:extLst>
              <a:ext uri="{FF2B5EF4-FFF2-40B4-BE49-F238E27FC236}">
                <a16:creationId xmlns:a16="http://schemas.microsoft.com/office/drawing/2014/main" id="{B06BE881-5974-48A9-8985-A2E692CD3019}"/>
              </a:ext>
            </a:extLst>
          </p:cNvPr>
          <p:cNvSpPr>
            <a:spLocks noGrp="1"/>
          </p:cNvSpPr>
          <p:nvPr>
            <p:ph type="body" sz="quarter" idx="15" hasCustomPrompt="1"/>
          </p:nvPr>
        </p:nvSpPr>
        <p:spPr>
          <a:xfrm>
            <a:off x="425279" y="1789298"/>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23" name="Text Placeholder 11">
            <a:extLst>
              <a:ext uri="{FF2B5EF4-FFF2-40B4-BE49-F238E27FC236}">
                <a16:creationId xmlns:a16="http://schemas.microsoft.com/office/drawing/2014/main" id="{36E68001-A0D1-4115-B78E-9C9FED332190}"/>
              </a:ext>
            </a:extLst>
          </p:cNvPr>
          <p:cNvSpPr>
            <a:spLocks noGrp="1"/>
          </p:cNvSpPr>
          <p:nvPr>
            <p:ph type="body" sz="quarter" idx="33" hasCustomPrompt="1"/>
          </p:nvPr>
        </p:nvSpPr>
        <p:spPr>
          <a:xfrm>
            <a:off x="425279" y="5729019"/>
            <a:ext cx="8295684" cy="483394"/>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3F59CB36-047A-412C-B74C-B41652A71EBD}"/>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0399432-DBD4-42C0-8379-85A4BD431080}"/>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1" name="Picture 30">
              <a:extLst>
                <a:ext uri="{FF2B5EF4-FFF2-40B4-BE49-F238E27FC236}">
                  <a16:creationId xmlns:a16="http://schemas.microsoft.com/office/drawing/2014/main" id="{B841ABFA-4D7E-4DBA-9F3E-65CB77310EF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2" name="Straight Arrow Connector 31">
              <a:extLst>
                <a:ext uri="{FF2B5EF4-FFF2-40B4-BE49-F238E27FC236}">
                  <a16:creationId xmlns:a16="http://schemas.microsoft.com/office/drawing/2014/main" id="{9EB52848-2D3B-4097-A6D9-E28D3C89340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850850A-0FEE-49F7-B273-EB6D92F50F8F}"/>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706180706"/>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Icons 2 x 3 Columns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37AF9AF-AE54-4466-B610-23FEA107CD2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29" name="Subtitle">
            <a:extLst>
              <a:ext uri="{FF2B5EF4-FFF2-40B4-BE49-F238E27FC236}">
                <a16:creationId xmlns:a16="http://schemas.microsoft.com/office/drawing/2014/main" id="{E4B3DF4C-61D8-402C-B483-36731128815A}"/>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5A733C0-F14E-42E8-8B43-6EDB56625A9E}"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0"/>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6"/>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89297"/>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8"/>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Text Placeholder 11">
            <a:extLst>
              <a:ext uri="{FF2B5EF4-FFF2-40B4-BE49-F238E27FC236}">
                <a16:creationId xmlns:a16="http://schemas.microsoft.com/office/drawing/2014/main" id="{0189A4B1-3C74-4341-8CCF-FAB46B8FF524}"/>
              </a:ext>
            </a:extLst>
          </p:cNvPr>
          <p:cNvSpPr>
            <a:spLocks noGrp="1"/>
          </p:cNvSpPr>
          <p:nvPr>
            <p:ph type="body" sz="quarter" idx="33" hasCustomPrompt="1"/>
          </p:nvPr>
        </p:nvSpPr>
        <p:spPr>
          <a:xfrm>
            <a:off x="425279" y="5726336"/>
            <a:ext cx="8295684" cy="484632"/>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4" name="Group 23">
            <a:extLst>
              <a:ext uri="{FF2B5EF4-FFF2-40B4-BE49-F238E27FC236}">
                <a16:creationId xmlns:a16="http://schemas.microsoft.com/office/drawing/2014/main" id="{738CD53F-D468-4865-91A6-6636DFEF5712}"/>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7BE088A-456C-4BB3-9DFE-4F716887DAA1}"/>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2" name="Picture 31">
              <a:extLst>
                <a:ext uri="{FF2B5EF4-FFF2-40B4-BE49-F238E27FC236}">
                  <a16:creationId xmlns:a16="http://schemas.microsoft.com/office/drawing/2014/main" id="{0B1E3F54-53F0-4C92-A1A8-4E9DE995F855}"/>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3" name="Straight Arrow Connector 32">
              <a:extLst>
                <a:ext uri="{FF2B5EF4-FFF2-40B4-BE49-F238E27FC236}">
                  <a16:creationId xmlns:a16="http://schemas.microsoft.com/office/drawing/2014/main" id="{37B9344B-4B4C-430D-92E8-96AB28EAE1CA}"/>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9640F60-93BF-419C-9055-8EC4D42BC9FA}"/>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221113159"/>
      </p:ext>
    </p:extLst>
  </p:cSld>
  <p:clrMapOvr>
    <a:masterClrMapping/>
  </p:clrMapOvr>
  <p:hf hdr="0" ftr="0" dt="0"/>
  <p:extLst>
    <p:ext uri="{DCECCB84-F9BA-43D5-87BE-67443E8EF086}">
      <p15:sldGuideLst xmlns:p15="http://schemas.microsoft.com/office/powerpoint/2012/main">
        <p15:guide id="1" orient="horz" pos="164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Icons 4 Columns + Content 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69280EA-43F8-4B31-8F78-23853985950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4704619B-9823-F845-874B-2390AC991BC7}" type="slidenum">
              <a:rPr lang="en-US" smtClean="0"/>
              <a:pPr/>
              <a:t>‹#›</a:t>
            </a:fld>
            <a:endParaRPr lang="en-US" dirty="0"/>
          </a:p>
        </p:txBody>
      </p:sp>
      <p:sp>
        <p:nvSpPr>
          <p:cNvPr id="8" name="Title 7">
            <a:extLst>
              <a:ext uri="{FF2B5EF4-FFF2-40B4-BE49-F238E27FC236}">
                <a16:creationId xmlns:a16="http://schemas.microsoft.com/office/drawing/2014/main" id="{074F4235-756E-4117-B6BD-91ECC40FDDEF}"/>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B0EFD4BD-0236-454C-986D-1FECD229FFB9}"/>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1" name="Text Placeholder 7">
            <a:extLst>
              <a:ext uri="{FF2B5EF4-FFF2-40B4-BE49-F238E27FC236}">
                <a16:creationId xmlns:a16="http://schemas.microsoft.com/office/drawing/2014/main" id="{BF1CD9F6-94CC-49D5-87F9-50644ECBDCEC}"/>
              </a:ext>
            </a:extLst>
          </p:cNvPr>
          <p:cNvSpPr>
            <a:spLocks noGrp="1"/>
          </p:cNvSpPr>
          <p:nvPr>
            <p:ph type="body" sz="quarter" idx="28" hasCustomPrompt="1"/>
          </p:nvPr>
        </p:nvSpPr>
        <p:spPr>
          <a:xfrm>
            <a:off x="417910" y="1955801"/>
            <a:ext cx="3756422" cy="4256613"/>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4C51330F-F83F-4512-B15A-0213A8D4D6F0}"/>
              </a:ext>
            </a:extLst>
          </p:cNvPr>
          <p:cNvSpPr>
            <a:spLocks noGrp="1"/>
          </p:cNvSpPr>
          <p:nvPr>
            <p:ph type="body" sz="quarter" idx="16" hasCustomPrompt="1"/>
          </p:nvPr>
        </p:nvSpPr>
        <p:spPr>
          <a:xfrm>
            <a:off x="5949204" y="2529589"/>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C8C1598A-CC41-4629-866D-EA5200A15893}"/>
              </a:ext>
            </a:extLst>
          </p:cNvPr>
          <p:cNvSpPr>
            <a:spLocks noGrp="1"/>
          </p:cNvSpPr>
          <p:nvPr>
            <p:ph type="body" sz="quarter" idx="17" hasCustomPrompt="1"/>
          </p:nvPr>
        </p:nvSpPr>
        <p:spPr>
          <a:xfrm>
            <a:off x="5949204" y="3752632"/>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9D4A1F19-60F0-477D-9323-0DEC2061BFFC}"/>
              </a:ext>
            </a:extLst>
          </p:cNvPr>
          <p:cNvSpPr>
            <a:spLocks noGrp="1"/>
          </p:cNvSpPr>
          <p:nvPr>
            <p:ph type="body" sz="quarter" idx="19" hasCustomPrompt="1"/>
          </p:nvPr>
        </p:nvSpPr>
        <p:spPr>
          <a:xfrm>
            <a:off x="5949204" y="497567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2" name="Picture Placeholder Middle Top">
            <a:extLst>
              <a:ext uri="{FF2B5EF4-FFF2-40B4-BE49-F238E27FC236}">
                <a16:creationId xmlns:a16="http://schemas.microsoft.com/office/drawing/2014/main" id="{7E897E7D-4773-46B2-8B57-11CEE3CF5B31}"/>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Middle Bottom">
            <a:extLst>
              <a:ext uri="{FF2B5EF4-FFF2-40B4-BE49-F238E27FC236}">
                <a16:creationId xmlns:a16="http://schemas.microsoft.com/office/drawing/2014/main" id="{B98F9FF1-312A-4492-BDDD-ED90116F2893}"/>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Picture Placeholder  Bottom">
            <a:extLst>
              <a:ext uri="{FF2B5EF4-FFF2-40B4-BE49-F238E27FC236}">
                <a16:creationId xmlns:a16="http://schemas.microsoft.com/office/drawing/2014/main" id="{359F4181-72B0-4010-AF8F-9C86B965AFF4}"/>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5" name="Subtitle Top">
            <a:extLst>
              <a:ext uri="{FF2B5EF4-FFF2-40B4-BE49-F238E27FC236}">
                <a16:creationId xmlns:a16="http://schemas.microsoft.com/office/drawing/2014/main" id="{14364ABF-6033-4505-8662-648F981E6E29}"/>
              </a:ext>
            </a:extLst>
          </p:cNvPr>
          <p:cNvSpPr>
            <a:spLocks noGrp="1"/>
          </p:cNvSpPr>
          <p:nvPr>
            <p:ph type="body" sz="quarter" idx="25" hasCustomPrompt="1"/>
          </p:nvPr>
        </p:nvSpPr>
        <p:spPr>
          <a:xfrm>
            <a:off x="5949204" y="131195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6" name="Picture Placeholder Top">
            <a:extLst>
              <a:ext uri="{FF2B5EF4-FFF2-40B4-BE49-F238E27FC236}">
                <a16:creationId xmlns:a16="http://schemas.microsoft.com/office/drawing/2014/main" id="{9D94F169-0DD8-4D69-B5C5-BFE273C7CA85}"/>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7" name="Text Placeholder 15">
            <a:extLst>
              <a:ext uri="{FF2B5EF4-FFF2-40B4-BE49-F238E27FC236}">
                <a16:creationId xmlns:a16="http://schemas.microsoft.com/office/drawing/2014/main" id="{8B249ADB-FB00-4DC8-86BA-C4A019138D34}"/>
              </a:ext>
            </a:extLst>
          </p:cNvPr>
          <p:cNvSpPr>
            <a:spLocks noGrp="1"/>
          </p:cNvSpPr>
          <p:nvPr>
            <p:ph type="body" sz="quarter" idx="29" hasCustomPrompt="1"/>
          </p:nvPr>
        </p:nvSpPr>
        <p:spPr>
          <a:xfrm>
            <a:off x="5949204"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8" name="Text Placeholder 25">
            <a:extLst>
              <a:ext uri="{FF2B5EF4-FFF2-40B4-BE49-F238E27FC236}">
                <a16:creationId xmlns:a16="http://schemas.microsoft.com/office/drawing/2014/main" id="{C9E64A6E-E4C5-45D3-8C11-ACE7DD3FD2E7}"/>
              </a:ext>
            </a:extLst>
          </p:cNvPr>
          <p:cNvSpPr>
            <a:spLocks noGrp="1"/>
          </p:cNvSpPr>
          <p:nvPr>
            <p:ph type="body" sz="quarter" idx="30" hasCustomPrompt="1"/>
          </p:nvPr>
        </p:nvSpPr>
        <p:spPr>
          <a:xfrm>
            <a:off x="5949204"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9" name="Text Placeholder 27">
            <a:extLst>
              <a:ext uri="{FF2B5EF4-FFF2-40B4-BE49-F238E27FC236}">
                <a16:creationId xmlns:a16="http://schemas.microsoft.com/office/drawing/2014/main" id="{7855A7B4-CD7B-4EF9-A196-22FC422B2D26}"/>
              </a:ext>
            </a:extLst>
          </p:cNvPr>
          <p:cNvSpPr>
            <a:spLocks noGrp="1"/>
          </p:cNvSpPr>
          <p:nvPr>
            <p:ph type="body" sz="quarter" idx="31" hasCustomPrompt="1"/>
          </p:nvPr>
        </p:nvSpPr>
        <p:spPr>
          <a:xfrm>
            <a:off x="5949204"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40" name="Text Placeholder 29">
            <a:extLst>
              <a:ext uri="{FF2B5EF4-FFF2-40B4-BE49-F238E27FC236}">
                <a16:creationId xmlns:a16="http://schemas.microsoft.com/office/drawing/2014/main" id="{354437EA-2FB4-49BC-B725-FC888BC72A70}"/>
              </a:ext>
            </a:extLst>
          </p:cNvPr>
          <p:cNvSpPr>
            <a:spLocks noGrp="1"/>
          </p:cNvSpPr>
          <p:nvPr>
            <p:ph type="body" sz="quarter" idx="32" hasCustomPrompt="1"/>
          </p:nvPr>
        </p:nvSpPr>
        <p:spPr>
          <a:xfrm>
            <a:off x="5949204"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E0448338-4063-435A-A203-856E6EEDADFE}"/>
              </a:ext>
            </a:extLst>
          </p:cNvPr>
          <p:cNvSpPr>
            <a:spLocks noGrp="1"/>
          </p:cNvSpPr>
          <p:nvPr>
            <p:ph type="body" sz="quarter" idx="15" hasCustomPrompt="1"/>
          </p:nvPr>
        </p:nvSpPr>
        <p:spPr>
          <a:xfrm>
            <a:off x="425279" y="5687045"/>
            <a:ext cx="3756422"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2" name="Group 21">
            <a:extLst>
              <a:ext uri="{FF2B5EF4-FFF2-40B4-BE49-F238E27FC236}">
                <a16:creationId xmlns:a16="http://schemas.microsoft.com/office/drawing/2014/main" id="{BB5E401E-E175-46B4-B38C-3BE87EF1488E}"/>
              </a:ext>
            </a:extLst>
          </p:cNvPr>
          <p:cNvGrpSpPr/>
          <p:nvPr/>
        </p:nvGrpSpPr>
        <p:grpSpPr>
          <a:xfrm>
            <a:off x="9196831" y="4218015"/>
            <a:ext cx="954405" cy="1049582"/>
            <a:chOff x="12262441" y="4218015"/>
            <a:chExt cx="1272540" cy="1049582"/>
          </a:xfrm>
        </p:grpSpPr>
        <p:sp>
          <p:nvSpPr>
            <p:cNvPr id="24" name="Rectangle 23">
              <a:extLst>
                <a:ext uri="{FF2B5EF4-FFF2-40B4-BE49-F238E27FC236}">
                  <a16:creationId xmlns:a16="http://schemas.microsoft.com/office/drawing/2014/main" id="{08FD67ED-3C56-4D97-B3C0-AB7A48DEB972}"/>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5" name="Picture 24">
              <a:extLst>
                <a:ext uri="{FF2B5EF4-FFF2-40B4-BE49-F238E27FC236}">
                  <a16:creationId xmlns:a16="http://schemas.microsoft.com/office/drawing/2014/main" id="{CDC139D3-D930-4E14-9BB2-7D930A24E06C}"/>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6" name="Straight Arrow Connector 25">
              <a:extLst>
                <a:ext uri="{FF2B5EF4-FFF2-40B4-BE49-F238E27FC236}">
                  <a16:creationId xmlns:a16="http://schemas.microsoft.com/office/drawing/2014/main" id="{BD86E295-5034-4CDE-9980-AC98287E9A35}"/>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3A26EF1-45D2-4918-AF48-B5F37199F7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928582851"/>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Icons 4 Columns + Content 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AA84DC2D-753E-41EB-8722-040FA9F7628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4704619B-9823-F845-874B-2390AC991BC7}" type="slidenum">
              <a:rPr lang="en-US" smtClean="0"/>
              <a:pPr/>
              <a:t>‹#›</a:t>
            </a:fld>
            <a:endParaRPr lang="en-US" dirty="0"/>
          </a:p>
        </p:txBody>
      </p:sp>
      <p:sp>
        <p:nvSpPr>
          <p:cNvPr id="8" name="Title 7">
            <a:extLst>
              <a:ext uri="{FF2B5EF4-FFF2-40B4-BE49-F238E27FC236}">
                <a16:creationId xmlns:a16="http://schemas.microsoft.com/office/drawing/2014/main" id="{23F69D6C-C0E1-4CEA-B661-CB08F30D9E46}"/>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FF56B26C-4789-432C-A84C-D38182866E58}"/>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6">
            <a:extLst>
              <a:ext uri="{FF2B5EF4-FFF2-40B4-BE49-F238E27FC236}">
                <a16:creationId xmlns:a16="http://schemas.microsoft.com/office/drawing/2014/main" id="{807402B8-B31B-48CC-942C-99B8F022C6A4}"/>
              </a:ext>
            </a:extLst>
          </p:cNvPr>
          <p:cNvSpPr>
            <a:spLocks noGrp="1"/>
          </p:cNvSpPr>
          <p:nvPr>
            <p:ph sz="quarter" idx="24" hasCustomPrompt="1"/>
          </p:nvPr>
        </p:nvSpPr>
        <p:spPr>
          <a:xfrm>
            <a:off x="417909" y="1955800"/>
            <a:ext cx="3758184" cy="42433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B191154A-6D62-4537-B8C3-E17A29CEC39B}"/>
              </a:ext>
            </a:extLst>
          </p:cNvPr>
          <p:cNvSpPr>
            <a:spLocks noGrp="1"/>
          </p:cNvSpPr>
          <p:nvPr>
            <p:ph type="body" sz="quarter" idx="16" hasCustomPrompt="1"/>
          </p:nvPr>
        </p:nvSpPr>
        <p:spPr>
          <a:xfrm>
            <a:off x="5946599" y="2529589"/>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EFB4A26A-ACB4-4792-B582-D79775A9B0E3}"/>
              </a:ext>
            </a:extLst>
          </p:cNvPr>
          <p:cNvSpPr>
            <a:spLocks noGrp="1"/>
          </p:cNvSpPr>
          <p:nvPr>
            <p:ph type="body" sz="quarter" idx="17" hasCustomPrompt="1"/>
          </p:nvPr>
        </p:nvSpPr>
        <p:spPr>
          <a:xfrm>
            <a:off x="5946599" y="3752632"/>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52A8F4DB-AFDE-481B-8195-1DACA708A2BC}"/>
              </a:ext>
            </a:extLst>
          </p:cNvPr>
          <p:cNvSpPr>
            <a:spLocks noGrp="1"/>
          </p:cNvSpPr>
          <p:nvPr>
            <p:ph type="body" sz="quarter" idx="19" hasCustomPrompt="1"/>
          </p:nvPr>
        </p:nvSpPr>
        <p:spPr>
          <a:xfrm>
            <a:off x="5946599" y="497567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Picture Placeholder Middle Top">
            <a:extLst>
              <a:ext uri="{FF2B5EF4-FFF2-40B4-BE49-F238E27FC236}">
                <a16:creationId xmlns:a16="http://schemas.microsoft.com/office/drawing/2014/main" id="{BBDECCA4-C486-4DC1-A844-AB2008D0431E}"/>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2" name="Picture Placeholder  Middle Bottom">
            <a:extLst>
              <a:ext uri="{FF2B5EF4-FFF2-40B4-BE49-F238E27FC236}">
                <a16:creationId xmlns:a16="http://schemas.microsoft.com/office/drawing/2014/main" id="{DBD432B8-C319-4395-8691-854958FCB599}"/>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Bottom">
            <a:extLst>
              <a:ext uri="{FF2B5EF4-FFF2-40B4-BE49-F238E27FC236}">
                <a16:creationId xmlns:a16="http://schemas.microsoft.com/office/drawing/2014/main" id="{49549B62-D83B-4EC5-9D78-7415B53963E2}"/>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Subtitle Top">
            <a:extLst>
              <a:ext uri="{FF2B5EF4-FFF2-40B4-BE49-F238E27FC236}">
                <a16:creationId xmlns:a16="http://schemas.microsoft.com/office/drawing/2014/main" id="{62EDF2B7-966E-4392-82B6-0014FB3E1BDF}"/>
              </a:ext>
            </a:extLst>
          </p:cNvPr>
          <p:cNvSpPr>
            <a:spLocks noGrp="1"/>
          </p:cNvSpPr>
          <p:nvPr>
            <p:ph type="body" sz="quarter" idx="25" hasCustomPrompt="1"/>
          </p:nvPr>
        </p:nvSpPr>
        <p:spPr>
          <a:xfrm>
            <a:off x="5946599" y="131195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5" name="Picture Placeholder Top">
            <a:extLst>
              <a:ext uri="{FF2B5EF4-FFF2-40B4-BE49-F238E27FC236}">
                <a16:creationId xmlns:a16="http://schemas.microsoft.com/office/drawing/2014/main" id="{F807A99E-6B83-4A4E-83C7-478C90866A54}"/>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6" name="Text Placeholder 15">
            <a:extLst>
              <a:ext uri="{FF2B5EF4-FFF2-40B4-BE49-F238E27FC236}">
                <a16:creationId xmlns:a16="http://schemas.microsoft.com/office/drawing/2014/main" id="{69288928-F631-4B9F-AC75-C3EE1CCF69B5}"/>
              </a:ext>
            </a:extLst>
          </p:cNvPr>
          <p:cNvSpPr>
            <a:spLocks noGrp="1"/>
          </p:cNvSpPr>
          <p:nvPr>
            <p:ph type="body" sz="quarter" idx="29" hasCustomPrompt="1"/>
          </p:nvPr>
        </p:nvSpPr>
        <p:spPr>
          <a:xfrm>
            <a:off x="5946599"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7" name="Text Placeholder 25">
            <a:extLst>
              <a:ext uri="{FF2B5EF4-FFF2-40B4-BE49-F238E27FC236}">
                <a16:creationId xmlns:a16="http://schemas.microsoft.com/office/drawing/2014/main" id="{2CFAF5D3-B82C-472D-9C90-636CAC332044}"/>
              </a:ext>
            </a:extLst>
          </p:cNvPr>
          <p:cNvSpPr>
            <a:spLocks noGrp="1"/>
          </p:cNvSpPr>
          <p:nvPr>
            <p:ph type="body" sz="quarter" idx="30" hasCustomPrompt="1"/>
          </p:nvPr>
        </p:nvSpPr>
        <p:spPr>
          <a:xfrm>
            <a:off x="5946599"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8" name="Text Placeholder 27">
            <a:extLst>
              <a:ext uri="{FF2B5EF4-FFF2-40B4-BE49-F238E27FC236}">
                <a16:creationId xmlns:a16="http://schemas.microsoft.com/office/drawing/2014/main" id="{1B5DAEBF-D381-427F-9FBB-4FD0D91BCD7D}"/>
              </a:ext>
            </a:extLst>
          </p:cNvPr>
          <p:cNvSpPr>
            <a:spLocks noGrp="1"/>
          </p:cNvSpPr>
          <p:nvPr>
            <p:ph type="body" sz="quarter" idx="31" hasCustomPrompt="1"/>
          </p:nvPr>
        </p:nvSpPr>
        <p:spPr>
          <a:xfrm>
            <a:off x="5946599"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9" name="Text Placeholder 29">
            <a:extLst>
              <a:ext uri="{FF2B5EF4-FFF2-40B4-BE49-F238E27FC236}">
                <a16:creationId xmlns:a16="http://schemas.microsoft.com/office/drawing/2014/main" id="{4B2C03EE-EBE4-4248-99DB-1391D20714B1}"/>
              </a:ext>
            </a:extLst>
          </p:cNvPr>
          <p:cNvSpPr>
            <a:spLocks noGrp="1"/>
          </p:cNvSpPr>
          <p:nvPr>
            <p:ph type="body" sz="quarter" idx="32" hasCustomPrompt="1"/>
          </p:nvPr>
        </p:nvSpPr>
        <p:spPr>
          <a:xfrm>
            <a:off x="5946599"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44371BD4-91C5-4160-A2C1-4F7AE3421736}"/>
              </a:ext>
            </a:extLst>
          </p:cNvPr>
          <p:cNvSpPr>
            <a:spLocks noGrp="1"/>
          </p:cNvSpPr>
          <p:nvPr>
            <p:ph type="body" sz="quarter" idx="15" hasCustomPrompt="1"/>
          </p:nvPr>
        </p:nvSpPr>
        <p:spPr>
          <a:xfrm>
            <a:off x="425279" y="5687045"/>
            <a:ext cx="37581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8" name="Group 27">
            <a:extLst>
              <a:ext uri="{FF2B5EF4-FFF2-40B4-BE49-F238E27FC236}">
                <a16:creationId xmlns:a16="http://schemas.microsoft.com/office/drawing/2014/main" id="{8BA3E3EF-EAC0-43C6-89CE-A2CE2FC832DC}"/>
              </a:ext>
            </a:extLst>
          </p:cNvPr>
          <p:cNvGrpSpPr/>
          <p:nvPr/>
        </p:nvGrpSpPr>
        <p:grpSpPr>
          <a:xfrm>
            <a:off x="9196831" y="4218015"/>
            <a:ext cx="954405" cy="1049582"/>
            <a:chOff x="12262441" y="4218015"/>
            <a:chExt cx="1272540" cy="1049582"/>
          </a:xfrm>
        </p:grpSpPr>
        <p:sp>
          <p:nvSpPr>
            <p:cNvPr id="29" name="Rectangle 28">
              <a:extLst>
                <a:ext uri="{FF2B5EF4-FFF2-40B4-BE49-F238E27FC236}">
                  <a16:creationId xmlns:a16="http://schemas.microsoft.com/office/drawing/2014/main" id="{47841117-D919-49F5-BE2F-E3478E0B118A}"/>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0" name="Picture 29">
              <a:extLst>
                <a:ext uri="{FF2B5EF4-FFF2-40B4-BE49-F238E27FC236}">
                  <a16:creationId xmlns:a16="http://schemas.microsoft.com/office/drawing/2014/main" id="{0F45C005-A30B-4ADE-81B3-CC6D9A09B39D}"/>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40" name="Straight Arrow Connector 39">
              <a:extLst>
                <a:ext uri="{FF2B5EF4-FFF2-40B4-BE49-F238E27FC236}">
                  <a16:creationId xmlns:a16="http://schemas.microsoft.com/office/drawing/2014/main" id="{9C9F06C4-D69F-41A7-8421-5E1F7C3980F0}"/>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BBEA4BB-8FD5-4BFE-88E8-95378FFDFE83}"/>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474452952"/>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CHARTS</a:t>
            </a:r>
          </a:p>
        </p:txBody>
      </p:sp>
      <p:cxnSp>
        <p:nvCxnSpPr>
          <p:cNvPr id="7" name="Straight Connector 6">
            <a:extLst>
              <a:ext uri="{FF2B5EF4-FFF2-40B4-BE49-F238E27FC236}">
                <a16:creationId xmlns:a16="http://schemas.microsoft.com/office/drawing/2014/main" id="{EBD3E18C-9605-4081-A33F-C38AEB401F20}"/>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A2E46E-888E-4B33-A263-D2E91E73F656}"/>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DB85F6F-B9EA-48F9-B67A-CE852A2240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512D5A3E-9164-4B0E-881B-40A2443EBF5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5B40A5C0-4A85-4F51-BC72-E0C87364807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70125387-254C-46B8-8BCD-4BB6EDABCF7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F4245FEE-8B98-4AE8-B16E-DC8B44BB8B0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AF2D69E-9896-46AF-B91E-8570DC0DA26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B2E55B7D-1F8C-4D9C-9DEE-A2B8356B0C4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A49228E-D89D-42BE-A68C-02623984239E}"/>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44BE9E26-5CDE-409A-882D-2359B2F52D6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C1A53D4D-61AE-438B-9809-07FA9E87256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2D40F24A-B696-4B7D-B4B3-9F3F0B6F60C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711CD39C-AFD1-4FEB-930A-FC6FC777199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2F242FFF-2953-41FF-9A83-89A80F0D1FA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6BF7148-849E-4D5F-ADA1-2804639F2DE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3B7B8FB9-E7F2-4BBA-BD81-36EE4FF47C7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26AF96D-B785-4D9D-907E-2A13E26DE6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EAC3ED8D-C5EB-415B-AE65-D218AA351FC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4E43F14B-A1F7-4771-9DA0-62E44C7C753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2AA7B6EE-DBC8-47A6-866D-A16C2E60B95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E35A5478-E1D8-4202-B29B-060884ECC2C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25A47AD-7216-4E4A-B177-091F5A06CA06}"/>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F56AEA34-11C9-483E-B85E-F464DD53303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5F92DADB-05F7-4FAC-B533-C44B05C252E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6EE41A0F-6688-46BC-8C7E-B1117FB75E9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7F00DED1-9C67-4250-AB3B-4E72E1982CF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4C0C6F24-7D9A-4391-A0C9-32A1A4A4574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A19C846D-595C-47E0-A0B2-3E8BE589BE1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73EFD7C2-8853-47C5-8927-A17832AE5BA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D516F5BF-85ED-4A9E-9E88-65451A10E5B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CA6D830-803C-41F6-B4A8-3511BBD3A2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B69B34FB-292A-41A6-8D02-8575E330E44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C6873D3B-95B3-4F12-8A37-B7039D70CF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D2C18E99-F001-4419-9EF6-4A47FDB7F4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76695F89-4C1A-4011-B275-A4ECD8D0F5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6A0AEB98-3813-4568-8BF3-1020D9A879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DA06215E-2313-46DE-A882-57FE96488B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753B3402-A1EE-4DC5-A9AB-0D623B50C1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A5409EDA-6D1D-4912-934E-8475334460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18C9667E-6D9F-4934-B446-963AA162C7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0C604F60-D829-4F98-86DC-A1790840F0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638F9E91-731E-4690-BEC9-A99A08C51F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002584314"/>
      </p:ext>
    </p:extLst>
  </p:cSld>
  <p:clrMapOvr>
    <a:masterClrMapping/>
  </p:clrMapOvr>
  <p:hf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Content + Chart 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DC122B6-764C-40AA-9E0A-0B4A0FB14B9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6" name="Title 5">
            <a:extLst>
              <a:ext uri="{FF2B5EF4-FFF2-40B4-BE49-F238E27FC236}">
                <a16:creationId xmlns:a16="http://schemas.microsoft.com/office/drawing/2014/main" id="{55E326A6-F7D4-4F94-95F3-CF160EF77C51}"/>
              </a:ext>
            </a:extLst>
          </p:cNvPr>
          <p:cNvSpPr>
            <a:spLocks noGrp="1"/>
          </p:cNvSpPr>
          <p:nvPr>
            <p:ph type="title" hasCustomPrompt="1"/>
          </p:nvPr>
        </p:nvSpPr>
        <p:spPr>
          <a:xfrm>
            <a:off x="425279" y="652074"/>
            <a:ext cx="3758184" cy="402336"/>
          </a:xfrm>
        </p:spPr>
        <p:txBody>
          <a:bodyPr/>
          <a:lstStyle/>
          <a:p>
            <a:r>
              <a:rPr lang="en-US"/>
              <a:t>[Headline]</a:t>
            </a:r>
          </a:p>
        </p:txBody>
      </p:sp>
      <p:sp>
        <p:nvSpPr>
          <p:cNvPr id="16" name="Subtitle">
            <a:extLst>
              <a:ext uri="{FF2B5EF4-FFF2-40B4-BE49-F238E27FC236}">
                <a16:creationId xmlns:a16="http://schemas.microsoft.com/office/drawing/2014/main" id="{CC8B6AEB-2296-4549-87D0-49F08B4C71FF}"/>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7">
            <a:extLst>
              <a:ext uri="{FF2B5EF4-FFF2-40B4-BE49-F238E27FC236}">
                <a16:creationId xmlns:a16="http://schemas.microsoft.com/office/drawing/2014/main" id="{57CDD6C3-53CF-450B-8B7B-8A52F71753C1}"/>
              </a:ext>
            </a:extLst>
          </p:cNvPr>
          <p:cNvSpPr>
            <a:spLocks noGrp="1"/>
          </p:cNvSpPr>
          <p:nvPr>
            <p:ph sz="quarter" idx="15" hasCustomPrompt="1"/>
          </p:nvPr>
        </p:nvSpPr>
        <p:spPr>
          <a:xfrm>
            <a:off x="4955381" y="658359"/>
            <a:ext cx="3770710" cy="5547179"/>
          </a:xfr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2" name="Content Placeholder 11">
            <a:extLst>
              <a:ext uri="{FF2B5EF4-FFF2-40B4-BE49-F238E27FC236}">
                <a16:creationId xmlns:a16="http://schemas.microsoft.com/office/drawing/2014/main" id="{DEA9980B-9E8C-48EE-BD53-C3492F26F282}"/>
              </a:ext>
            </a:extLst>
          </p:cNvPr>
          <p:cNvSpPr>
            <a:spLocks noGrp="1"/>
          </p:cNvSpPr>
          <p:nvPr>
            <p:ph sz="quarter" idx="16" hasCustomPrompt="1"/>
          </p:nvPr>
        </p:nvSpPr>
        <p:spPr>
          <a:xfrm>
            <a:off x="425053" y="1955800"/>
            <a:ext cx="3756422" cy="42687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52FB4F1E-E497-4D79-93C7-386C37A7B0A7}"/>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21609273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Chart Horizontal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418D80B-A5CF-4327-A51F-6000F69F8C09}"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963271"/>
            <a:ext cx="8300813" cy="519887"/>
          </a:xfrm>
        </p:spPr>
        <p:txBody>
          <a:bodyPr>
            <a:noAutofit/>
          </a:bodyPr>
          <a:lstStyle>
            <a:lvl1pPr marL="0" indent="0">
              <a:buFont typeface="Arial" panose="020B0604020202020204" pitchFamily="34" charset="0"/>
              <a:buChar char="​"/>
              <a:defRPr sz="9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chart description]</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8308181" cy="3579813"/>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13" name="Text Placeholder 11">
            <a:extLst>
              <a:ext uri="{FF2B5EF4-FFF2-40B4-BE49-F238E27FC236}">
                <a16:creationId xmlns:a16="http://schemas.microsoft.com/office/drawing/2014/main" id="{6562D629-70CF-4A6E-823A-4CE780E7E6EE}"/>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964904237"/>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232">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hart - Horizontal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372"/>
            <a:ext cx="8300813" cy="84691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8300812" cy="3580266"/>
          </a:xfrm>
        </p:spPr>
        <p:txBody>
          <a:bodyPr anchor="ctr"/>
          <a:lstStyle>
            <a:lvl1pPr marL="0" indent="0" algn="ctr">
              <a:buNone/>
              <a:defRPr/>
            </a:lvl1pPr>
            <a:lvl2pPr marL="127397" indent="0">
              <a:buNone/>
              <a:defRPr/>
            </a:lvl2pPr>
          </a:lstStyle>
          <a:p>
            <a:pPr lvl="0"/>
            <a:r>
              <a:rPr lang="en-US"/>
              <a:t>[Click respective icon to add CHART or TABLE - text]</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9509A895-CE51-44A1-94BD-95BA266C84DC}"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4704619B-9823-F845-874B-2390AC991BC7}" type="slidenum">
              <a:rPr lang="en-US" smtClean="0"/>
              <a:pPr/>
              <a:t>‹#›</a:t>
            </a:fld>
            <a:endParaRPr lang="en-US" dirty="0"/>
          </a:p>
        </p:txBody>
      </p:sp>
      <p:sp>
        <p:nvSpPr>
          <p:cNvPr id="15" name="Text Placeholder 11">
            <a:extLst>
              <a:ext uri="{FF2B5EF4-FFF2-40B4-BE49-F238E27FC236}">
                <a16:creationId xmlns:a16="http://schemas.microsoft.com/office/drawing/2014/main" id="{FDDBD480-B1AF-4EEE-8DD4-F0B03CCCA0FC}"/>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927914148"/>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Chart Comparis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1793B0B-E50E-4C0F-9173-1EE4775A4F5F}"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3763565" cy="3580267"/>
          </a:xfrm>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620372"/>
            <a:ext cx="3756422"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0" name="Text Placeholder 9">
            <a:extLst>
              <a:ext uri="{FF2B5EF4-FFF2-40B4-BE49-F238E27FC236}">
                <a16:creationId xmlns:a16="http://schemas.microsoft.com/office/drawing/2014/main" id="{98D7469F-53F4-4AF0-A09F-A916E41A182F}"/>
              </a:ext>
            </a:extLst>
          </p:cNvPr>
          <p:cNvSpPr>
            <a:spLocks noGrp="1"/>
          </p:cNvSpPr>
          <p:nvPr>
            <p:ph type="body" sz="quarter" idx="18" hasCustomPrompt="1"/>
          </p:nvPr>
        </p:nvSpPr>
        <p:spPr>
          <a:xfrm>
            <a:off x="4955381" y="1626515"/>
            <a:ext cx="3768329"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3" name="Content Placeholder 12">
            <a:extLst>
              <a:ext uri="{FF2B5EF4-FFF2-40B4-BE49-F238E27FC236}">
                <a16:creationId xmlns:a16="http://schemas.microsoft.com/office/drawing/2014/main" id="{39ADCA5E-1AD1-499E-B9EF-61B9559227BF}"/>
              </a:ext>
            </a:extLst>
          </p:cNvPr>
          <p:cNvSpPr>
            <a:spLocks noGrp="1"/>
          </p:cNvSpPr>
          <p:nvPr>
            <p:ph sz="quarter" idx="19" hasCustomPrompt="1"/>
          </p:nvPr>
        </p:nvSpPr>
        <p:spPr>
          <a:xfrm>
            <a:off x="4955382" y="2631019"/>
            <a:ext cx="3770710" cy="3574520"/>
          </a:xfrm>
        </p:spPr>
        <p:txBody>
          <a:bodyPr anchor="ctr"/>
          <a:lstStyle>
            <a:lvl1pPr marL="0" indent="0" algn="ctr">
              <a:buNone/>
              <a:defRPr/>
            </a:lvl1pPr>
            <a:lvl2pPr marL="127397" indent="0" algn="ctr">
              <a:buNone/>
              <a:defRPr/>
            </a:lvl2pPr>
            <a:lvl3pPr marL="255984" indent="0" algn="ctr">
              <a:buNone/>
              <a:defRPr/>
            </a:lvl3pPr>
            <a:lvl4pPr marL="388144" indent="0" algn="ctr">
              <a:buNone/>
              <a:defRPr/>
            </a:lvl4pPr>
            <a:lvl5pPr marL="515540" indent="0" algn="ctr">
              <a:buNone/>
              <a:defRPr/>
            </a:lvl5pPr>
          </a:lstStyle>
          <a:p>
            <a:pPr lvl="0"/>
            <a:r>
              <a:rPr lang="en-US"/>
              <a:t>[Click respective icon to add CHART or TABL </a:t>
            </a:r>
            <a:br>
              <a:rPr lang="en-US"/>
            </a:br>
            <a:r>
              <a:rPr lang="en-US"/>
              <a:t>– not text]</a:t>
            </a:r>
          </a:p>
        </p:txBody>
      </p:sp>
      <p:sp>
        <p:nvSpPr>
          <p:cNvPr id="17" name="Text Placeholder 11">
            <a:extLst>
              <a:ext uri="{FF2B5EF4-FFF2-40B4-BE49-F238E27FC236}">
                <a16:creationId xmlns:a16="http://schemas.microsoft.com/office/drawing/2014/main" id="{00E0D18E-E349-4199-8AD8-798BD2B67B93}"/>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047504578"/>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02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Chart + Statem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4019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2777988" y="2619376"/>
            <a:ext cx="5948104"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4" y="2619376"/>
            <a:ext cx="2263378"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4A0D5033-1383-4A3E-B39C-095AE64D2F81}"/>
              </a:ext>
            </a:extLst>
          </p:cNvPr>
          <p:cNvSpPr>
            <a:spLocks noGrp="1"/>
          </p:cNvSpPr>
          <p:nvPr>
            <p:ph type="body" sz="quarter" idx="18"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7C7DF463-1855-48AC-B3A0-55C33F1D02AF}"/>
              </a:ext>
            </a:extLst>
          </p:cNvPr>
          <p:cNvSpPr>
            <a:spLocks noGrp="1"/>
          </p:cNvSpPr>
          <p:nvPr>
            <p:ph type="dt" sz="half" idx="19"/>
          </p:nvPr>
        </p:nvSpPr>
        <p:spPr/>
        <p:txBody>
          <a:bodyPr/>
          <a:lstStyle/>
          <a:p>
            <a:fld id="{B831B734-A14F-45CC-8F05-A4027F436A02}" type="datetime4">
              <a:rPr lang="en-US" smtClean="0"/>
              <a:t>August 13, 2025</a:t>
            </a:fld>
            <a:endParaRPr lang="en-US"/>
          </a:p>
        </p:txBody>
      </p:sp>
      <p:sp>
        <p:nvSpPr>
          <p:cNvPr id="10" name="Footer Placeholder 9">
            <a:extLst>
              <a:ext uri="{FF2B5EF4-FFF2-40B4-BE49-F238E27FC236}">
                <a16:creationId xmlns:a16="http://schemas.microsoft.com/office/drawing/2014/main" id="{71C88B21-12B8-4D5F-8A52-929A02C861B4}"/>
              </a:ext>
            </a:extLst>
          </p:cNvPr>
          <p:cNvSpPr>
            <a:spLocks noGrp="1"/>
          </p:cNvSpPr>
          <p:nvPr>
            <p:ph type="ftr" sz="quarter" idx="20"/>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348F557C-D16B-4CE5-8BC7-3F8FFDF7BDA8}"/>
              </a:ext>
            </a:extLst>
          </p:cNvPr>
          <p:cNvSpPr>
            <a:spLocks noGrp="1"/>
          </p:cNvSpPr>
          <p:nvPr>
            <p:ph type="sldNum" sz="quarter" idx="21"/>
          </p:nvPr>
        </p:nvSpPr>
        <p:spPr/>
        <p:txBody>
          <a:bodyPr/>
          <a:lstStyle/>
          <a:p>
            <a:fld id="{4704619B-9823-F845-874B-2390AC991BC7}" type="slidenum">
              <a:rPr lang="en-US" smtClean="0"/>
              <a:pPr/>
              <a:t>‹#›</a:t>
            </a:fld>
            <a:endParaRPr lang="en-US" dirty="0"/>
          </a:p>
        </p:txBody>
      </p:sp>
    </p:spTree>
    <p:extLst>
      <p:ext uri="{BB962C8B-B14F-4D97-AF65-F5344CB8AC3E}">
        <p14:creationId xmlns:p14="http://schemas.microsoft.com/office/powerpoint/2010/main" val="2021657653"/>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Chart + Statement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33472"/>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4146722"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955382" y="2619376"/>
            <a:ext cx="3770711"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87CA155A-6D49-4189-8F3E-D1285ED95A63}"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4704619B-9823-F845-874B-2390AC991BC7}" type="slidenum">
              <a:rPr lang="en-US" smtClean="0"/>
              <a:pPr/>
              <a:t>‹#›</a:t>
            </a:fld>
            <a:endParaRPr lang="en-US" dirty="0"/>
          </a:p>
        </p:txBody>
      </p:sp>
      <p:sp>
        <p:nvSpPr>
          <p:cNvPr id="15" name="Text Placeholder 11">
            <a:extLst>
              <a:ext uri="{FF2B5EF4-FFF2-40B4-BE49-F238E27FC236}">
                <a16:creationId xmlns:a16="http://schemas.microsoft.com/office/drawing/2014/main" id="{83E662A7-7337-4375-8FBD-2C58ABD0FD30}"/>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568171770"/>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hart + Statement 3">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955382" y="1620838"/>
            <a:ext cx="3768488" cy="4578804"/>
          </a:xfrm>
          <a:noFill/>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839"/>
            <a:ext cx="3756197" cy="138077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279" y="3187148"/>
            <a:ext cx="3758184" cy="3012494"/>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1B4F4F77-9A2B-4737-BA70-D740FA483E31}"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4704619B-9823-F845-874B-2390AC991BC7}" type="slidenum">
              <a:rPr lang="en-US" smtClean="0"/>
              <a:pPr/>
              <a:t>‹#›</a:t>
            </a:fld>
            <a:endParaRPr lang="en-US" dirty="0"/>
          </a:p>
        </p:txBody>
      </p:sp>
      <p:sp>
        <p:nvSpPr>
          <p:cNvPr id="15" name="Text Placeholder 11">
            <a:extLst>
              <a:ext uri="{FF2B5EF4-FFF2-40B4-BE49-F238E27FC236}">
                <a16:creationId xmlns:a16="http://schemas.microsoft.com/office/drawing/2014/main" id="{584230B6-CE03-406A-A8B9-AF79603282F2}"/>
              </a:ext>
            </a:extLst>
          </p:cNvPr>
          <p:cNvSpPr>
            <a:spLocks noGrp="1"/>
          </p:cNvSpPr>
          <p:nvPr>
            <p:ph type="body" sz="quarter" idx="21"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691612720"/>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500" b="1">
                <a:solidFill>
                  <a:schemeClr val="tx1"/>
                </a:solidFill>
              </a:rPr>
              <a:t>STATEMENTS</a:t>
            </a:r>
          </a:p>
        </p:txBody>
      </p:sp>
      <p:cxnSp>
        <p:nvCxnSpPr>
          <p:cNvPr id="7" name="Straight Connector 6">
            <a:extLst>
              <a:ext uri="{FF2B5EF4-FFF2-40B4-BE49-F238E27FC236}">
                <a16:creationId xmlns:a16="http://schemas.microsoft.com/office/drawing/2014/main" id="{1DAF5C6A-388A-484C-AEAA-7BCB499E94DF}"/>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5888FA7-2A1A-4874-98B9-3B720BD792D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EC172B1-DF0E-4CE0-AEB3-F868FD9BB511}"/>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F11157C7-05A1-4D05-B093-C45200431401}"/>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53AB89-B579-40A2-A45F-C998312F234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8C9D9C7-E5A3-4D6B-815C-7C50ED95A66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90D678A-4A53-4825-A8C8-2E41F37538B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5A14AB5-498F-45C4-B959-F77686F7543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27CF6AE5-5728-49B5-A091-838270986899}"/>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644E28C4-627F-4DC1-9867-5826935BBCAD}"/>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10FB4F55-AF46-48E0-8A55-A84790B2152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91AF0EF9-C095-493D-8D58-CF0051BBC8AA}"/>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AF24E30-80E1-4A53-8234-8180FD9F3A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D4565451-C81A-4169-B074-B56587D2B4F9}"/>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4E6E9D55-09A7-451C-B8F6-5F39D700EB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771A270-9236-45E7-BD6C-EC500D27E845}"/>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489B6575-A703-4D35-8918-C3092A4E809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AFD99288-F9E7-4704-BC41-3A2C084EB4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12BD27E8-EDA0-4E6A-9739-6581B53A7C9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EF88D58F-4462-4DF3-BF0C-0F09DD04E76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FD5C9B5E-210E-433C-893D-A593ADD3307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40C2F764-2F27-4DAC-85C1-101A7DF994B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0E64038-8A8E-4630-92AB-70AC9BBDCECB}"/>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023E805E-EFAF-482C-8084-42F0D05C4C7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F9EDA505-628C-4F2A-BB06-40C8004E7B9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EB345A7A-249A-48EB-B843-7407729C566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C2BE5264-C900-4080-AB09-BF134465C0F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3845E0E6-DB45-440B-A034-E91F93DD1B9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F6D2A7E5-00F3-43EE-A90F-C3D40704CCB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E7B4A1F-4FE0-48D2-9D16-222D58BA05E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A47CF8EE-3B1B-4923-985C-859F2358FD7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C1849A1C-3156-43D7-A2FE-EF46E4E82F16}"/>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F72FDDF5-C1B9-4586-A605-0182140AD94F}"/>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F9B7B91D-1668-457C-BA0A-33CFB01CB1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2A12989A-4407-4184-BCCD-74CCC326B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13BBD901-B338-4FEA-8B21-FB62106433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88848E62-84F6-46AC-B2BE-67064B4173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EFC4B50D-7EB7-4B6A-A6F5-FE6B1E96BC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E43379E1-DC55-4140-9174-A06C030F19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EC3E32EA-3034-475A-9D02-FAA3C044C6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C90EF1DD-E0E5-4614-BED5-B6BA263E51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4CD71F67-DAFB-4BD7-8668-38DB781FDA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46EE932B-B325-4C1E-8C86-9F9237EFA7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157731395"/>
      </p:ext>
    </p:extLst>
  </p:cSld>
  <p:clrMapOvr>
    <a:masterClrMapping/>
  </p:clrMapOvr>
  <p:hf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Statemen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6588-04E1-4131-BD9B-DCF315B19B69}"/>
              </a:ext>
            </a:extLst>
          </p:cNvPr>
          <p:cNvSpPr>
            <a:spLocks noGrp="1"/>
          </p:cNvSpPr>
          <p:nvPr>
            <p:ph type="title" hasCustomPrompt="1"/>
          </p:nvPr>
        </p:nvSpPr>
        <p:spPr>
          <a:xfrm>
            <a:off x="1118937" y="1298576"/>
            <a:ext cx="6911276" cy="4395787"/>
          </a:xfrm>
        </p:spPr>
        <p:txBody>
          <a:bodyPr anchor="ctr"/>
          <a:lstStyle>
            <a:lvl1pPr algn="ctr">
              <a:defRPr sz="4950">
                <a:solidFill>
                  <a:schemeClr val="bg1"/>
                </a:solidFill>
              </a:defRPr>
            </a:lvl1pPr>
          </a:lstStyle>
          <a:p>
            <a:r>
              <a:rPr lang="en-US"/>
              <a:t>[Add large heroic statement]</a:t>
            </a:r>
          </a:p>
        </p:txBody>
      </p:sp>
      <p:sp>
        <p:nvSpPr>
          <p:cNvPr id="8" name="Picture Placeholder 7">
            <a:extLst>
              <a:ext uri="{FF2B5EF4-FFF2-40B4-BE49-F238E27FC236}">
                <a16:creationId xmlns:a16="http://schemas.microsoft.com/office/drawing/2014/main" id="{BF7B47CD-8901-46EE-AB48-D0A3C468D400}"/>
              </a:ext>
            </a:extLst>
          </p:cNvPr>
          <p:cNvSpPr>
            <a:spLocks noGrp="1"/>
          </p:cNvSpPr>
          <p:nvPr>
            <p:ph type="pic" sz="quarter" idx="13" hasCustomPrompt="1"/>
          </p:nvPr>
        </p:nvSpPr>
        <p:spPr>
          <a:xfrm>
            <a:off x="0" y="0"/>
            <a:ext cx="9144000" cy="6858000"/>
          </a:xfrm>
          <a:blipFill>
            <a:blip r:embed="rId2"/>
            <a:stretch>
              <a:fillRect/>
            </a:stretch>
          </a:blipFill>
        </p:spPr>
        <p:txBody>
          <a:bodyPr anchor="ctr"/>
          <a:lstStyle>
            <a:lvl1pPr marL="0" indent="0" algn="ctr">
              <a:buNone/>
              <a:defRPr/>
            </a:lvl1pPr>
          </a:lstStyle>
          <a:p>
            <a:r>
              <a:rPr lang="en-US"/>
              <a:t>[Click to insert photo and then “Send to back” to place image in background and add statement text]</a:t>
            </a:r>
          </a:p>
        </p:txBody>
      </p:sp>
      <p:sp>
        <p:nvSpPr>
          <p:cNvPr id="3" name="Date Placeholder 2">
            <a:extLst>
              <a:ext uri="{FF2B5EF4-FFF2-40B4-BE49-F238E27FC236}">
                <a16:creationId xmlns:a16="http://schemas.microsoft.com/office/drawing/2014/main" id="{A98E6D8A-9554-4696-A034-5A1654A0755B}"/>
              </a:ext>
            </a:extLst>
          </p:cNvPr>
          <p:cNvSpPr>
            <a:spLocks noGrp="1"/>
          </p:cNvSpPr>
          <p:nvPr>
            <p:ph type="dt" sz="half" idx="10"/>
          </p:nvPr>
        </p:nvSpPr>
        <p:spPr/>
        <p:txBody>
          <a:bodyPr/>
          <a:lstStyle>
            <a:lvl1pPr>
              <a:defRPr>
                <a:solidFill>
                  <a:schemeClr val="bg1"/>
                </a:solidFill>
              </a:defRPr>
            </a:lvl1pPr>
          </a:lstStyle>
          <a:p>
            <a:fld id="{68707663-29EE-4A9F-A2A7-32FFF02326EF}" type="datetime4">
              <a:rPr lang="en-US" smtClean="0"/>
              <a:t>August 13, 2025</a:t>
            </a:fld>
            <a:endParaRPr lang="en-US"/>
          </a:p>
        </p:txBody>
      </p:sp>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4704619B-9823-F845-874B-2390AC991BC7}" type="slidenum">
              <a:rPr lang="en-US" smtClean="0"/>
              <a:pPr/>
              <a:t>‹#›</a:t>
            </a:fld>
            <a:endParaRPr lang="en-US" dirty="0"/>
          </a:p>
        </p:txBody>
      </p:sp>
      <p:sp>
        <p:nvSpPr>
          <p:cNvPr id="11" name="Floating Logo">
            <a:extLst>
              <a:ext uri="{FF2B5EF4-FFF2-40B4-BE49-F238E27FC236}">
                <a16:creationId xmlns:a16="http://schemas.microsoft.com/office/drawing/2014/main" id="{D19E0574-FA1E-41F6-9CE8-9CFC9DEDB950}"/>
              </a:ext>
            </a:extLst>
          </p:cNvPr>
          <p:cNvSpPr>
            <a:spLocks noGrp="1"/>
          </p:cNvSpPr>
          <p:nvPr>
            <p:ph type="media" sz="quarter" idx="14" hasCustomPrompt="1"/>
          </p:nvPr>
        </p:nvSpPr>
        <p:spPr>
          <a:xfrm>
            <a:off x="418422" y="6388488"/>
            <a:ext cx="1021842" cy="365760"/>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sz="100">
                <a:noFill/>
              </a:defRPr>
            </a:lvl1pPr>
          </a:lstStyle>
          <a:p>
            <a:r>
              <a:rPr lang="en-US"/>
              <a:t>.</a:t>
            </a:r>
          </a:p>
        </p:txBody>
      </p:sp>
      <p:sp>
        <p:nvSpPr>
          <p:cNvPr id="4" name="Footer Placeholder 3">
            <a:extLst>
              <a:ext uri="{FF2B5EF4-FFF2-40B4-BE49-F238E27FC236}">
                <a16:creationId xmlns:a16="http://schemas.microsoft.com/office/drawing/2014/main" id="{610AE6FA-0293-47D8-BFDE-558FA757AB35}"/>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Tree>
    <p:extLst>
      <p:ext uri="{BB962C8B-B14F-4D97-AF65-F5344CB8AC3E}">
        <p14:creationId xmlns:p14="http://schemas.microsoft.com/office/powerpoint/2010/main" val="851474431"/>
      </p:ext>
    </p:extLst>
  </p:cSld>
  <p:clrMapOvr>
    <a:masterClrMapping/>
  </p:clrMapOvr>
  <p:hf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Statement 1">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29A5EA06-5AA7-4C4A-BB24-B846C0939AE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591" cy="402336"/>
          </a:xfrm>
        </p:spPr>
        <p:txBody>
          <a:bodyPr/>
          <a:lstStyle/>
          <a:p>
            <a:r>
              <a:rPr lang="en-US"/>
              <a:t>[Headline]</a:t>
            </a:r>
          </a:p>
        </p:txBody>
      </p:sp>
      <p:cxnSp>
        <p:nvCxnSpPr>
          <p:cNvPr id="14" name="Straight Connector 13">
            <a:extLst>
              <a:ext uri="{FF2B5EF4-FFF2-40B4-BE49-F238E27FC236}">
                <a16:creationId xmlns:a16="http://schemas.microsoft.com/office/drawing/2014/main" id="{5A42405A-5D83-4617-9FE2-B7A0CF9CA75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57E4AAC-4615-4520-950F-6DECB0F97A3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5A4FAF3-AAB7-4DE1-BE7D-735AAF585A3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4A35962A-EF6D-4DFF-BD5E-78D4F6405DF9}"/>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2" name="Group 71">
            <a:extLst>
              <a:ext uri="{FF2B5EF4-FFF2-40B4-BE49-F238E27FC236}">
                <a16:creationId xmlns:a16="http://schemas.microsoft.com/office/drawing/2014/main" id="{C9EF36A5-0C9F-40DE-8FDA-5693BB177AF1}"/>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D81B35B0-23B4-4E6C-AED2-049162C7FC29}"/>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5E324E88-6DC3-4C19-8B7E-477E395AE60B}"/>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DBB87E47-1C85-4019-81C5-CF5BBBEF54B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8E49A1-D77B-45C3-9556-B6020B4F2F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6CC59DF-505F-44BE-A966-28D32E8B711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BA1CD1E-3999-4A4D-B21E-781C4DC428C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8C93A5-E521-4BB3-937C-E61DCCB955BB}"/>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5468C9-336C-4D1D-B9E1-18F7EC98BD42}"/>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54B7CF5-11F6-416B-91E5-FC3A132CF62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4D77718-9D7C-411F-A1A9-5BDFEF1885BC}"/>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06FD42-A7DB-46DF-8AAC-3BCB2CAA791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89FFFB7-D759-48BE-B967-C358B988C553}"/>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2D6BE6E-EA88-4988-AAC0-D25B66BBA9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EA53685-D3B1-4CD9-9DF8-7780BB32493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25061034-43D6-4814-895A-6D048C5F55FE}"/>
              </a:ext>
            </a:extLst>
          </p:cNvPr>
          <p:cNvGrpSpPr/>
          <p:nvPr/>
        </p:nvGrpSpPr>
        <p:grpSpPr>
          <a:xfrm>
            <a:off x="-994" y="6871034"/>
            <a:ext cx="9144000" cy="143299"/>
            <a:chOff x="-1325" y="6871033"/>
            <a:chExt cx="12192000" cy="143299"/>
          </a:xfrm>
        </p:grpSpPr>
        <p:sp>
          <p:nvSpPr>
            <p:cNvPr id="88" name="Rectangle 87">
              <a:extLst>
                <a:ext uri="{FF2B5EF4-FFF2-40B4-BE49-F238E27FC236}">
                  <a16:creationId xmlns:a16="http://schemas.microsoft.com/office/drawing/2014/main" id="{DCB14D5E-9792-4CE3-BD9C-FF75A24AFAE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89" name="Rectangle 88">
              <a:extLst>
                <a:ext uri="{FF2B5EF4-FFF2-40B4-BE49-F238E27FC236}">
                  <a16:creationId xmlns:a16="http://schemas.microsoft.com/office/drawing/2014/main" id="{29BBDE38-A88B-4DE4-83C9-D1C30C7F366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0" name="Rectangle 89">
            <a:extLst>
              <a:ext uri="{FF2B5EF4-FFF2-40B4-BE49-F238E27FC236}">
                <a16:creationId xmlns:a16="http://schemas.microsoft.com/office/drawing/2014/main" id="{A2AC1B44-487E-42F8-AD26-B41D6DCC03C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6" name="Rectangle 65">
            <a:extLst>
              <a:ext uri="{FF2B5EF4-FFF2-40B4-BE49-F238E27FC236}">
                <a16:creationId xmlns:a16="http://schemas.microsoft.com/office/drawing/2014/main" id="{0297C9D0-BCD0-44CB-AC47-5FBA2D59BC4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7" name="Group 66">
            <a:extLst>
              <a:ext uri="{FF2B5EF4-FFF2-40B4-BE49-F238E27FC236}">
                <a16:creationId xmlns:a16="http://schemas.microsoft.com/office/drawing/2014/main" id="{510E3827-127A-4825-960C-1B5D243AAEB3}"/>
              </a:ext>
            </a:extLst>
          </p:cNvPr>
          <p:cNvGrpSpPr/>
          <p:nvPr/>
        </p:nvGrpSpPr>
        <p:grpSpPr>
          <a:xfrm>
            <a:off x="9192986" y="1051487"/>
            <a:ext cx="954405" cy="3085386"/>
            <a:chOff x="12257314" y="1051487"/>
            <a:chExt cx="1272540" cy="3085386"/>
          </a:xfrm>
        </p:grpSpPr>
        <p:sp>
          <p:nvSpPr>
            <p:cNvPr id="68" name="Rectangle 67">
              <a:extLst>
                <a:ext uri="{FF2B5EF4-FFF2-40B4-BE49-F238E27FC236}">
                  <a16:creationId xmlns:a16="http://schemas.microsoft.com/office/drawing/2014/main" id="{C70EEEEA-F723-4CEB-AD92-EB70A4A8247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69" name="TextBox 68">
              <a:extLst>
                <a:ext uri="{FF2B5EF4-FFF2-40B4-BE49-F238E27FC236}">
                  <a16:creationId xmlns:a16="http://schemas.microsoft.com/office/drawing/2014/main" id="{71E7E9EB-73B1-4CB3-AFAB-90642BDFA4E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0" name="Freeform: Shape 69">
              <a:extLst>
                <a:ext uri="{FF2B5EF4-FFF2-40B4-BE49-F238E27FC236}">
                  <a16:creationId xmlns:a16="http://schemas.microsoft.com/office/drawing/2014/main" id="{95453F72-3D9E-4513-BA9A-991BD9D0153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TextBox 124">
              <a:extLst>
                <a:ext uri="{FF2B5EF4-FFF2-40B4-BE49-F238E27FC236}">
                  <a16:creationId xmlns:a16="http://schemas.microsoft.com/office/drawing/2014/main" id="{888FAA3C-B2D2-4BF1-8DFA-DB26B9094A5B}"/>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6" name="Freeform: Shape 125">
              <a:extLst>
                <a:ext uri="{FF2B5EF4-FFF2-40B4-BE49-F238E27FC236}">
                  <a16:creationId xmlns:a16="http://schemas.microsoft.com/office/drawing/2014/main" id="{453173D5-5B01-43C4-A1B7-A11B66DC6E2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7" name="Freeform: Shape 126">
              <a:extLst>
                <a:ext uri="{FF2B5EF4-FFF2-40B4-BE49-F238E27FC236}">
                  <a16:creationId xmlns:a16="http://schemas.microsoft.com/office/drawing/2014/main" id="{494AE2AC-956F-42C7-B9CD-33D6C3FFB94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TextBox 127">
              <a:extLst>
                <a:ext uri="{FF2B5EF4-FFF2-40B4-BE49-F238E27FC236}">
                  <a16:creationId xmlns:a16="http://schemas.microsoft.com/office/drawing/2014/main" id="{E16440AB-0342-44FB-B9D8-8900CDE6D1E4}"/>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29" name="Picture 128">
              <a:extLst>
                <a:ext uri="{FF2B5EF4-FFF2-40B4-BE49-F238E27FC236}">
                  <a16:creationId xmlns:a16="http://schemas.microsoft.com/office/drawing/2014/main" id="{060F8DDD-E0AB-4C62-A873-B8A380D556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0" name="Rectangle 129">
              <a:extLst>
                <a:ext uri="{FF2B5EF4-FFF2-40B4-BE49-F238E27FC236}">
                  <a16:creationId xmlns:a16="http://schemas.microsoft.com/office/drawing/2014/main" id="{28C2DBDC-B004-48A0-8DBE-7C2CE99CC06F}"/>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1" name="Rectangle 130">
              <a:extLst>
                <a:ext uri="{FF2B5EF4-FFF2-40B4-BE49-F238E27FC236}">
                  <a16:creationId xmlns:a16="http://schemas.microsoft.com/office/drawing/2014/main" id="{A6FB9589-26A1-4B96-BB53-E76006A2CF3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2" name="Rectangle 131">
              <a:extLst>
                <a:ext uri="{FF2B5EF4-FFF2-40B4-BE49-F238E27FC236}">
                  <a16:creationId xmlns:a16="http://schemas.microsoft.com/office/drawing/2014/main" id="{D987A984-CA4B-4FAD-A192-60298D6F66DC}"/>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E2A21E2F-AC74-46A5-A8B2-ED280F5A0924}"/>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4" name="Group 133">
              <a:extLst>
                <a:ext uri="{FF2B5EF4-FFF2-40B4-BE49-F238E27FC236}">
                  <a16:creationId xmlns:a16="http://schemas.microsoft.com/office/drawing/2014/main" id="{C991D2D1-37BD-4DB5-8C15-E509488FD147}"/>
                </a:ext>
              </a:extLst>
            </p:cNvPr>
            <p:cNvGrpSpPr/>
            <p:nvPr/>
          </p:nvGrpSpPr>
          <p:grpSpPr>
            <a:xfrm>
              <a:off x="12364752" y="2345932"/>
              <a:ext cx="1055431" cy="88186"/>
              <a:chOff x="914335" y="6913770"/>
              <a:chExt cx="1109884" cy="100584"/>
            </a:xfrm>
            <a:noFill/>
          </p:grpSpPr>
          <p:sp>
            <p:nvSpPr>
              <p:cNvPr id="145" name="Rectangle 144">
                <a:extLst>
                  <a:ext uri="{FF2B5EF4-FFF2-40B4-BE49-F238E27FC236}">
                    <a16:creationId xmlns:a16="http://schemas.microsoft.com/office/drawing/2014/main" id="{6F86FE8A-D0F3-4FB1-A530-438ADB2AF07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6" name="Rectangle 145">
                <a:extLst>
                  <a:ext uri="{FF2B5EF4-FFF2-40B4-BE49-F238E27FC236}">
                    <a16:creationId xmlns:a16="http://schemas.microsoft.com/office/drawing/2014/main" id="{FD46E44C-6113-4275-AA96-3D95006864A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7" name="Rectangle 146">
                <a:extLst>
                  <a:ext uri="{FF2B5EF4-FFF2-40B4-BE49-F238E27FC236}">
                    <a16:creationId xmlns:a16="http://schemas.microsoft.com/office/drawing/2014/main" id="{1E3BB438-AA01-451D-94A9-5498B89060F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8" name="Rectangle 147">
                <a:extLst>
                  <a:ext uri="{FF2B5EF4-FFF2-40B4-BE49-F238E27FC236}">
                    <a16:creationId xmlns:a16="http://schemas.microsoft.com/office/drawing/2014/main" id="{79B99A97-B69B-46F7-BCE8-84B3E99244B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49" name="Rectangle 148">
                <a:extLst>
                  <a:ext uri="{FF2B5EF4-FFF2-40B4-BE49-F238E27FC236}">
                    <a16:creationId xmlns:a16="http://schemas.microsoft.com/office/drawing/2014/main" id="{29455D27-8897-459E-8721-0DDA7823B55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0" name="Rectangle 149">
                <a:extLst>
                  <a:ext uri="{FF2B5EF4-FFF2-40B4-BE49-F238E27FC236}">
                    <a16:creationId xmlns:a16="http://schemas.microsoft.com/office/drawing/2014/main" id="{87FADDB2-5C72-4901-8998-E973D33AEE90}"/>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1" name="Rectangle 150">
                <a:extLst>
                  <a:ext uri="{FF2B5EF4-FFF2-40B4-BE49-F238E27FC236}">
                    <a16:creationId xmlns:a16="http://schemas.microsoft.com/office/drawing/2014/main" id="{9523858B-646D-4E18-A740-82E192BDB5D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2" name="Rectangle 151">
                <a:extLst>
                  <a:ext uri="{FF2B5EF4-FFF2-40B4-BE49-F238E27FC236}">
                    <a16:creationId xmlns:a16="http://schemas.microsoft.com/office/drawing/2014/main" id="{BB123319-FC29-4C57-B255-F46BD2FAF26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3" name="Rectangle 152">
                <a:extLst>
                  <a:ext uri="{FF2B5EF4-FFF2-40B4-BE49-F238E27FC236}">
                    <a16:creationId xmlns:a16="http://schemas.microsoft.com/office/drawing/2014/main" id="{4CA01E45-8A22-420C-A847-D454B168C865}"/>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4" name="Rectangle 153">
                <a:extLst>
                  <a:ext uri="{FF2B5EF4-FFF2-40B4-BE49-F238E27FC236}">
                    <a16:creationId xmlns:a16="http://schemas.microsoft.com/office/drawing/2014/main" id="{963634B5-AAC3-44B5-B0D3-628E57C9FD6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5" name="Graphic 134" descr="Close with solid fill">
              <a:extLst>
                <a:ext uri="{FF2B5EF4-FFF2-40B4-BE49-F238E27FC236}">
                  <a16:creationId xmlns:a16="http://schemas.microsoft.com/office/drawing/2014/main" id="{8D2279F7-0C9C-4E51-9FB4-5E6623AD1C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36" name="Graphic 135" descr="Close with solid fill">
              <a:extLst>
                <a:ext uri="{FF2B5EF4-FFF2-40B4-BE49-F238E27FC236}">
                  <a16:creationId xmlns:a16="http://schemas.microsoft.com/office/drawing/2014/main" id="{0C31225C-1ADB-4355-99BB-904BB6A51D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37" name="Graphic 136" descr="Close with solid fill">
              <a:extLst>
                <a:ext uri="{FF2B5EF4-FFF2-40B4-BE49-F238E27FC236}">
                  <a16:creationId xmlns:a16="http://schemas.microsoft.com/office/drawing/2014/main" id="{44579A1A-1733-4E11-B026-998B84CA12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38" name="Graphic 137" descr="Close with solid fill">
              <a:extLst>
                <a:ext uri="{FF2B5EF4-FFF2-40B4-BE49-F238E27FC236}">
                  <a16:creationId xmlns:a16="http://schemas.microsoft.com/office/drawing/2014/main" id="{ADA88A87-03D6-4584-8836-B230DC60AB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39" name="Graphic 138" descr="Close with solid fill">
              <a:extLst>
                <a:ext uri="{FF2B5EF4-FFF2-40B4-BE49-F238E27FC236}">
                  <a16:creationId xmlns:a16="http://schemas.microsoft.com/office/drawing/2014/main" id="{AE3F76C9-0210-42C4-B398-C5E011481E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40" name="Graphic 139" descr="Close with solid fill">
              <a:extLst>
                <a:ext uri="{FF2B5EF4-FFF2-40B4-BE49-F238E27FC236}">
                  <a16:creationId xmlns:a16="http://schemas.microsoft.com/office/drawing/2014/main" id="{03E12753-F9F3-45F7-BBF6-98126B643E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41" name="Graphic 140" descr="Close with solid fill">
              <a:extLst>
                <a:ext uri="{FF2B5EF4-FFF2-40B4-BE49-F238E27FC236}">
                  <a16:creationId xmlns:a16="http://schemas.microsoft.com/office/drawing/2014/main" id="{21FACDFF-5BE9-4FDB-AD4E-80529CBCF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42" name="Graphic 141" descr="Close with solid fill">
              <a:extLst>
                <a:ext uri="{FF2B5EF4-FFF2-40B4-BE49-F238E27FC236}">
                  <a16:creationId xmlns:a16="http://schemas.microsoft.com/office/drawing/2014/main" id="{4CF35E32-76F3-4C85-BDBB-4421C6776E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43" name="Graphic 142" descr="Close with solid fill">
              <a:extLst>
                <a:ext uri="{FF2B5EF4-FFF2-40B4-BE49-F238E27FC236}">
                  <a16:creationId xmlns:a16="http://schemas.microsoft.com/office/drawing/2014/main" id="{05239F2F-1535-4B76-B809-47DFDD07DA5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44" name="Graphic 143" descr="Close with solid fill">
              <a:extLst>
                <a:ext uri="{FF2B5EF4-FFF2-40B4-BE49-F238E27FC236}">
                  <a16:creationId xmlns:a16="http://schemas.microsoft.com/office/drawing/2014/main" id="{18B9E725-ACCF-439F-B592-2C4DCD3A87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92" name="SPG Commodity Insights Red White Small">
            <a:extLst>
              <a:ext uri="{FF2B5EF4-FFF2-40B4-BE49-F238E27FC236}">
                <a16:creationId xmlns:a16="http://schemas.microsoft.com/office/drawing/2014/main" id="{C74394C8-9C9A-4290-8639-76FCE67CCF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4140544798"/>
      </p:ext>
    </p:extLst>
  </p:cSld>
  <p:clrMapOvr>
    <a:overrideClrMapping bg1="dk1" tx1="lt1" bg2="dk2" tx2="lt2" accent1="accent1" accent2="accent2" accent3="accent3" accent4="accent4" accent5="accent5" accent6="accent6" hlink="hlink" folHlink="folHlink"/>
  </p:clrMapOvr>
  <p:hf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FFC5683F-73CD-4288-B18D-5283064A4C0E}"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180" cy="402336"/>
          </a:xfrm>
        </p:spPr>
        <p:txBody>
          <a:bodyPr/>
          <a:lstStyle/>
          <a:p>
            <a:r>
              <a:rPr lang="en-US"/>
              <a:t>[Headline]</a:t>
            </a:r>
          </a:p>
        </p:txBody>
      </p:sp>
      <p:cxnSp>
        <p:nvCxnSpPr>
          <p:cNvPr id="13" name="Straight Connector 12">
            <a:extLst>
              <a:ext uri="{FF2B5EF4-FFF2-40B4-BE49-F238E27FC236}">
                <a16:creationId xmlns:a16="http://schemas.microsoft.com/office/drawing/2014/main" id="{E2B33203-91A6-4922-866A-9512AB1994C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600078-6923-4E76-A031-9A136210DC7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120EED7-676D-4E71-9B26-36360D4AAA94}"/>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89660DCA-5654-4FF6-9E58-703676E163C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Tree>
    <p:extLst>
      <p:ext uri="{BB962C8B-B14F-4D97-AF65-F5344CB8AC3E}">
        <p14:creationId xmlns:p14="http://schemas.microsoft.com/office/powerpoint/2010/main" val="3165404450"/>
      </p:ext>
    </p:extLst>
  </p:cSld>
  <p:clrMapOvr>
    <a:overrideClrMapping bg1="lt1" tx1="dk1" bg2="lt2" tx2="dk2" accent1="accent1" accent2="accent2" accent3="accent3" accent4="accent4" accent5="accent5" accent6="accent6" hlink="hlink" folHlink="folHlink"/>
  </p:clrMapOvr>
  <p:hf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0CCAE01-59DC-4E88-921F-BE5E9D9EB4FB}"/>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BD76DF5-41AA-496E-AD7A-32322B736E9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EE3360EA-5FA6-4D08-9718-F1BF67A6AD8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8F89F633-8F0A-4463-94A9-D54366C94E8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B05127F-839A-4F66-86C2-D800184D100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F77EA60-4120-4924-A485-FA03B46FCCC3}"/>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7EFF73C-4D7F-43FB-84FE-B1473BBA8C2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56D527E-7050-4614-BA55-88F48FDC4AF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CFC66347-E73B-493C-B928-B6BE1E675437}"/>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3D9D576-7829-4468-8DE6-C38299223D6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49D99A-5D11-43C1-90E6-9FE97FC1ED8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CB601F2-7B85-435F-BB06-36317A2C9EA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2B95BE-1474-4867-852C-47DCA74C6366}"/>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21C0D12-E9BD-451A-B9EC-6554EDF2FE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F7B9D41-9CEF-4F78-A5DB-F9F9C8636C75}"/>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EA5AF599-DAF4-488A-B747-AF4312CBE34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2" name="Title 1">
            <a:extLst>
              <a:ext uri="{FF2B5EF4-FFF2-40B4-BE49-F238E27FC236}">
                <a16:creationId xmlns:a16="http://schemas.microsoft.com/office/drawing/2014/main" id="{B3AAFD20-A15B-4A93-9447-65969ACB32EB}"/>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09A8B49A-889B-4A3E-9EF2-CBEB09152E4D}"/>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68FE3A5A-F8EE-4F91-82BA-79DDB2E057D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483E81-87D1-4D03-B83D-B596FE544F2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9D6D768-6506-4EF7-A74E-1E5BDEB67863}"/>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44A5A426-D0E5-4F75-933B-61F9FD642CE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EDA9AB74-C540-4FBB-92AD-C6F948ED2F82}"/>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B4A642CD-E837-4841-B3AC-730FA6F9A26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0F7ABF8A-5E41-484F-87C8-6AA11BD4FCD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B50D30E-021E-4F9A-9577-883CBDE389E0}"/>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6754433-1F0E-404A-AD88-DCB10D23766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C9244C70-215F-4F8E-AE58-256A7580B477}"/>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E2BA885-F367-4431-890E-C17203431A25}"/>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DBDE51A7-D85C-4504-84CE-D89B06F042D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B09D9DAB-39E4-4C71-947E-9F5E9D271A5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C078F8B6-1D4E-4B65-88E4-4642BA1B1AA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29322ACD-563F-47B0-BFF5-F9438ECFA396}"/>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F0EA45D4-B7FB-4A58-9739-77A77C5FAB6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920C5DDE-7DBC-4AFF-8943-F99A3815F94C}"/>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FDDB24A8-E3B4-4344-B5FB-63223B28D0F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B305AC3C-E5D5-4243-BF8B-8FDC3D86646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41CD2842-B43C-4E64-B84B-5F5A147F9B6F}"/>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FE5F16B3-2535-40CD-B74C-C0E53BFC3D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DBF89313-228E-473B-BEA0-8665ABCF5EC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174A8482-0540-461F-9571-2062BDF3E330}"/>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4937793B-6924-4642-9990-3CB721E5E98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828A350E-6A8B-422A-BA42-78DB87FD17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D6A99137-27FB-4892-89AF-959056D6AF0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BCB3F922-4F4B-4D8C-B4A2-0FAD2314B2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7ED8D7A1-2F06-4258-8DB2-18216B6E327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0B9D59CA-6F1E-4568-BCF0-8EFD342FCD2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9A715CD3-04D9-4C40-922E-D2377012EB8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8D42AD0F-4048-4ACC-9791-BF3D257942D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4558E6B7-6E50-400B-90FC-F0DD3F01893A}"/>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041357B8-CCC9-4A65-856D-D4C71997B77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94689AE3-3181-4FFC-A6AF-0383FC6E28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2A812D76-EC0E-4190-AB82-EFCCC43C90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809F1796-2844-4A26-B32D-7E16ACC5C3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3EA69EA2-4F0E-4771-A963-2E9E4FE11D9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0BFFEDDD-38F6-4B12-AEF0-41EAACCE17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E5F2301C-8A20-4F32-857F-F3F395F789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24A10FC8-967F-47BD-B6F1-A156518C4A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DAA5347F-DC4E-425C-A5CA-322AA37B9F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AAB34BA6-D8E1-45E0-B2ED-337163FF4A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B670BC10-F70D-429C-A715-42AD2FBAD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8" name="SPG Commodity Insights White Small">
            <a:extLst>
              <a:ext uri="{FF2B5EF4-FFF2-40B4-BE49-F238E27FC236}">
                <a16:creationId xmlns:a16="http://schemas.microsoft.com/office/drawing/2014/main" id="{9A3F9BDF-9B2C-455B-919D-F638032C52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663907106"/>
      </p:ext>
    </p:extLst>
  </p:cSld>
  <p:clrMapOvr>
    <a:overrideClrMapping bg1="dk1" tx1="lt1" bg2="dk2" tx2="lt2" accent1="accent1" accent2="accent2" accent3="accent3" accent4="accent4" accent5="accent5" accent6="accent6" hlink="hlink" folHlink="folHlink"/>
  </p:clrMapOvr>
  <p:hf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76289ED-5297-4B40-8A7D-2AF1FD9D8982}"/>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14933C35-8FB7-4792-A546-9B624E51758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BDA9D6CB-6B55-4666-A248-8F48F4E4B9D7}"/>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9D806C6E-553C-41D0-9D8B-3FAB01CCDB3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EF4A1F6-37A8-4B3A-B701-1DB303B530A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BAF6428-B544-4B1A-9B4E-B3228C12D724}"/>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CBE92EA-2E06-48AE-BE3D-899F8C358059}"/>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379289E-9F5B-474E-9823-1846DBA30BDE}"/>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1D058AB-B84D-45A7-BC1C-5F86C0DC1B4D}"/>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CA609629-0E68-4142-8D3A-A8CBCE218A5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089B6F-C903-4B4B-B22E-B56A23C6B33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7200BF-34D6-4C70-82BB-DE21C9BFABE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4FE2A4-8751-44F2-90C8-8E70E4611F1E}"/>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DFD487B-56F4-48EC-98BB-2DF393B374DF}"/>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D8DFF91-8285-49D4-B144-DC3528A06E42}"/>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26986B1-8E07-4822-A2D4-3DA23FF7E269}"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2" name="Title 1">
            <a:extLst>
              <a:ext uri="{FF2B5EF4-FFF2-40B4-BE49-F238E27FC236}">
                <a16:creationId xmlns:a16="http://schemas.microsoft.com/office/drawing/2014/main" id="{6651F310-4473-492A-8646-71B135833BB8}"/>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41399F9B-1E1A-49D1-A8A2-8A8C029F9DA0}"/>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3CCF4DD8-9D93-479A-BEE6-CDEDE668D79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1F34B2-BC24-46A8-93BC-F4F95FE89ED5}"/>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8A315E0-6708-4324-B051-6101E838E9B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69FC3DA2-C873-4C85-8A4C-55C762CB52B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272ECFE0-AA29-44E0-B78C-31603FA5C245}"/>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F0F70B8-F60C-4007-B731-B9A5D7B0EAB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018BCF-2E0C-4722-BC3B-6D150AF2B010}"/>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A5A77783-0DC1-41E5-A5E2-857F79AB477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A35FFAB8-E1D2-498F-A755-FAFD34D989B8}"/>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FD7E9518-F330-4C5E-8460-EB44A39095F2}"/>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AC6831B8-F288-499B-8848-7D97804A841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B8698CE5-6336-45F4-B645-706CFDF54E98}"/>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765757BE-A972-4929-BD53-61956A64E9E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A6992559-8EC0-4C53-B88E-8BA45734CC7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3F33F490-8CAD-42F3-BBBE-E86F9A521FF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C99AB6F7-2946-4E7D-8A42-DB059E06DBB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937482F5-77B2-443A-89C5-EAF55DD8544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61143E3F-86AE-4E13-B8EA-F219B4E176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EA768CD6-011E-4C4F-9434-E4B16D88BFE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B122D149-DD80-408D-95C6-AE87FB0F358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E75EC1F7-FA2F-4A12-9445-47E68FBCD1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3EE81256-556B-4774-9F67-79A3835C3CF2}"/>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89E8B432-6AE5-4631-AA4B-866BAC589107}"/>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D9395D4A-E53A-452D-919A-92B10159539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58D0FD11-853A-43B3-AAA1-29F1C8641D5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9846DDDE-EE7E-448B-B821-61968322CD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692FF33-425E-422C-B5AE-520F2F52CF4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5E9D8C32-5DAD-482C-B778-1A98276C582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D2DF2E17-9F90-40DB-BA30-972014620CF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8623FAC2-3BF3-481C-91D7-891AAD922DA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18E72956-5827-4177-8A1F-06C8F75252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B8B1EBC-1BB5-4F02-B89A-571DDE687D2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41C15DF4-BB39-4DDA-B291-1D25AEF4A96E}"/>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9532E042-934A-47CC-A6A8-CE8ABD8B9E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906E3CA1-927C-4C36-AF0B-B50CA9D868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25D31776-1DEF-4706-8B33-40F4658A31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2D0578BC-2454-443D-ADD5-DD80CA4C33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5F4FD564-71C1-4B9E-86C2-F5169172E5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63977EC0-E843-45B4-B898-743BC3CA93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3A8E0FB0-90D9-4DFC-90E6-85EFA5817E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F7DF3498-3B50-4B23-B23A-2C47C49BAD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FB73A2E0-B42E-4C83-A8EB-C23B326FD5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71AC6924-89E3-4DA7-BC00-7F1E5D8520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White Small">
            <a:extLst>
              <a:ext uri="{FF2B5EF4-FFF2-40B4-BE49-F238E27FC236}">
                <a16:creationId xmlns:a16="http://schemas.microsoft.com/office/drawing/2014/main" id="{033B8F3E-65F6-44F1-88AD-63E9673ECC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556350074"/>
      </p:ext>
    </p:extLst>
  </p:cSld>
  <p:clrMapOvr>
    <a:overrideClrMapping bg1="dk1" tx1="lt1" bg2="dk2" tx2="lt2" accent1="accent1" accent2="accent2" accent3="accent3" accent4="accent4" accent5="accent5" accent6="accent6" hlink="hlink" folHlink="folHlink"/>
  </p:clrMapOvr>
  <p:hf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Statement 5">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18EF48A9-D409-4CD2-B12F-CD0E3467DB33}"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2" name="Title 1">
            <a:extLst>
              <a:ext uri="{FF2B5EF4-FFF2-40B4-BE49-F238E27FC236}">
                <a16:creationId xmlns:a16="http://schemas.microsoft.com/office/drawing/2014/main" id="{08BF8C1C-6553-43E5-9AD8-C06D5DDCE690}"/>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81460202-F953-41C0-950B-F5D53280F7F2}"/>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grpSp>
        <p:nvGrpSpPr>
          <p:cNvPr id="15" name="Group 14">
            <a:extLst>
              <a:ext uri="{FF2B5EF4-FFF2-40B4-BE49-F238E27FC236}">
                <a16:creationId xmlns:a16="http://schemas.microsoft.com/office/drawing/2014/main" id="{6C6F5A30-072E-41F9-B5B4-35C55EF64A72}"/>
              </a:ext>
            </a:extLst>
          </p:cNvPr>
          <p:cNvGrpSpPr/>
          <p:nvPr/>
        </p:nvGrpSpPr>
        <p:grpSpPr>
          <a:xfrm>
            <a:off x="-97614" y="647701"/>
            <a:ext cx="97614" cy="5046663"/>
            <a:chOff x="-130152" y="647700"/>
            <a:chExt cx="130152" cy="5046663"/>
          </a:xfrm>
        </p:grpSpPr>
        <p:cxnSp>
          <p:nvCxnSpPr>
            <p:cNvPr id="16" name="Straight Connector 15">
              <a:extLst>
                <a:ext uri="{FF2B5EF4-FFF2-40B4-BE49-F238E27FC236}">
                  <a16:creationId xmlns:a16="http://schemas.microsoft.com/office/drawing/2014/main" id="{1F6B153C-357E-4E48-83C6-7D0EF7BB218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0218739-5378-4A9E-AEC9-084FFA23A1F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002770-FC2F-4924-852E-DA6EE2C99C84}"/>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DEEC14B-8A71-4818-8A05-545CEFD68CE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EA7E54-9B9A-408A-AB31-E34E722A414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423015-BF1B-456F-A9EF-BE79B22823FA}"/>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06BD24F0-D264-4E9C-889E-8B4273E0BD8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DF3B670-A160-4DA9-A8BA-6A4B5C2A918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A4EA6C0F-7D77-4EEC-82B3-1412F2CE6BD5}"/>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1FF9CB83-7E2F-43F7-8BC7-FD66B434B01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19405582-004E-4419-A097-10D11706A26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TextBox 61">
            <a:extLst>
              <a:ext uri="{FF2B5EF4-FFF2-40B4-BE49-F238E27FC236}">
                <a16:creationId xmlns:a16="http://schemas.microsoft.com/office/drawing/2014/main" id="{9CBBD714-A8EA-4961-8C2C-E63E43B1C0C8}"/>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6" name="Rectangle 55">
            <a:extLst>
              <a:ext uri="{FF2B5EF4-FFF2-40B4-BE49-F238E27FC236}">
                <a16:creationId xmlns:a16="http://schemas.microsoft.com/office/drawing/2014/main" id="{87DCE17B-8B18-42F2-A4B4-B6B83A50F45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3E3E4456-D8CB-4655-A604-A5531030D7B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FE95FED7-6851-4CFC-95C7-6FA3592C7BF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8" name="TextBox 97">
              <a:extLst>
                <a:ext uri="{FF2B5EF4-FFF2-40B4-BE49-F238E27FC236}">
                  <a16:creationId xmlns:a16="http://schemas.microsoft.com/office/drawing/2014/main" id="{9DEA6500-498D-4AEE-87CC-7EE4CBBBD20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9" name="Freeform: Shape 98">
              <a:extLst>
                <a:ext uri="{FF2B5EF4-FFF2-40B4-BE49-F238E27FC236}">
                  <a16:creationId xmlns:a16="http://schemas.microsoft.com/office/drawing/2014/main" id="{A0FBFD20-3C9B-4E70-B583-78C85DF4365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TextBox 99">
              <a:extLst>
                <a:ext uri="{FF2B5EF4-FFF2-40B4-BE49-F238E27FC236}">
                  <a16:creationId xmlns:a16="http://schemas.microsoft.com/office/drawing/2014/main" id="{41DA9AAA-5FED-4332-878A-B9C84E5C253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1" name="Freeform: Shape 100">
              <a:extLst>
                <a:ext uri="{FF2B5EF4-FFF2-40B4-BE49-F238E27FC236}">
                  <a16:creationId xmlns:a16="http://schemas.microsoft.com/office/drawing/2014/main" id="{19B6BE9A-1012-4881-AF55-6CCED55F5DB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Freeform: Shape 101">
              <a:extLst>
                <a:ext uri="{FF2B5EF4-FFF2-40B4-BE49-F238E27FC236}">
                  <a16:creationId xmlns:a16="http://schemas.microsoft.com/office/drawing/2014/main" id="{D9F2B17B-4718-4053-B2B1-689E32B3A37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3" name="TextBox 102">
              <a:extLst>
                <a:ext uri="{FF2B5EF4-FFF2-40B4-BE49-F238E27FC236}">
                  <a16:creationId xmlns:a16="http://schemas.microsoft.com/office/drawing/2014/main" id="{63D7AD67-9155-4E18-ADBD-5FB3F1C54AF6}"/>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4" name="Picture 103">
              <a:extLst>
                <a:ext uri="{FF2B5EF4-FFF2-40B4-BE49-F238E27FC236}">
                  <a16:creationId xmlns:a16="http://schemas.microsoft.com/office/drawing/2014/main" id="{246626FB-5306-476C-B12D-F60434C9873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5" name="Rectangle 104">
              <a:extLst>
                <a:ext uri="{FF2B5EF4-FFF2-40B4-BE49-F238E27FC236}">
                  <a16:creationId xmlns:a16="http://schemas.microsoft.com/office/drawing/2014/main" id="{4D055EDD-4867-4FEF-BCF3-78D7B05E267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6" name="Rectangle 105">
              <a:extLst>
                <a:ext uri="{FF2B5EF4-FFF2-40B4-BE49-F238E27FC236}">
                  <a16:creationId xmlns:a16="http://schemas.microsoft.com/office/drawing/2014/main" id="{8D309420-D2CC-4F2A-A1FB-3D8803A0E35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47C4773-C89A-4F61-B45E-15665B12CE0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8" name="Rectangle 107">
              <a:extLst>
                <a:ext uri="{FF2B5EF4-FFF2-40B4-BE49-F238E27FC236}">
                  <a16:creationId xmlns:a16="http://schemas.microsoft.com/office/drawing/2014/main" id="{09C3FB76-23C5-4146-BCDD-AF453D9CA18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9" name="Group 108">
              <a:extLst>
                <a:ext uri="{FF2B5EF4-FFF2-40B4-BE49-F238E27FC236}">
                  <a16:creationId xmlns:a16="http://schemas.microsoft.com/office/drawing/2014/main" id="{47BF5F82-CCD9-4778-BB03-8063DB283A88}"/>
                </a:ext>
              </a:extLst>
            </p:cNvPr>
            <p:cNvGrpSpPr/>
            <p:nvPr/>
          </p:nvGrpSpPr>
          <p:grpSpPr>
            <a:xfrm>
              <a:off x="12364752" y="2345932"/>
              <a:ext cx="1055431" cy="88186"/>
              <a:chOff x="914335" y="6913770"/>
              <a:chExt cx="1109884" cy="100584"/>
            </a:xfrm>
            <a:noFill/>
          </p:grpSpPr>
          <p:sp>
            <p:nvSpPr>
              <p:cNvPr id="120" name="Rectangle 119">
                <a:extLst>
                  <a:ext uri="{FF2B5EF4-FFF2-40B4-BE49-F238E27FC236}">
                    <a16:creationId xmlns:a16="http://schemas.microsoft.com/office/drawing/2014/main" id="{C0F17B18-2434-4BE4-91A8-78F28A0D076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1" name="Rectangle 120">
                <a:extLst>
                  <a:ext uri="{FF2B5EF4-FFF2-40B4-BE49-F238E27FC236}">
                    <a16:creationId xmlns:a16="http://schemas.microsoft.com/office/drawing/2014/main" id="{6C8CB6E6-9282-46FB-B663-1D5605977F8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2" name="Rectangle 121">
                <a:extLst>
                  <a:ext uri="{FF2B5EF4-FFF2-40B4-BE49-F238E27FC236}">
                    <a16:creationId xmlns:a16="http://schemas.microsoft.com/office/drawing/2014/main" id="{69C6F6CF-732E-478E-9F1B-AEABE6AE87B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3" name="Rectangle 122">
                <a:extLst>
                  <a:ext uri="{FF2B5EF4-FFF2-40B4-BE49-F238E27FC236}">
                    <a16:creationId xmlns:a16="http://schemas.microsoft.com/office/drawing/2014/main" id="{D4096C5A-F816-4948-9C1B-0EFC6AAB9D7E}"/>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4" name="Rectangle 123">
                <a:extLst>
                  <a:ext uri="{FF2B5EF4-FFF2-40B4-BE49-F238E27FC236}">
                    <a16:creationId xmlns:a16="http://schemas.microsoft.com/office/drawing/2014/main" id="{473A6253-8FE1-4584-B969-F915CCBDB642}"/>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5" name="Rectangle 124">
                <a:extLst>
                  <a:ext uri="{FF2B5EF4-FFF2-40B4-BE49-F238E27FC236}">
                    <a16:creationId xmlns:a16="http://schemas.microsoft.com/office/drawing/2014/main" id="{A43250C0-4FB6-437A-9677-64C470BFF2D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6" name="Rectangle 125">
                <a:extLst>
                  <a:ext uri="{FF2B5EF4-FFF2-40B4-BE49-F238E27FC236}">
                    <a16:creationId xmlns:a16="http://schemas.microsoft.com/office/drawing/2014/main" id="{A7EAA12B-BDE5-441B-9CD4-799CE8DA45F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7" name="Rectangle 126">
                <a:extLst>
                  <a:ext uri="{FF2B5EF4-FFF2-40B4-BE49-F238E27FC236}">
                    <a16:creationId xmlns:a16="http://schemas.microsoft.com/office/drawing/2014/main" id="{FEDA3910-F0F2-4261-851F-ABAF24EFFCDE}"/>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8" name="Rectangle 127">
                <a:extLst>
                  <a:ext uri="{FF2B5EF4-FFF2-40B4-BE49-F238E27FC236}">
                    <a16:creationId xmlns:a16="http://schemas.microsoft.com/office/drawing/2014/main" id="{36F6D8CF-F8B0-43D5-9A3A-2A156E1245A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9" name="Rectangle 128">
                <a:extLst>
                  <a:ext uri="{FF2B5EF4-FFF2-40B4-BE49-F238E27FC236}">
                    <a16:creationId xmlns:a16="http://schemas.microsoft.com/office/drawing/2014/main" id="{07050D47-FB60-405E-93AD-AAA68AFAA10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10" name="Graphic 109" descr="Close with solid fill">
              <a:extLst>
                <a:ext uri="{FF2B5EF4-FFF2-40B4-BE49-F238E27FC236}">
                  <a16:creationId xmlns:a16="http://schemas.microsoft.com/office/drawing/2014/main" id="{CE97C73C-2D7B-4F30-96C5-CBE7625760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1" name="Graphic 110" descr="Close with solid fill">
              <a:extLst>
                <a:ext uri="{FF2B5EF4-FFF2-40B4-BE49-F238E27FC236}">
                  <a16:creationId xmlns:a16="http://schemas.microsoft.com/office/drawing/2014/main" id="{7D696A83-DCBA-450A-8CC3-C871CFD801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2" name="Graphic 111" descr="Close with solid fill">
              <a:extLst>
                <a:ext uri="{FF2B5EF4-FFF2-40B4-BE49-F238E27FC236}">
                  <a16:creationId xmlns:a16="http://schemas.microsoft.com/office/drawing/2014/main" id="{C37A2E90-238C-45E7-8499-B57E600165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3" name="Graphic 112" descr="Close with solid fill">
              <a:extLst>
                <a:ext uri="{FF2B5EF4-FFF2-40B4-BE49-F238E27FC236}">
                  <a16:creationId xmlns:a16="http://schemas.microsoft.com/office/drawing/2014/main" id="{AA3D9BCE-EB01-4E61-842A-73CA7B4526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4" name="Graphic 113" descr="Close with solid fill">
              <a:extLst>
                <a:ext uri="{FF2B5EF4-FFF2-40B4-BE49-F238E27FC236}">
                  <a16:creationId xmlns:a16="http://schemas.microsoft.com/office/drawing/2014/main" id="{ADD9AEAD-CCDE-4CBE-8582-80B2F453C0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5" name="Graphic 114" descr="Close with solid fill">
              <a:extLst>
                <a:ext uri="{FF2B5EF4-FFF2-40B4-BE49-F238E27FC236}">
                  <a16:creationId xmlns:a16="http://schemas.microsoft.com/office/drawing/2014/main" id="{B0B0F4F7-1B50-493F-BF47-5200364BB5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6" name="Graphic 115" descr="Close with solid fill">
              <a:extLst>
                <a:ext uri="{FF2B5EF4-FFF2-40B4-BE49-F238E27FC236}">
                  <a16:creationId xmlns:a16="http://schemas.microsoft.com/office/drawing/2014/main" id="{3FD31DD9-3D43-4521-954F-D9658CE3E2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7" name="Graphic 116" descr="Close with solid fill">
              <a:extLst>
                <a:ext uri="{FF2B5EF4-FFF2-40B4-BE49-F238E27FC236}">
                  <a16:creationId xmlns:a16="http://schemas.microsoft.com/office/drawing/2014/main" id="{D9A9270B-BD08-4395-8090-1750DB4EC8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8" name="Graphic 117" descr="Close with solid fill">
              <a:extLst>
                <a:ext uri="{FF2B5EF4-FFF2-40B4-BE49-F238E27FC236}">
                  <a16:creationId xmlns:a16="http://schemas.microsoft.com/office/drawing/2014/main" id="{F6A51834-059B-4182-8D41-FEF97CBD48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9" name="Graphic 118" descr="Close with solid fill">
              <a:extLst>
                <a:ext uri="{FF2B5EF4-FFF2-40B4-BE49-F238E27FC236}">
                  <a16:creationId xmlns:a16="http://schemas.microsoft.com/office/drawing/2014/main" id="{3C357E23-4978-4CE3-A51D-3FE1292927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5" name="SPG Commodity Insights Black Small">
            <a:extLst>
              <a:ext uri="{FF2B5EF4-FFF2-40B4-BE49-F238E27FC236}">
                <a16:creationId xmlns:a16="http://schemas.microsoft.com/office/drawing/2014/main" id="{A2FE7B4F-FE96-4707-ACA7-5CCA3E04FD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636946306"/>
      </p:ext>
    </p:extLst>
  </p:cSld>
  <p:clrMapOvr>
    <a:overrideClrMapping bg1="lt1" tx1="dk1" bg2="lt2" tx2="dk2" accent1="accent1" accent2="accent2" accent3="accent3" accent4="accent4" accent5="accent5" accent6="accent6" hlink="hlink" folHlink="folHlink"/>
  </p:clrMapOvr>
  <p:hf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Statement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latin typeface="+mn-lt"/>
            </a:endParaRP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963320"/>
            <a:ext cx="8301038" cy="1251211"/>
          </a:xfrm>
        </p:spPr>
        <p:txBody>
          <a:bodyPr/>
          <a:lstStyle>
            <a:lvl1pPr>
              <a:defRPr sz="1200"/>
            </a:lvl1pPr>
            <a:lvl2pPr>
              <a:defRPr sz="1200"/>
            </a:lvl2pPr>
            <a:lvl3pPr>
              <a:defRPr sz="12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527A69F6-AB10-48DB-9027-6D849C8B4490}"/>
              </a:ext>
            </a:extLst>
          </p:cNvPr>
          <p:cNvSpPr>
            <a:spLocks noGrp="1"/>
          </p:cNvSpPr>
          <p:nvPr>
            <p:ph type="body" sz="quarter" idx="18" hasCustomPrompt="1"/>
          </p:nvPr>
        </p:nvSpPr>
        <p:spPr>
          <a:xfrm>
            <a:off x="417910" y="3429001"/>
            <a:ext cx="8308181" cy="2776538"/>
          </a:xfrm>
        </p:spPr>
        <p:txBody>
          <a:bodyPr/>
          <a:lstStyle>
            <a:lvl1pPr>
              <a:defRPr sz="1050"/>
            </a:lvl1pPr>
            <a:lvl2pPr>
              <a:defRPr sz="1050"/>
            </a:lvl2pPr>
            <a:lvl3pPr>
              <a:defRPr sz="1050"/>
            </a:lvl3pPr>
            <a:lvl4pPr>
              <a:defRPr sz="1050"/>
            </a:lvl4pPr>
            <a:lvl5pPr>
              <a:defRPr sz="10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BB03C0C-4895-4A64-974C-F3AABFC2C552}"/>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261F79D1-2E46-453A-990A-D5AF7C6873AA}"/>
              </a:ext>
            </a:extLst>
          </p:cNvPr>
          <p:cNvSpPr>
            <a:spLocks noGrp="1"/>
          </p:cNvSpPr>
          <p:nvPr>
            <p:ph type="dt" sz="half" idx="19"/>
          </p:nvPr>
        </p:nvSpPr>
        <p:spPr/>
        <p:txBody>
          <a:bodyPr/>
          <a:lstStyle/>
          <a:p>
            <a:fld id="{FF2FEC50-BE2C-445F-9DEA-893D097E16C5}" type="datetime4">
              <a:rPr lang="en-US" smtClean="0"/>
              <a:t>August 13, 2025</a:t>
            </a:fld>
            <a:endParaRPr lang="en-US"/>
          </a:p>
        </p:txBody>
      </p:sp>
      <p:sp>
        <p:nvSpPr>
          <p:cNvPr id="10" name="Footer Placeholder 9">
            <a:extLst>
              <a:ext uri="{FF2B5EF4-FFF2-40B4-BE49-F238E27FC236}">
                <a16:creationId xmlns:a16="http://schemas.microsoft.com/office/drawing/2014/main" id="{55D50608-2065-4D18-9843-577F5BCC1EEB}"/>
              </a:ext>
            </a:extLst>
          </p:cNvPr>
          <p:cNvSpPr>
            <a:spLocks noGrp="1"/>
          </p:cNvSpPr>
          <p:nvPr>
            <p:ph type="ftr" sz="quarter" idx="20"/>
          </p:nvPr>
        </p:nvSpPr>
        <p:spPr/>
        <p:txBody>
          <a:bodyPr/>
          <a:lstStyle/>
          <a:p>
            <a:r>
              <a:rPr lang="en-US"/>
              <a:t>S&amp;P Global Commodity Insights – Internal Use Only</a:t>
            </a:r>
          </a:p>
        </p:txBody>
      </p:sp>
      <p:sp>
        <p:nvSpPr>
          <p:cNvPr id="11" name="Slide Number Placeholder 10">
            <a:extLst>
              <a:ext uri="{FF2B5EF4-FFF2-40B4-BE49-F238E27FC236}">
                <a16:creationId xmlns:a16="http://schemas.microsoft.com/office/drawing/2014/main" id="{3433C9ED-4FCE-45EC-BD32-7FF840D66228}"/>
              </a:ext>
            </a:extLst>
          </p:cNvPr>
          <p:cNvSpPr>
            <a:spLocks noGrp="1"/>
          </p:cNvSpPr>
          <p:nvPr>
            <p:ph type="sldNum" sz="quarter" idx="21"/>
          </p:nvPr>
        </p:nvSpPr>
        <p:spPr/>
        <p:txBody>
          <a:bodyPr/>
          <a:lstStyle/>
          <a:p>
            <a:fld id="{4704619B-9823-F845-874B-2390AC991BC7}" type="slidenum">
              <a:rPr lang="en-US" smtClean="0"/>
              <a:pPr/>
              <a:t>‹#›</a:t>
            </a:fld>
            <a:endParaRPr lang="en-US" dirty="0"/>
          </a:p>
        </p:txBody>
      </p:sp>
    </p:spTree>
    <p:extLst>
      <p:ext uri="{BB962C8B-B14F-4D97-AF65-F5344CB8AC3E}">
        <p14:creationId xmlns:p14="http://schemas.microsoft.com/office/powerpoint/2010/main" val="95300640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Statement - 2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674722AA-061D-4706-9AC0-C0831CB1BD2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25279" y="1955229"/>
            <a:ext cx="3756197" cy="4251960"/>
          </a:xfrm>
        </p:spPr>
        <p:txBody>
          <a:bodyPr/>
          <a:lstStyle>
            <a:lvl1pPr>
              <a:defRPr sz="1200"/>
            </a:lvl1pPr>
            <a:lvl2pPr>
              <a:defRPr sz="1200"/>
            </a:lvl2pPr>
            <a:lvl3pPr>
              <a:defRPr sz="1200"/>
            </a:lvl3pPr>
            <a:lvl4pPr>
              <a:defRPr sz="1200"/>
            </a:lvl4pPr>
            <a:lvl5pP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4955381" y="1955800"/>
            <a:ext cx="3771105" cy="425196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111CA301-5EF6-4FA4-A727-DA73EF6617D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495455370"/>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F97D9B01-4EE9-405A-B323-759A409509CB}"/>
              </a:ext>
            </a:extLst>
          </p:cNvPr>
          <p:cNvGrpSpPr/>
          <p:nvPr/>
        </p:nvGrpSpPr>
        <p:grpSpPr>
          <a:xfrm>
            <a:off x="9144747" y="647701"/>
            <a:ext cx="104748" cy="5046663"/>
            <a:chOff x="12192996" y="647700"/>
            <a:chExt cx="139664" cy="5046663"/>
          </a:xfrm>
        </p:grpSpPr>
        <p:cxnSp>
          <p:nvCxnSpPr>
            <p:cNvPr id="64" name="Straight Connector 63">
              <a:extLst>
                <a:ext uri="{FF2B5EF4-FFF2-40B4-BE49-F238E27FC236}">
                  <a16:creationId xmlns:a16="http://schemas.microsoft.com/office/drawing/2014/main" id="{EC1AE271-DC97-4E2D-B2B9-A55E44892AF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BF7CA70E-203A-424A-A537-768612EB6C9C}"/>
                </a:ext>
              </a:extLst>
            </p:cNvPr>
            <p:cNvGrpSpPr/>
            <p:nvPr/>
          </p:nvGrpSpPr>
          <p:grpSpPr>
            <a:xfrm>
              <a:off x="12202508" y="647700"/>
              <a:ext cx="130152" cy="5046663"/>
              <a:chOff x="12202508" y="647700"/>
              <a:chExt cx="130152" cy="5046663"/>
            </a:xfrm>
          </p:grpSpPr>
          <p:cxnSp>
            <p:nvCxnSpPr>
              <p:cNvPr id="66" name="Straight Connector 65">
                <a:extLst>
                  <a:ext uri="{FF2B5EF4-FFF2-40B4-BE49-F238E27FC236}">
                    <a16:creationId xmlns:a16="http://schemas.microsoft.com/office/drawing/2014/main" id="{A3291374-7E15-4421-89F4-93F8C88525C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62E436E-7ED7-407F-90B7-31ADB11D808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6CE46D9-B434-4DF0-881D-58936609A63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E513A32-FAEF-462E-B81F-F302AFFFC8C0}"/>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AC824F-341C-43EF-8F24-55416905023F}"/>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1" name="Group 70">
            <a:extLst>
              <a:ext uri="{FF2B5EF4-FFF2-40B4-BE49-F238E27FC236}">
                <a16:creationId xmlns:a16="http://schemas.microsoft.com/office/drawing/2014/main" id="{29B89FD7-AAEF-47E4-8DAE-202240104942}"/>
              </a:ext>
            </a:extLst>
          </p:cNvPr>
          <p:cNvGrpSpPr/>
          <p:nvPr/>
        </p:nvGrpSpPr>
        <p:grpSpPr>
          <a:xfrm>
            <a:off x="-97614" y="647701"/>
            <a:ext cx="97614" cy="5046663"/>
            <a:chOff x="-130152" y="647700"/>
            <a:chExt cx="130152" cy="5046663"/>
          </a:xfrm>
        </p:grpSpPr>
        <p:cxnSp>
          <p:nvCxnSpPr>
            <p:cNvPr id="72" name="Straight Connector 71">
              <a:extLst>
                <a:ext uri="{FF2B5EF4-FFF2-40B4-BE49-F238E27FC236}">
                  <a16:creationId xmlns:a16="http://schemas.microsoft.com/office/drawing/2014/main" id="{4CC25BF9-3067-4F36-85AB-AD96BCBE0264}"/>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8E7C50E-8B2D-4536-94B4-79495861EA14}"/>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C94739D-F99F-418D-9F17-A5B0832D6C87}"/>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933F45A-D2B4-4DB3-82FC-71CEE31C57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C45257D-E709-4903-94B8-5DF85626B3B3}"/>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FD32685-A4F5-476E-8A09-D8E8DECD7371}"/>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DIVIDERS</a:t>
            </a:r>
          </a:p>
        </p:txBody>
      </p:sp>
      <p:cxnSp>
        <p:nvCxnSpPr>
          <p:cNvPr id="7" name="Straight Connector 6">
            <a:extLst>
              <a:ext uri="{FF2B5EF4-FFF2-40B4-BE49-F238E27FC236}">
                <a16:creationId xmlns:a16="http://schemas.microsoft.com/office/drawing/2014/main" id="{6829BB4F-08CC-4CE1-B14F-D0A63C33AE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350315-1225-4029-8AF9-68C5E7EC4ED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F74DE2C-437B-4FB9-9733-AABB882E807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0" name="TextBox 9">
            <a:extLst>
              <a:ext uri="{FF2B5EF4-FFF2-40B4-BE49-F238E27FC236}">
                <a16:creationId xmlns:a16="http://schemas.microsoft.com/office/drawing/2014/main" id="{FFFB1744-461A-4270-9195-26FC0B16915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F3A680A6-2913-4F0E-86F4-FABF0B107C20}"/>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CC5C8B82-D9B4-499C-940B-1342C8A4C8B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F0FD566A-0DE2-40A2-8821-B0BA941494C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Rectangle 61">
            <a:extLst>
              <a:ext uri="{FF2B5EF4-FFF2-40B4-BE49-F238E27FC236}">
                <a16:creationId xmlns:a16="http://schemas.microsoft.com/office/drawing/2014/main" id="{61068D94-5676-4EC0-A7AA-92EFA39045E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78" name="Rectangle 77">
            <a:extLst>
              <a:ext uri="{FF2B5EF4-FFF2-40B4-BE49-F238E27FC236}">
                <a16:creationId xmlns:a16="http://schemas.microsoft.com/office/drawing/2014/main" id="{0FC098C1-9BBE-4416-890F-774A1F526034}"/>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79" name="Group 78">
            <a:extLst>
              <a:ext uri="{FF2B5EF4-FFF2-40B4-BE49-F238E27FC236}">
                <a16:creationId xmlns:a16="http://schemas.microsoft.com/office/drawing/2014/main" id="{6A31A299-1939-4506-B55B-D58387614190}"/>
              </a:ext>
            </a:extLst>
          </p:cNvPr>
          <p:cNvGrpSpPr/>
          <p:nvPr/>
        </p:nvGrpSpPr>
        <p:grpSpPr>
          <a:xfrm>
            <a:off x="9192986" y="1051487"/>
            <a:ext cx="954405" cy="3085386"/>
            <a:chOff x="12257314" y="1051487"/>
            <a:chExt cx="1272540" cy="3085386"/>
          </a:xfrm>
        </p:grpSpPr>
        <p:sp>
          <p:nvSpPr>
            <p:cNvPr id="80" name="Rectangle 79">
              <a:extLst>
                <a:ext uri="{FF2B5EF4-FFF2-40B4-BE49-F238E27FC236}">
                  <a16:creationId xmlns:a16="http://schemas.microsoft.com/office/drawing/2014/main" id="{0DFBBDB7-A393-4C6B-BF8E-AF9AF6A9D70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1" name="TextBox 80">
              <a:extLst>
                <a:ext uri="{FF2B5EF4-FFF2-40B4-BE49-F238E27FC236}">
                  <a16:creationId xmlns:a16="http://schemas.microsoft.com/office/drawing/2014/main" id="{FD647390-56BF-4481-B90C-4C67B108F7B2}"/>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2" name="Freeform: Shape 81">
              <a:extLst>
                <a:ext uri="{FF2B5EF4-FFF2-40B4-BE49-F238E27FC236}">
                  <a16:creationId xmlns:a16="http://schemas.microsoft.com/office/drawing/2014/main" id="{8D6B2335-245F-4E0E-960D-322C9651081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3" name="TextBox 82">
              <a:extLst>
                <a:ext uri="{FF2B5EF4-FFF2-40B4-BE49-F238E27FC236}">
                  <a16:creationId xmlns:a16="http://schemas.microsoft.com/office/drawing/2014/main" id="{E4D0378B-3B96-4455-81E3-2D11A36549F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4" name="Freeform: Shape 83">
              <a:extLst>
                <a:ext uri="{FF2B5EF4-FFF2-40B4-BE49-F238E27FC236}">
                  <a16:creationId xmlns:a16="http://schemas.microsoft.com/office/drawing/2014/main" id="{7B71B409-C54D-4130-9871-B3C51053EDF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5" name="Freeform: Shape 84">
              <a:extLst>
                <a:ext uri="{FF2B5EF4-FFF2-40B4-BE49-F238E27FC236}">
                  <a16:creationId xmlns:a16="http://schemas.microsoft.com/office/drawing/2014/main" id="{12F8D349-53F8-4BB4-8085-34FCD3789B79}"/>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6" name="TextBox 85">
              <a:extLst>
                <a:ext uri="{FF2B5EF4-FFF2-40B4-BE49-F238E27FC236}">
                  <a16:creationId xmlns:a16="http://schemas.microsoft.com/office/drawing/2014/main" id="{E84FE060-372F-4B17-8A5D-89334039045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87" name="Picture 86">
              <a:extLst>
                <a:ext uri="{FF2B5EF4-FFF2-40B4-BE49-F238E27FC236}">
                  <a16:creationId xmlns:a16="http://schemas.microsoft.com/office/drawing/2014/main" id="{9DBEF9C3-8353-4ACE-9912-D2CA8D5C70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88" name="Rectangle 87">
              <a:extLst>
                <a:ext uri="{FF2B5EF4-FFF2-40B4-BE49-F238E27FC236}">
                  <a16:creationId xmlns:a16="http://schemas.microsoft.com/office/drawing/2014/main" id="{AC8C7AFC-242E-4F17-9268-D8EDEA8320C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89" name="Rectangle 88">
              <a:extLst>
                <a:ext uri="{FF2B5EF4-FFF2-40B4-BE49-F238E27FC236}">
                  <a16:creationId xmlns:a16="http://schemas.microsoft.com/office/drawing/2014/main" id="{CEA3A095-757A-4B7C-9135-910245E2755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0" name="Rectangle 89">
              <a:extLst>
                <a:ext uri="{FF2B5EF4-FFF2-40B4-BE49-F238E27FC236}">
                  <a16:creationId xmlns:a16="http://schemas.microsoft.com/office/drawing/2014/main" id="{A3A5498E-DED9-41F6-8460-79ABD50AD8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1" name="Rectangle 90">
              <a:extLst>
                <a:ext uri="{FF2B5EF4-FFF2-40B4-BE49-F238E27FC236}">
                  <a16:creationId xmlns:a16="http://schemas.microsoft.com/office/drawing/2014/main" id="{AE33AE17-705B-4893-8ED6-B7664EE0166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2" name="Group 91">
              <a:extLst>
                <a:ext uri="{FF2B5EF4-FFF2-40B4-BE49-F238E27FC236}">
                  <a16:creationId xmlns:a16="http://schemas.microsoft.com/office/drawing/2014/main" id="{67035856-6E01-436D-8B6C-99E2531DA9C9}"/>
                </a:ext>
              </a:extLst>
            </p:cNvPr>
            <p:cNvGrpSpPr/>
            <p:nvPr/>
          </p:nvGrpSpPr>
          <p:grpSpPr>
            <a:xfrm>
              <a:off x="12364752" y="2345932"/>
              <a:ext cx="1055431" cy="88186"/>
              <a:chOff x="914335" y="6913770"/>
              <a:chExt cx="1109884" cy="100584"/>
            </a:xfrm>
            <a:noFill/>
          </p:grpSpPr>
          <p:sp>
            <p:nvSpPr>
              <p:cNvPr id="103" name="Rectangle 102">
                <a:extLst>
                  <a:ext uri="{FF2B5EF4-FFF2-40B4-BE49-F238E27FC236}">
                    <a16:creationId xmlns:a16="http://schemas.microsoft.com/office/drawing/2014/main" id="{2F6D9850-8819-4EAA-ABFF-26C0D67B866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4" name="Rectangle 103">
                <a:extLst>
                  <a:ext uri="{FF2B5EF4-FFF2-40B4-BE49-F238E27FC236}">
                    <a16:creationId xmlns:a16="http://schemas.microsoft.com/office/drawing/2014/main" id="{218B05BE-4FDD-4A09-B53B-A229116CE22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5" name="Rectangle 104">
                <a:extLst>
                  <a:ext uri="{FF2B5EF4-FFF2-40B4-BE49-F238E27FC236}">
                    <a16:creationId xmlns:a16="http://schemas.microsoft.com/office/drawing/2014/main" id="{5CC7C662-E98D-4511-8EC4-F901F8A6150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6" name="Rectangle 105">
                <a:extLst>
                  <a:ext uri="{FF2B5EF4-FFF2-40B4-BE49-F238E27FC236}">
                    <a16:creationId xmlns:a16="http://schemas.microsoft.com/office/drawing/2014/main" id="{2D393584-0DD9-4C47-AB8F-2C3EA5E0D9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7" name="Rectangle 106">
                <a:extLst>
                  <a:ext uri="{FF2B5EF4-FFF2-40B4-BE49-F238E27FC236}">
                    <a16:creationId xmlns:a16="http://schemas.microsoft.com/office/drawing/2014/main" id="{EDEA0CF3-A9F2-46F5-8BC0-B1D22E1A309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8" name="Rectangle 107">
                <a:extLst>
                  <a:ext uri="{FF2B5EF4-FFF2-40B4-BE49-F238E27FC236}">
                    <a16:creationId xmlns:a16="http://schemas.microsoft.com/office/drawing/2014/main" id="{CDC6B097-0109-4DC8-8657-90757B5605E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9" name="Rectangle 108">
                <a:extLst>
                  <a:ext uri="{FF2B5EF4-FFF2-40B4-BE49-F238E27FC236}">
                    <a16:creationId xmlns:a16="http://schemas.microsoft.com/office/drawing/2014/main" id="{CD23788A-48CA-4141-B8B5-BCEE3666AC6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0" name="Rectangle 109">
                <a:extLst>
                  <a:ext uri="{FF2B5EF4-FFF2-40B4-BE49-F238E27FC236}">
                    <a16:creationId xmlns:a16="http://schemas.microsoft.com/office/drawing/2014/main" id="{66DAE851-F4BD-49A7-8627-37CD565668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1" name="Rectangle 110">
                <a:extLst>
                  <a:ext uri="{FF2B5EF4-FFF2-40B4-BE49-F238E27FC236}">
                    <a16:creationId xmlns:a16="http://schemas.microsoft.com/office/drawing/2014/main" id="{98694BEA-9E72-48D5-9441-773E40EAD2F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2" name="Rectangle 111">
                <a:extLst>
                  <a:ext uri="{FF2B5EF4-FFF2-40B4-BE49-F238E27FC236}">
                    <a16:creationId xmlns:a16="http://schemas.microsoft.com/office/drawing/2014/main" id="{614E8D66-E3F2-40A2-A4CA-7E6CDFE07DF3}"/>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3" name="Graphic 92" descr="Close with solid fill">
              <a:extLst>
                <a:ext uri="{FF2B5EF4-FFF2-40B4-BE49-F238E27FC236}">
                  <a16:creationId xmlns:a16="http://schemas.microsoft.com/office/drawing/2014/main" id="{6E510E2E-9861-4D7E-A0B2-0AB356EFC7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4" name="Graphic 93" descr="Close with solid fill">
              <a:extLst>
                <a:ext uri="{FF2B5EF4-FFF2-40B4-BE49-F238E27FC236}">
                  <a16:creationId xmlns:a16="http://schemas.microsoft.com/office/drawing/2014/main" id="{AF98A8B1-4BDC-4946-A43E-EA439DB59E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95" name="Graphic 94" descr="Close with solid fill">
              <a:extLst>
                <a:ext uri="{FF2B5EF4-FFF2-40B4-BE49-F238E27FC236}">
                  <a16:creationId xmlns:a16="http://schemas.microsoft.com/office/drawing/2014/main" id="{52D7DA1F-DF4E-40AF-8C07-B2E8E7D497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96" name="Graphic 95" descr="Close with solid fill">
              <a:extLst>
                <a:ext uri="{FF2B5EF4-FFF2-40B4-BE49-F238E27FC236}">
                  <a16:creationId xmlns:a16="http://schemas.microsoft.com/office/drawing/2014/main" id="{1EFD7489-A7AD-422E-B127-A61947ECF3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97" name="Graphic 96" descr="Close with solid fill">
              <a:extLst>
                <a:ext uri="{FF2B5EF4-FFF2-40B4-BE49-F238E27FC236}">
                  <a16:creationId xmlns:a16="http://schemas.microsoft.com/office/drawing/2014/main" id="{3B22A305-B784-4ABA-B65B-F9C94CAACB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98" name="Graphic 97" descr="Close with solid fill">
              <a:extLst>
                <a:ext uri="{FF2B5EF4-FFF2-40B4-BE49-F238E27FC236}">
                  <a16:creationId xmlns:a16="http://schemas.microsoft.com/office/drawing/2014/main" id="{9335F6F1-7B1E-41A9-88CE-6BD0C9F09F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99" name="Graphic 98" descr="Close with solid fill">
              <a:extLst>
                <a:ext uri="{FF2B5EF4-FFF2-40B4-BE49-F238E27FC236}">
                  <a16:creationId xmlns:a16="http://schemas.microsoft.com/office/drawing/2014/main" id="{A3C3D38F-D3B3-401B-A5F7-C42D15F04E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0" name="Graphic 99" descr="Close with solid fill">
              <a:extLst>
                <a:ext uri="{FF2B5EF4-FFF2-40B4-BE49-F238E27FC236}">
                  <a16:creationId xmlns:a16="http://schemas.microsoft.com/office/drawing/2014/main" id="{8C7DA7ED-F652-446D-9842-9170A8DFA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1" name="Graphic 100" descr="Close with solid fill">
              <a:extLst>
                <a:ext uri="{FF2B5EF4-FFF2-40B4-BE49-F238E27FC236}">
                  <a16:creationId xmlns:a16="http://schemas.microsoft.com/office/drawing/2014/main" id="{0ADC3A27-3884-43BE-8019-E4980D7BB6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2" name="Graphic 101" descr="Close with solid fill">
              <a:extLst>
                <a:ext uri="{FF2B5EF4-FFF2-40B4-BE49-F238E27FC236}">
                  <a16:creationId xmlns:a16="http://schemas.microsoft.com/office/drawing/2014/main" id="{0DC90BA0-C836-4787-8CD0-8C8FBCF58D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528527338"/>
      </p:ext>
    </p:extLst>
  </p:cSld>
  <p:clrMapOvr>
    <a:masterClrMapping/>
  </p:clrMapOvr>
  <p:hf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92ED7CB0-ADE9-4F18-8BD4-BE730D39A5A1}"/>
              </a:ext>
            </a:extLst>
          </p:cNvPr>
          <p:cNvGrpSpPr/>
          <p:nvPr/>
        </p:nvGrpSpPr>
        <p:grpSpPr>
          <a:xfrm>
            <a:off x="9144747" y="647701"/>
            <a:ext cx="104748" cy="5046663"/>
            <a:chOff x="12192996" y="647700"/>
            <a:chExt cx="139664" cy="5046663"/>
          </a:xfrm>
        </p:grpSpPr>
        <p:cxnSp>
          <p:nvCxnSpPr>
            <p:cNvPr id="72" name="Straight Connector 71">
              <a:extLst>
                <a:ext uri="{FF2B5EF4-FFF2-40B4-BE49-F238E27FC236}">
                  <a16:creationId xmlns:a16="http://schemas.microsoft.com/office/drawing/2014/main" id="{66977672-F003-43F7-A135-50F1D7F6B1C4}"/>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0DE95D60-41C5-4155-BFD9-529B18113D39}"/>
                </a:ext>
              </a:extLst>
            </p:cNvPr>
            <p:cNvGrpSpPr/>
            <p:nvPr/>
          </p:nvGrpSpPr>
          <p:grpSpPr>
            <a:xfrm>
              <a:off x="12202508" y="647700"/>
              <a:ext cx="130152" cy="5046663"/>
              <a:chOff x="12202508" y="647700"/>
              <a:chExt cx="130152" cy="5046663"/>
            </a:xfrm>
          </p:grpSpPr>
          <p:cxnSp>
            <p:nvCxnSpPr>
              <p:cNvPr id="74" name="Straight Connector 73">
                <a:extLst>
                  <a:ext uri="{FF2B5EF4-FFF2-40B4-BE49-F238E27FC236}">
                    <a16:creationId xmlns:a16="http://schemas.microsoft.com/office/drawing/2014/main" id="{629B8D45-7D9F-47C9-A66A-654B9EF01CB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A512E9E-9476-405E-AF8F-44A897970F2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CBF8AC7-1BD9-4818-A360-526D80E111D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C773FD3-A6AE-4D51-86B9-C7736AE5F52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836CFBF-9564-49FD-AB1E-CA8608BD345D}"/>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9" name="Group 78">
            <a:extLst>
              <a:ext uri="{FF2B5EF4-FFF2-40B4-BE49-F238E27FC236}">
                <a16:creationId xmlns:a16="http://schemas.microsoft.com/office/drawing/2014/main" id="{18D46921-07F6-4337-B376-C1DFA5F8D987}"/>
              </a:ext>
            </a:extLst>
          </p:cNvPr>
          <p:cNvGrpSpPr/>
          <p:nvPr/>
        </p:nvGrpSpPr>
        <p:grpSpPr>
          <a:xfrm>
            <a:off x="-97614" y="647701"/>
            <a:ext cx="97614" cy="5046663"/>
            <a:chOff x="-130152" y="647700"/>
            <a:chExt cx="130152" cy="5046663"/>
          </a:xfrm>
        </p:grpSpPr>
        <p:cxnSp>
          <p:nvCxnSpPr>
            <p:cNvPr id="80" name="Straight Connector 79">
              <a:extLst>
                <a:ext uri="{FF2B5EF4-FFF2-40B4-BE49-F238E27FC236}">
                  <a16:creationId xmlns:a16="http://schemas.microsoft.com/office/drawing/2014/main" id="{6DBD62E8-221F-41C1-918D-9A5C9F41FD5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770BA35-F414-467C-83B3-D3ED8D946A7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5D68D2-B979-42D2-BBF8-6C53B67F1D02}"/>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A103A52-F38C-42A3-825B-C82FA7885E62}"/>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A6076BD-2EA6-4061-B073-BC2DB2BE10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4B0F75E-152D-451E-AD93-FB4A027CC97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a:xfrm>
            <a:off x="419099" y="1955800"/>
            <a:ext cx="3044952" cy="4245407"/>
          </a:xfrm>
          <a:prstGeom prst="rect">
            <a:avLst/>
          </a:prstGeom>
        </p:spPr>
        <p:txBody>
          <a:bodyPr anchor="t">
            <a:normAutofit/>
          </a:bodyPr>
          <a:lstStyle>
            <a:lvl1pPr>
              <a:defRPr sz="3000"/>
            </a:lvl1pPr>
          </a:lstStyle>
          <a:p>
            <a:r>
              <a:rPr lang="en-US"/>
              <a:t>[Add divider slide title]</a:t>
            </a:r>
          </a:p>
        </p:txBody>
      </p:sp>
      <p:sp>
        <p:nvSpPr>
          <p:cNvPr id="3" name="Text Placeholder 2"/>
          <p:cNvSpPr>
            <a:spLocks noGrp="1"/>
          </p:cNvSpPr>
          <p:nvPr>
            <p:ph type="body" idx="1" hasCustomPrompt="1"/>
          </p:nvPr>
        </p:nvSpPr>
        <p:spPr>
          <a:xfrm>
            <a:off x="4955382" y="1955800"/>
            <a:ext cx="3768548" cy="4245408"/>
          </a:xfrm>
        </p:spPr>
        <p:txBody>
          <a:bodyPr>
            <a:normAutofit/>
          </a:bodyPr>
          <a:lstStyle>
            <a:lvl1pPr marL="0" indent="0">
              <a:buNone/>
              <a:defRPr sz="12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[Add optional content]</a:t>
            </a:r>
          </a:p>
        </p:txBody>
      </p:sp>
      <p:sp>
        <p:nvSpPr>
          <p:cNvPr id="4" name="Date Placeholder 3"/>
          <p:cNvSpPr>
            <a:spLocks noGrp="1"/>
          </p:cNvSpPr>
          <p:nvPr>
            <p:ph type="dt" sz="half" idx="10"/>
          </p:nvPr>
        </p:nvSpPr>
        <p:spPr/>
        <p:txBody>
          <a:bodyPr/>
          <a:lstStyle/>
          <a:p>
            <a:fld id="{3B1C7E28-4A29-423F-A233-459935A3233D}"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dirty="0"/>
          </a:p>
        </p:txBody>
      </p:sp>
      <p:cxnSp>
        <p:nvCxnSpPr>
          <p:cNvPr id="14" name="Straight Connector 13">
            <a:extLst>
              <a:ext uri="{FF2B5EF4-FFF2-40B4-BE49-F238E27FC236}">
                <a16:creationId xmlns:a16="http://schemas.microsoft.com/office/drawing/2014/main" id="{F8FE2CD4-ED5B-4B13-BB69-5C2C6676FCD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635CFE-5927-4810-A9CC-792D3D481848}"/>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4B88345-4B9E-4728-BC7E-79AC0BB9A200}"/>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2" name="TextBox 21">
            <a:extLst>
              <a:ext uri="{FF2B5EF4-FFF2-40B4-BE49-F238E27FC236}">
                <a16:creationId xmlns:a16="http://schemas.microsoft.com/office/drawing/2014/main" id="{4C681F36-AB35-43CF-A45E-D2B6CE927BE3}"/>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43297D9-7020-459D-8E48-CDD8229E0A1F}"/>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A18E115-4FDB-45B7-A373-9FC90BE86AC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2D0917E-073F-42C3-BD01-9307A71DBA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2F2CFE9-8545-4D15-A23C-E3DF9EE7E35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6" name="Rectangle 85">
            <a:extLst>
              <a:ext uri="{FF2B5EF4-FFF2-40B4-BE49-F238E27FC236}">
                <a16:creationId xmlns:a16="http://schemas.microsoft.com/office/drawing/2014/main" id="{1EF9221C-FEDA-45CC-A47B-01D745AE31C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7" name="Group 86">
            <a:extLst>
              <a:ext uri="{FF2B5EF4-FFF2-40B4-BE49-F238E27FC236}">
                <a16:creationId xmlns:a16="http://schemas.microsoft.com/office/drawing/2014/main" id="{F536DAFD-EC1C-4F7A-AC0C-45E681CC0321}"/>
              </a:ext>
            </a:extLst>
          </p:cNvPr>
          <p:cNvGrpSpPr/>
          <p:nvPr/>
        </p:nvGrpSpPr>
        <p:grpSpPr>
          <a:xfrm>
            <a:off x="9192986" y="1051487"/>
            <a:ext cx="954405" cy="3085386"/>
            <a:chOff x="12257314" y="1051487"/>
            <a:chExt cx="1272540" cy="3085386"/>
          </a:xfrm>
        </p:grpSpPr>
        <p:sp>
          <p:nvSpPr>
            <p:cNvPr id="88" name="Rectangle 87">
              <a:extLst>
                <a:ext uri="{FF2B5EF4-FFF2-40B4-BE49-F238E27FC236}">
                  <a16:creationId xmlns:a16="http://schemas.microsoft.com/office/drawing/2014/main" id="{5549B9F1-EFB8-4875-BF8E-48D0B9FCCC6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9" name="TextBox 88">
              <a:extLst>
                <a:ext uri="{FF2B5EF4-FFF2-40B4-BE49-F238E27FC236}">
                  <a16:creationId xmlns:a16="http://schemas.microsoft.com/office/drawing/2014/main" id="{963624FD-7DDC-48B2-8D02-8BEF52553EA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0" name="Freeform: Shape 89">
              <a:extLst>
                <a:ext uri="{FF2B5EF4-FFF2-40B4-BE49-F238E27FC236}">
                  <a16:creationId xmlns:a16="http://schemas.microsoft.com/office/drawing/2014/main" id="{18B9C253-5AAA-48EC-94EC-3A9BAD6723B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C7250D-B0A3-483A-96E6-0764D69E4F7D}"/>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2" name="Freeform: Shape 91">
              <a:extLst>
                <a:ext uri="{FF2B5EF4-FFF2-40B4-BE49-F238E27FC236}">
                  <a16:creationId xmlns:a16="http://schemas.microsoft.com/office/drawing/2014/main" id="{EE405DD1-55DF-4848-96B7-E0B2584EAD2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Freeform: Shape 92">
              <a:extLst>
                <a:ext uri="{FF2B5EF4-FFF2-40B4-BE49-F238E27FC236}">
                  <a16:creationId xmlns:a16="http://schemas.microsoft.com/office/drawing/2014/main" id="{18C93582-DE21-47EB-997F-5148CCD2D5F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15DF2510-32BC-44D5-B88A-F9BF6FD88F8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5" name="Picture 94">
              <a:extLst>
                <a:ext uri="{FF2B5EF4-FFF2-40B4-BE49-F238E27FC236}">
                  <a16:creationId xmlns:a16="http://schemas.microsoft.com/office/drawing/2014/main" id="{CF136169-A73B-4418-90EA-F4D56980EE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6" name="Rectangle 95">
              <a:extLst>
                <a:ext uri="{FF2B5EF4-FFF2-40B4-BE49-F238E27FC236}">
                  <a16:creationId xmlns:a16="http://schemas.microsoft.com/office/drawing/2014/main" id="{00A63680-F954-4545-BEEA-A5950E63278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7" name="Rectangle 96">
              <a:extLst>
                <a:ext uri="{FF2B5EF4-FFF2-40B4-BE49-F238E27FC236}">
                  <a16:creationId xmlns:a16="http://schemas.microsoft.com/office/drawing/2014/main" id="{062E79ED-E819-4FEF-9DE7-CBB78CC54D1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8" name="Rectangle 97">
              <a:extLst>
                <a:ext uri="{FF2B5EF4-FFF2-40B4-BE49-F238E27FC236}">
                  <a16:creationId xmlns:a16="http://schemas.microsoft.com/office/drawing/2014/main" id="{AB9B9091-E701-454B-ADB2-60CB4A639F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706FA976-5A6C-4ABA-91AB-797B439C9A1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0" name="Group 99">
              <a:extLst>
                <a:ext uri="{FF2B5EF4-FFF2-40B4-BE49-F238E27FC236}">
                  <a16:creationId xmlns:a16="http://schemas.microsoft.com/office/drawing/2014/main" id="{A260E66C-2AE5-4091-A0A3-904FE6A3A9EC}"/>
                </a:ext>
              </a:extLst>
            </p:cNvPr>
            <p:cNvGrpSpPr/>
            <p:nvPr/>
          </p:nvGrpSpPr>
          <p:grpSpPr>
            <a:xfrm>
              <a:off x="12364752" y="2345932"/>
              <a:ext cx="1055431" cy="88186"/>
              <a:chOff x="914335" y="6913770"/>
              <a:chExt cx="1109884" cy="100584"/>
            </a:xfrm>
            <a:noFill/>
          </p:grpSpPr>
          <p:sp>
            <p:nvSpPr>
              <p:cNvPr id="111" name="Rectangle 110">
                <a:extLst>
                  <a:ext uri="{FF2B5EF4-FFF2-40B4-BE49-F238E27FC236}">
                    <a16:creationId xmlns:a16="http://schemas.microsoft.com/office/drawing/2014/main" id="{B68716A8-C2C3-4190-8CFA-92B1B145282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2" name="Rectangle 111">
                <a:extLst>
                  <a:ext uri="{FF2B5EF4-FFF2-40B4-BE49-F238E27FC236}">
                    <a16:creationId xmlns:a16="http://schemas.microsoft.com/office/drawing/2014/main" id="{38FD885B-08F3-4ABA-A047-29039E10AC3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3" name="Rectangle 112">
                <a:extLst>
                  <a:ext uri="{FF2B5EF4-FFF2-40B4-BE49-F238E27FC236}">
                    <a16:creationId xmlns:a16="http://schemas.microsoft.com/office/drawing/2014/main" id="{9E63D017-5BCC-4A04-9507-B9EDC67E22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4" name="Rectangle 113">
                <a:extLst>
                  <a:ext uri="{FF2B5EF4-FFF2-40B4-BE49-F238E27FC236}">
                    <a16:creationId xmlns:a16="http://schemas.microsoft.com/office/drawing/2014/main" id="{D28DE929-F84B-47BC-A7DD-6A477C8074B4}"/>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5" name="Rectangle 114">
                <a:extLst>
                  <a:ext uri="{FF2B5EF4-FFF2-40B4-BE49-F238E27FC236}">
                    <a16:creationId xmlns:a16="http://schemas.microsoft.com/office/drawing/2014/main" id="{A4435342-558D-44B3-83D1-17C910F6457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6" name="Rectangle 115">
                <a:extLst>
                  <a:ext uri="{FF2B5EF4-FFF2-40B4-BE49-F238E27FC236}">
                    <a16:creationId xmlns:a16="http://schemas.microsoft.com/office/drawing/2014/main" id="{37FD7CA8-03CA-4E11-8B03-C18C45F3628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7" name="Rectangle 116">
                <a:extLst>
                  <a:ext uri="{FF2B5EF4-FFF2-40B4-BE49-F238E27FC236}">
                    <a16:creationId xmlns:a16="http://schemas.microsoft.com/office/drawing/2014/main" id="{C280BDB2-AEF4-484D-98CF-3F0AD5A615B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8" name="Rectangle 117">
                <a:extLst>
                  <a:ext uri="{FF2B5EF4-FFF2-40B4-BE49-F238E27FC236}">
                    <a16:creationId xmlns:a16="http://schemas.microsoft.com/office/drawing/2014/main" id="{4D1E4514-736E-4B61-A072-D87AB9DB92C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9" name="Rectangle 118">
                <a:extLst>
                  <a:ext uri="{FF2B5EF4-FFF2-40B4-BE49-F238E27FC236}">
                    <a16:creationId xmlns:a16="http://schemas.microsoft.com/office/drawing/2014/main" id="{2174B71C-69CD-428C-9925-4D065D026A0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0" name="Rectangle 119">
                <a:extLst>
                  <a:ext uri="{FF2B5EF4-FFF2-40B4-BE49-F238E27FC236}">
                    <a16:creationId xmlns:a16="http://schemas.microsoft.com/office/drawing/2014/main" id="{432D8D04-01AD-4ABB-B8DC-90F7C78B76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1" name="Graphic 100" descr="Close with solid fill">
              <a:extLst>
                <a:ext uri="{FF2B5EF4-FFF2-40B4-BE49-F238E27FC236}">
                  <a16:creationId xmlns:a16="http://schemas.microsoft.com/office/drawing/2014/main" id="{266C302C-3041-42FB-AB57-082316EADA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2" name="Graphic 101" descr="Close with solid fill">
              <a:extLst>
                <a:ext uri="{FF2B5EF4-FFF2-40B4-BE49-F238E27FC236}">
                  <a16:creationId xmlns:a16="http://schemas.microsoft.com/office/drawing/2014/main" id="{7F15BA99-ECAE-4F50-8539-7C9E485084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3" name="Graphic 102" descr="Close with solid fill">
              <a:extLst>
                <a:ext uri="{FF2B5EF4-FFF2-40B4-BE49-F238E27FC236}">
                  <a16:creationId xmlns:a16="http://schemas.microsoft.com/office/drawing/2014/main" id="{4356FE64-056C-4BF7-9E8E-219BEB1D63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4" name="Graphic 103" descr="Close with solid fill">
              <a:extLst>
                <a:ext uri="{FF2B5EF4-FFF2-40B4-BE49-F238E27FC236}">
                  <a16:creationId xmlns:a16="http://schemas.microsoft.com/office/drawing/2014/main" id="{378E698D-0F49-4DA7-B342-477BF1465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5" name="Graphic 104" descr="Close with solid fill">
              <a:extLst>
                <a:ext uri="{FF2B5EF4-FFF2-40B4-BE49-F238E27FC236}">
                  <a16:creationId xmlns:a16="http://schemas.microsoft.com/office/drawing/2014/main" id="{5B15F0BD-D740-49C7-85BF-1F33E671BC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6" name="Graphic 105" descr="Close with solid fill">
              <a:extLst>
                <a:ext uri="{FF2B5EF4-FFF2-40B4-BE49-F238E27FC236}">
                  <a16:creationId xmlns:a16="http://schemas.microsoft.com/office/drawing/2014/main" id="{827CAB72-59E3-4981-822E-5E7A94CA75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7" name="Graphic 106" descr="Close with solid fill">
              <a:extLst>
                <a:ext uri="{FF2B5EF4-FFF2-40B4-BE49-F238E27FC236}">
                  <a16:creationId xmlns:a16="http://schemas.microsoft.com/office/drawing/2014/main" id="{19E149BC-AD1A-44EB-864C-52817A7FFE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8" name="Graphic 107" descr="Close with solid fill">
              <a:extLst>
                <a:ext uri="{FF2B5EF4-FFF2-40B4-BE49-F238E27FC236}">
                  <a16:creationId xmlns:a16="http://schemas.microsoft.com/office/drawing/2014/main" id="{277DED78-A6C4-45CD-B04D-319D956523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9" name="Graphic 108" descr="Close with solid fill">
              <a:extLst>
                <a:ext uri="{FF2B5EF4-FFF2-40B4-BE49-F238E27FC236}">
                  <a16:creationId xmlns:a16="http://schemas.microsoft.com/office/drawing/2014/main" id="{5B5F34EA-4CDB-4F8E-BA7C-1D5024E0BA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0" name="Graphic 109" descr="Close with solid fill">
              <a:extLst>
                <a:ext uri="{FF2B5EF4-FFF2-40B4-BE49-F238E27FC236}">
                  <a16:creationId xmlns:a16="http://schemas.microsoft.com/office/drawing/2014/main" id="{45DB239B-1FDD-4EBE-BBF4-0C7824F25A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E659A11C-AB71-47B7-BADF-1E67A8C439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pic>
        <p:nvPicPr>
          <p:cNvPr id="7" name="Picture 6">
            <a:extLst>
              <a:ext uri="{FF2B5EF4-FFF2-40B4-BE49-F238E27FC236}">
                <a16:creationId xmlns:a16="http://schemas.microsoft.com/office/drawing/2014/main" id="{8FA7B9FC-94F9-7A37-0FF1-E528C445A6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0"/>
            <a:ext cx="9153144" cy="6864858"/>
          </a:xfrm>
          <a:prstGeom prst="rect">
            <a:avLst/>
          </a:prstGeom>
        </p:spPr>
      </p:pic>
      <p:sp>
        <p:nvSpPr>
          <p:cNvPr id="8" name="TextBox 7">
            <a:extLst>
              <a:ext uri="{FF2B5EF4-FFF2-40B4-BE49-F238E27FC236}">
                <a16:creationId xmlns:a16="http://schemas.microsoft.com/office/drawing/2014/main" id="{042775E8-FFB8-5235-5742-7165A67B69C9}"/>
              </a:ext>
            </a:extLst>
          </p:cNvPr>
          <p:cNvSpPr txBox="1"/>
          <p:nvPr/>
        </p:nvSpPr>
        <p:spPr>
          <a:xfrm>
            <a:off x="468313" y="6621522"/>
            <a:ext cx="1934825" cy="184666"/>
          </a:xfrm>
          <a:prstGeom prst="rect">
            <a:avLst/>
          </a:prstGeom>
          <a:noFill/>
        </p:spPr>
        <p:txBody>
          <a:bodyPr wrap="none" lIns="0" rIns="0" rtlCol="0">
            <a:spAutoFit/>
          </a:bodyPr>
          <a:lstStyle/>
          <a:p>
            <a:r>
              <a:rPr lang="en-US" sz="600" dirty="0">
                <a:solidFill>
                  <a:schemeClr val="bg1"/>
                </a:solidFill>
              </a:rPr>
              <a:t>Confidential. © 2017 IHS Markit</a:t>
            </a:r>
            <a:r>
              <a:rPr lang="en-US" sz="600" baseline="30000" dirty="0">
                <a:solidFill>
                  <a:schemeClr val="bg1"/>
                </a:solidFill>
              </a:rPr>
              <a:t>TM</a:t>
            </a:r>
            <a:r>
              <a:rPr lang="en-US" sz="600" dirty="0">
                <a:solidFill>
                  <a:schemeClr val="bg1"/>
                </a:solidFill>
              </a:rPr>
              <a:t>. All Rights Reserved.</a:t>
            </a:r>
          </a:p>
        </p:txBody>
      </p:sp>
      <p:pic>
        <p:nvPicPr>
          <p:cNvPr id="9" name="Picture 8">
            <a:extLst>
              <a:ext uri="{FF2B5EF4-FFF2-40B4-BE49-F238E27FC236}">
                <a16:creationId xmlns:a16="http://schemas.microsoft.com/office/drawing/2014/main" id="{E3B6DB5E-F2C0-E8E4-12D0-6695B4BA246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4156183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23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Divider Photo 1">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A2432D56-F8A2-4DA5-A336-41EBF7AC1530}"/>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02A79C16-BE87-4999-B9CF-F8179B01B58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1DBC6E5-7901-4016-8F59-70C00F32B8A3}"/>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31E46A5E-3904-4311-8A3F-135D94C26AB1}"/>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80FB336-18C7-4071-8DBD-14950A893A73}"/>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29EDD6D-20EB-4458-B044-18B1D2B746A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1E68460-94F6-4D86-9480-20532A22F131}"/>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A03D035-DE73-476E-858A-8B103ABA3532}"/>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2F21D42A-4E6D-451E-B7F6-E93ADE6F9FF0}"/>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AD7E55A9-AA4D-42F0-AB9C-0DD5CDD0E72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2F0C7EC-1A52-4514-B8F1-CDCD291EEE5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A14825F-BC4C-4F21-8566-3DDA4806FAF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C002CB4-473A-4E91-9A44-D7D0F186AB9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02845F6-7175-4F7F-8B42-102829BE8D60}"/>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D0BF221-A139-450C-9276-59A53911383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700019B2-EC0E-4755-BBDB-565BF3410B8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9" name="Title 1">
            <a:extLst>
              <a:ext uri="{FF2B5EF4-FFF2-40B4-BE49-F238E27FC236}">
                <a16:creationId xmlns:a16="http://schemas.microsoft.com/office/drawing/2014/main" id="{33D0D42F-6D70-4CBF-9C23-59E66728E7FD}"/>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1" name="Picture Placeholder 6">
            <a:extLst>
              <a:ext uri="{FF2B5EF4-FFF2-40B4-BE49-F238E27FC236}">
                <a16:creationId xmlns:a16="http://schemas.microsoft.com/office/drawing/2014/main" id="{946FFBFE-E614-4E08-AC48-326C482E697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8" name="Straight Connector 17">
            <a:extLst>
              <a:ext uri="{FF2B5EF4-FFF2-40B4-BE49-F238E27FC236}">
                <a16:creationId xmlns:a16="http://schemas.microsoft.com/office/drawing/2014/main" id="{7710A16D-C4ED-4367-9DCF-54DF4596390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6EFDAB2-4D7E-4399-8027-8BDF93B41B82}"/>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1BBD7D7-8C09-49F8-B32F-B3ADF75D1BA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259B4B73-25F1-4A55-92B5-9B67E53EEC2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CCB73371-4FF4-4870-921A-065D0810371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035AE41D-9DD4-4B9B-9F3F-EFE5A4879E16}"/>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7690224B-8351-4102-9010-5C9D625096F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EC42F4A-E30C-4642-B587-43863FDC87E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5E1EF29E-3D70-4274-B188-9C2029FBA17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8ACE3DB3-0335-4FA8-ADB0-CA4C8B8C1D02}"/>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CCE6463C-F632-4103-A2F6-AA03A574DB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249994D2-CD59-4CCE-AB0F-BF90E602EF10}"/>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9D6D3566-8DE1-455C-A549-E061BC14E62F}"/>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E70F5246-B8FA-4558-9549-97FE952BFB4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52F2DD68-E7BB-4BAB-8042-007CF1F77D4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6FB9D54-4038-4F36-A0BB-39E65856AED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DF34693A-D0E4-42D5-97C9-6407EC8250C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0F570732-9C7F-4287-A199-1325260DAA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D3B2F370-3A86-4483-A77B-B52B8BD78CA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105BBAE1-7640-4152-89D8-BC2233B3E25A}"/>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92D4B346-71A5-46A3-8A17-7A5CC16715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AE2B7C-AFB0-4BD5-AFD7-6EF2BB64034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CEF0E8EC-DD9C-4B0D-8D54-203125E9D1C0}"/>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545575B1-076C-41B1-BD6B-7F45853E794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F07620DF-AF2E-4910-BF2D-78906737830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4322022F-3331-47F5-90A4-B241DD63D58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FFCF4FAB-E823-473E-9D0F-D11A18FD46D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D47FCFAD-2C5B-44D2-8CC2-0746D5633BB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3838E6D6-715D-4235-9CB0-CA95292953E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09289944-6C32-4433-8C2F-6038B67544C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90BC90E8-18C3-4943-B246-DFC241CF499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AFB47AC6-B67B-4656-B641-7CDB14B7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2CF30231-2821-478F-8A46-918503F6FA5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D88932A9-8E71-4409-AE63-6D575DC03A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35B71AD-EA68-4047-A067-81558BFE44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9B558106-925D-4391-9860-BFBAD7D64E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7B8ECB49-2AA6-44DB-A144-2A2665C4F4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339E224E-0FA7-4EA5-89A5-F70684C81E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58DEDE8F-BBA9-4E1C-82AC-3CAC7B6FAA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64B2EA9B-7C84-45CC-927D-CF35E373D6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1BC5EADF-8A31-4785-8E46-AA3F83AF48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1B86A086-9BAF-4A61-8623-38D316C4BA1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831CFFD2-44B7-44A8-B4DD-991335BC82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D16FAA03-C8EB-4E20-A69A-315D5B569D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4137388207"/>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Divider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2A3A8F5-FB69-4BDE-ACBD-B7732138CE4F}"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spTree>
    <p:extLst>
      <p:ext uri="{BB962C8B-B14F-4D97-AF65-F5344CB8AC3E}">
        <p14:creationId xmlns:p14="http://schemas.microsoft.com/office/powerpoint/2010/main" val="350651863"/>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ivider Photo 2">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BADCD994-4FE4-4DB8-9BBD-1D4E0B4689B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3"/>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B4BD908-98C6-482B-B5BC-73441D08D07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cxnSp>
        <p:nvCxnSpPr>
          <p:cNvPr id="19" name="Straight Connector 18">
            <a:extLst>
              <a:ext uri="{FF2B5EF4-FFF2-40B4-BE49-F238E27FC236}">
                <a16:creationId xmlns:a16="http://schemas.microsoft.com/office/drawing/2014/main" id="{65F9EC67-A3A8-4754-9906-717F97AE3BD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8305194"/>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Divider 3">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045B5524-216D-4A78-AB4A-263637C3A18E}"/>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EF4BF149-F200-47AD-BC67-85AF2E2A1B3B}"/>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4ECC84A2-2923-44D5-8969-62B0585DA274}"/>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0F04747B-AE26-463E-AAE5-A13D5CCAB5D5}"/>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C6FCEE7-38DD-4610-96B3-849F2E459B90}"/>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B46F845-6532-436C-BFCC-92ED8CA28AE1}"/>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71967DD-4E94-4FD5-BE84-9BB9A6E6F41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15AF121-2A0C-4DC3-ABA3-9558041FD4E9}"/>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F3964BC1-184A-4956-8E28-02E6B69A60C9}"/>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9537BF68-E597-42EB-B049-C709C48ED62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0F21424-DF2F-40FA-A256-214AF4A2F1D9}"/>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B7296B3-6E7F-4B5F-BEA7-5468FFFB7F4F}"/>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F0864F-6E9B-4645-BB2F-BAA4CCC195E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4BC1142-2DA1-4992-8C40-5FC817AD93CE}"/>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1AA18C-E6A5-4C9F-8FD8-D09D176CD174}"/>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A26BBCD2-D531-4447-8B56-C259436F0A36}"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19" name="Title 1">
            <a:extLst>
              <a:ext uri="{FF2B5EF4-FFF2-40B4-BE49-F238E27FC236}">
                <a16:creationId xmlns:a16="http://schemas.microsoft.com/office/drawing/2014/main" id="{95501395-6232-4D37-BBF0-E0A18B0CF430}"/>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0" name="Text Placeholder 6">
            <a:extLst>
              <a:ext uri="{FF2B5EF4-FFF2-40B4-BE49-F238E27FC236}">
                <a16:creationId xmlns:a16="http://schemas.microsoft.com/office/drawing/2014/main" id="{66D505EF-31B6-40FB-9F74-E5C91F0D33DE}"/>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cxnSp>
        <p:nvCxnSpPr>
          <p:cNvPr id="21" name="Straight Connector 20">
            <a:extLst>
              <a:ext uri="{FF2B5EF4-FFF2-40B4-BE49-F238E27FC236}">
                <a16:creationId xmlns:a16="http://schemas.microsoft.com/office/drawing/2014/main" id="{E56828AC-076E-459F-B356-BF9CC2CA83C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A4CFD94-8A25-44F2-A9B1-C103181A7F4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86A3D48-0AA2-49E7-B234-35F7F18AFCF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80B7583B-C91F-47DA-9CA6-484BACFFDBD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CBE0426-684F-494A-AEDB-755BADFC98C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5E53CD89-4186-4F80-AE8B-ABB24D95C3C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4A22A1F2-BED1-47C3-A642-FCE4072FDB9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D606F6C-32FA-4265-80F7-6513355A58F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C8975DE4-5B78-424F-BAC1-7145393C42A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BE47EEF4-19DD-4F77-901A-690B58D16393}"/>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35FCC5E7-2F86-4825-8AB1-652256ADD11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A4DC5CD3-5C73-423C-8C95-F1647010111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BCF35F30-B114-45EA-9B02-8A146E3B4DF0}"/>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D8605FE1-3AFA-4AB6-A838-9252A667B8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914D6B8D-1851-4BF7-AD51-09AA1E1CF9C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A376E48B-7344-4B6D-9BB2-BADFEFE2A46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FF5DE635-B631-4FCF-80A6-09983DA3045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CF11539B-8403-454F-9B61-5FFC48E7B2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06CFB62C-99D5-47DD-A2AF-9BD38DAE9C8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D37BAD0D-2515-466C-AEC3-C4F8CC0565D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83B78D9-CF44-48D4-BAE1-5E4CB93A1247}"/>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8F5D3F56-DB1A-4729-8150-05EFBAA1F16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304E55D6-F9A6-473E-8F70-AAD4BA73E5D8}"/>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32990748-E251-44CA-AD27-8130930B0750}"/>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DCFE454B-E6F4-4D5E-B39D-2B0792AFD56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279512DA-7172-4610-870E-B6D98438827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C8192A18-A777-46A8-916E-A954B8FE2E8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92782AC-1D32-49FC-9302-9D1E004B3E0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8F2F3161-EFD4-4BA2-8813-8AD82604850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697D3F77-16AF-4627-89D5-99C9F475D70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AFEA44BF-FB7B-4FE8-8760-8EF1F178113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596202A2-E2BA-4D6D-994B-837EE1DF841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72AF28E-A0C8-4497-BE2B-A3388D382737}"/>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5921B7E9-B0CE-4199-ABB2-53BF6D94FE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D82FFD75-1907-4AEA-8A57-193793C053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D0AB6DAB-2679-476D-B172-44F95F5829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E6C07A87-0104-43B3-9BE4-F85F5C0F33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886C0CBE-059B-4516-B4CF-0EA1B5EEBD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61FAE0E-1752-4785-A8AC-D3A55774A4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150F5EC2-69A3-4B9C-BB5B-E4410CA72E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6DE5E834-1DF8-473F-A105-5384BB5BCB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6A9F8393-2B26-4D4C-B47D-3B784B0C10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8EB6EFE0-D040-49C0-B42E-C89707810F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BDE982FC-D41A-44B0-ADAB-BC29995871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494980953"/>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ivider Photo 3">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727B95F6-5AD7-4FBE-85A4-E0F6C18B373F}"/>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B46E8F57-4B58-4448-B61F-F608ADE8080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061B3755-1832-46DB-B53F-EDA4D7A65AE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08722D1D-EE77-4A76-9625-12C59E3041BF}"/>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103FCE8-67B9-44FD-ADC2-F74C7D94E88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8102FD0-4DBE-49D8-8770-3105624D1015}"/>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A45C1FF-06DA-4D3D-8F13-BE44F9187A5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5E051F2-A520-47B7-B0D4-684C184603F7}"/>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B62E03-8E73-4D96-81E7-647437CC745F}"/>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A7B97F7-2092-494A-B3A7-47EFFD4DF9B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27852B8-C8FC-453A-8EDE-DA7D2069CDBE}"/>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76141AC-EA52-4192-ACA5-8CEA5AFD523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7B0B103-E789-4585-8685-A2B00E50488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70A60A8-6414-41F3-8A1F-58EF9552F35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FAB8F13-EF43-4257-9B3B-BBEF864279EF}"/>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2"/>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39820A65-6D2F-4845-8530-D91DF5FD267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20" name="Picture Placeholder 6">
            <a:extLst>
              <a:ext uri="{FF2B5EF4-FFF2-40B4-BE49-F238E27FC236}">
                <a16:creationId xmlns:a16="http://schemas.microsoft.com/office/drawing/2014/main" id="{A8E09DA5-CE59-4980-A38C-775B245E2BED}"/>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9" name="Straight Connector 18">
            <a:extLst>
              <a:ext uri="{FF2B5EF4-FFF2-40B4-BE49-F238E27FC236}">
                <a16:creationId xmlns:a16="http://schemas.microsoft.com/office/drawing/2014/main" id="{093AE14D-C9E8-4DD1-B88F-ABF14436C8B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41B36DD-BF0C-4B14-9147-115951C3D63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616F768-2608-4A64-9EFD-A0C176267E1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B66C6E82-FF70-45DD-B237-8AF614E0B1C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1765B458-500F-4213-8616-BDD8F8577250}"/>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14AE4B9F-2059-4083-88A6-8B50937E6E7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B73AFEC5-428F-4783-8862-AA69D4A2D3F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E773742-E532-46B8-80A7-D6B62485FDD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198A86CA-8D38-4198-8C77-03E74EC69D0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F8832FC1-58CC-4A3A-A900-18F85ED84A7B}"/>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ACF4B100-5C4B-4C6C-A983-3AAA40F796F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CCB85622-653F-4D1F-A597-25D06D9CA09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F62BA379-A14C-4A41-AE02-08986774AA5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BD327E77-1ED3-434A-ABBB-38EFAE63CA0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588B6FAC-7AA6-4902-A32E-556550B2C3D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4EBB32F3-5712-4059-BF5B-58807E6A8B9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EF7D0B-6FFD-40CE-A5C7-33281F6E5D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034E75E8-33BD-4C4B-8AE5-2396588E0F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AD97F835-5D0B-478C-93EC-96A3D43CCD1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5AFBE777-41AB-4577-B40F-B695FC4D627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C3C7287-EB53-4116-92F8-C7CE0A5AA3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29A22347-6CDE-4C47-BEAB-5EF77150D87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E1FDE48E-1E67-4405-9AD4-327F4A313373}"/>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9774CA3A-60F7-434E-9BF3-6B1C642258C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6E2E5784-509D-4D13-81E6-A8DC0192B9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3DEAA11C-302D-4313-A37D-17488E2AFFE2}"/>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1B0D95AF-F8F7-45CD-BAD9-B6A39727D060}"/>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E6082E6C-3872-4573-97CA-94F8334B69E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1508150F-C666-49B8-BAF6-CAF6CF66486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3F9E60B6-8E3D-4858-B69C-9F657EBF262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656B3548-50BE-4FE6-A8B9-0CEBADFAC4A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017553DB-D03C-47C0-9CB0-849A8FA11BA8}"/>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689A0269-AD2D-4784-B588-D456D27FC82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4E92D2CD-CC11-4399-96EA-9BCF06D22F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7633129B-8C79-4C37-8565-F906533DCE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79A00E28-2E68-4608-A975-2F320253EA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54140728-5611-44D1-A83F-9AE3A58196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FFFB6118-B854-4BFD-BCF9-E7D4279A55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D7118BD-6011-4708-BD9E-A5E70C9C2D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31FF41-D74D-4795-A0ED-34103A005C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196517E8-DB79-425A-900B-4E99006336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277ED7D7-540D-4DA1-BA33-80B93545F0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E8335D58-8BC0-4528-BCA1-2F6A2A1C1F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1A7B0CD7-AED6-4063-A716-CC15F60253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448699555"/>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Divider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4E8C312B-D9F4-4C32-8C2B-565EEC840292}"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55" name="Rectangle 54">
            <a:extLst>
              <a:ext uri="{FF2B5EF4-FFF2-40B4-BE49-F238E27FC236}">
                <a16:creationId xmlns:a16="http://schemas.microsoft.com/office/drawing/2014/main" id="{EC4AA0E0-C975-4EA5-A32B-E43EE1507DE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6E5EEBFE-D44B-4625-A880-965C5959CEDC}"/>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E9E32CE4-55E0-4687-86AB-3208832FB68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6" name="TextBox 95">
              <a:extLst>
                <a:ext uri="{FF2B5EF4-FFF2-40B4-BE49-F238E27FC236}">
                  <a16:creationId xmlns:a16="http://schemas.microsoft.com/office/drawing/2014/main" id="{F9FD6108-1402-46F5-A413-78115DC11F8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7" name="Freeform: Shape 96">
              <a:extLst>
                <a:ext uri="{FF2B5EF4-FFF2-40B4-BE49-F238E27FC236}">
                  <a16:creationId xmlns:a16="http://schemas.microsoft.com/office/drawing/2014/main" id="{B6BF04B1-DCD5-4E4C-84FA-2E302A440BA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8" name="TextBox 97">
              <a:extLst>
                <a:ext uri="{FF2B5EF4-FFF2-40B4-BE49-F238E27FC236}">
                  <a16:creationId xmlns:a16="http://schemas.microsoft.com/office/drawing/2014/main" id="{682207CB-B08A-49AF-AEED-091B634437B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9" name="Freeform: Shape 98">
              <a:extLst>
                <a:ext uri="{FF2B5EF4-FFF2-40B4-BE49-F238E27FC236}">
                  <a16:creationId xmlns:a16="http://schemas.microsoft.com/office/drawing/2014/main" id="{0952AEC3-14E8-4BF9-855B-E08E6C571AF4}"/>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Freeform: Shape 99">
              <a:extLst>
                <a:ext uri="{FF2B5EF4-FFF2-40B4-BE49-F238E27FC236}">
                  <a16:creationId xmlns:a16="http://schemas.microsoft.com/office/drawing/2014/main" id="{578093EB-F63A-4169-A3A3-74098BE2234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TextBox 100">
              <a:extLst>
                <a:ext uri="{FF2B5EF4-FFF2-40B4-BE49-F238E27FC236}">
                  <a16:creationId xmlns:a16="http://schemas.microsoft.com/office/drawing/2014/main" id="{69A85276-1BAE-4560-876C-C205CB1B4211}"/>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2" name="Picture 101">
              <a:extLst>
                <a:ext uri="{FF2B5EF4-FFF2-40B4-BE49-F238E27FC236}">
                  <a16:creationId xmlns:a16="http://schemas.microsoft.com/office/drawing/2014/main" id="{590F183A-A22E-4391-A077-81DAD5648E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3" name="Rectangle 102">
              <a:extLst>
                <a:ext uri="{FF2B5EF4-FFF2-40B4-BE49-F238E27FC236}">
                  <a16:creationId xmlns:a16="http://schemas.microsoft.com/office/drawing/2014/main" id="{EB150A7B-FC6D-4900-9859-9CF7488DC42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4" name="Rectangle 103">
              <a:extLst>
                <a:ext uri="{FF2B5EF4-FFF2-40B4-BE49-F238E27FC236}">
                  <a16:creationId xmlns:a16="http://schemas.microsoft.com/office/drawing/2014/main" id="{45C9A063-E8A3-4732-8467-EB71738F937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5" name="Rectangle 104">
              <a:extLst>
                <a:ext uri="{FF2B5EF4-FFF2-40B4-BE49-F238E27FC236}">
                  <a16:creationId xmlns:a16="http://schemas.microsoft.com/office/drawing/2014/main" id="{A59C90B0-AE10-4C29-B826-53FCEE9F86FD}"/>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6E7AFDFC-5388-4CFA-9CC3-E7F0A753510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7" name="Group 106">
              <a:extLst>
                <a:ext uri="{FF2B5EF4-FFF2-40B4-BE49-F238E27FC236}">
                  <a16:creationId xmlns:a16="http://schemas.microsoft.com/office/drawing/2014/main" id="{416DFBA0-BB11-4B88-AF3B-0048600D987F}"/>
                </a:ext>
              </a:extLst>
            </p:cNvPr>
            <p:cNvGrpSpPr/>
            <p:nvPr/>
          </p:nvGrpSpPr>
          <p:grpSpPr>
            <a:xfrm>
              <a:off x="12364752" y="2345932"/>
              <a:ext cx="1055431" cy="88186"/>
              <a:chOff x="914335" y="6913770"/>
              <a:chExt cx="1109884" cy="100584"/>
            </a:xfrm>
            <a:noFill/>
          </p:grpSpPr>
          <p:sp>
            <p:nvSpPr>
              <p:cNvPr id="118" name="Rectangle 117">
                <a:extLst>
                  <a:ext uri="{FF2B5EF4-FFF2-40B4-BE49-F238E27FC236}">
                    <a16:creationId xmlns:a16="http://schemas.microsoft.com/office/drawing/2014/main" id="{FF1C576B-4460-4202-9CB6-C30515FEDB2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9" name="Rectangle 118">
                <a:extLst>
                  <a:ext uri="{FF2B5EF4-FFF2-40B4-BE49-F238E27FC236}">
                    <a16:creationId xmlns:a16="http://schemas.microsoft.com/office/drawing/2014/main" id="{95307415-8ABF-4948-B08A-4913B270041E}"/>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0" name="Rectangle 119">
                <a:extLst>
                  <a:ext uri="{FF2B5EF4-FFF2-40B4-BE49-F238E27FC236}">
                    <a16:creationId xmlns:a16="http://schemas.microsoft.com/office/drawing/2014/main" id="{D604B1DF-8F42-47D7-9F9B-255E437FD15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1" name="Rectangle 120">
                <a:extLst>
                  <a:ext uri="{FF2B5EF4-FFF2-40B4-BE49-F238E27FC236}">
                    <a16:creationId xmlns:a16="http://schemas.microsoft.com/office/drawing/2014/main" id="{7EDAC5D0-CE5C-4584-BF84-382CD674525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2" name="Rectangle 121">
                <a:extLst>
                  <a:ext uri="{FF2B5EF4-FFF2-40B4-BE49-F238E27FC236}">
                    <a16:creationId xmlns:a16="http://schemas.microsoft.com/office/drawing/2014/main" id="{1DF2F715-FA83-45BD-BB8A-99C11F42D29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3" name="Rectangle 122">
                <a:extLst>
                  <a:ext uri="{FF2B5EF4-FFF2-40B4-BE49-F238E27FC236}">
                    <a16:creationId xmlns:a16="http://schemas.microsoft.com/office/drawing/2014/main" id="{1EC41C73-C9EA-43E9-B1E8-4D78E7AA4D3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4" name="Rectangle 123">
                <a:extLst>
                  <a:ext uri="{FF2B5EF4-FFF2-40B4-BE49-F238E27FC236}">
                    <a16:creationId xmlns:a16="http://schemas.microsoft.com/office/drawing/2014/main" id="{766BEA78-66F8-4E26-A3DB-6EEF748CB81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5" name="Rectangle 124">
                <a:extLst>
                  <a:ext uri="{FF2B5EF4-FFF2-40B4-BE49-F238E27FC236}">
                    <a16:creationId xmlns:a16="http://schemas.microsoft.com/office/drawing/2014/main" id="{03F55266-B604-4066-A833-44416D510FF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6" name="Rectangle 125">
                <a:extLst>
                  <a:ext uri="{FF2B5EF4-FFF2-40B4-BE49-F238E27FC236}">
                    <a16:creationId xmlns:a16="http://schemas.microsoft.com/office/drawing/2014/main" id="{619F66D2-AD13-440F-95EF-5298940ABD4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7" name="Rectangle 126">
                <a:extLst>
                  <a:ext uri="{FF2B5EF4-FFF2-40B4-BE49-F238E27FC236}">
                    <a16:creationId xmlns:a16="http://schemas.microsoft.com/office/drawing/2014/main" id="{C2BB3B2B-80BA-465D-954F-FFC4588DCEF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8" name="Graphic 107" descr="Close with solid fill">
              <a:extLst>
                <a:ext uri="{FF2B5EF4-FFF2-40B4-BE49-F238E27FC236}">
                  <a16:creationId xmlns:a16="http://schemas.microsoft.com/office/drawing/2014/main" id="{945CCA2C-55A1-4F90-B60C-F3A725F81A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9" name="Graphic 108" descr="Close with solid fill">
              <a:extLst>
                <a:ext uri="{FF2B5EF4-FFF2-40B4-BE49-F238E27FC236}">
                  <a16:creationId xmlns:a16="http://schemas.microsoft.com/office/drawing/2014/main" id="{103EC533-1BDD-4E99-9F3E-DBA7434C40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0" name="Graphic 109" descr="Close with solid fill">
              <a:extLst>
                <a:ext uri="{FF2B5EF4-FFF2-40B4-BE49-F238E27FC236}">
                  <a16:creationId xmlns:a16="http://schemas.microsoft.com/office/drawing/2014/main" id="{AB52CDC6-03E5-4328-9190-D10EC91008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1" name="Graphic 110" descr="Close with solid fill">
              <a:extLst>
                <a:ext uri="{FF2B5EF4-FFF2-40B4-BE49-F238E27FC236}">
                  <a16:creationId xmlns:a16="http://schemas.microsoft.com/office/drawing/2014/main" id="{931F106F-0749-410C-B043-FBBC00C228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2" name="Graphic 111" descr="Close with solid fill">
              <a:extLst>
                <a:ext uri="{FF2B5EF4-FFF2-40B4-BE49-F238E27FC236}">
                  <a16:creationId xmlns:a16="http://schemas.microsoft.com/office/drawing/2014/main" id="{754521E1-6371-4424-9EEC-F97313807D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3" name="Graphic 112" descr="Close with solid fill">
              <a:extLst>
                <a:ext uri="{FF2B5EF4-FFF2-40B4-BE49-F238E27FC236}">
                  <a16:creationId xmlns:a16="http://schemas.microsoft.com/office/drawing/2014/main" id="{AEBC5F63-8AD1-4024-8049-021B7A94C1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4" name="Graphic 113" descr="Close with solid fill">
              <a:extLst>
                <a:ext uri="{FF2B5EF4-FFF2-40B4-BE49-F238E27FC236}">
                  <a16:creationId xmlns:a16="http://schemas.microsoft.com/office/drawing/2014/main" id="{DDFF71F8-0A7E-4360-B345-8F305803D7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5" name="Graphic 114" descr="Close with solid fill">
              <a:extLst>
                <a:ext uri="{FF2B5EF4-FFF2-40B4-BE49-F238E27FC236}">
                  <a16:creationId xmlns:a16="http://schemas.microsoft.com/office/drawing/2014/main" id="{69F713B1-B07E-43A9-BFB6-DD6CB95765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6" name="Graphic 115" descr="Close with solid fill">
              <a:extLst>
                <a:ext uri="{FF2B5EF4-FFF2-40B4-BE49-F238E27FC236}">
                  <a16:creationId xmlns:a16="http://schemas.microsoft.com/office/drawing/2014/main" id="{15FA4F8B-0F28-4A43-9161-FE02BC91BB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7" name="Graphic 116" descr="Close with solid fill">
              <a:extLst>
                <a:ext uri="{FF2B5EF4-FFF2-40B4-BE49-F238E27FC236}">
                  <a16:creationId xmlns:a16="http://schemas.microsoft.com/office/drawing/2014/main" id="{2B84D112-EFF8-4345-A547-3E90241339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2" name="SPG Commodity Insights Black Small">
            <a:extLst>
              <a:ext uri="{FF2B5EF4-FFF2-40B4-BE49-F238E27FC236}">
                <a16:creationId xmlns:a16="http://schemas.microsoft.com/office/drawing/2014/main" id="{60F738A8-3610-4EF1-8FC3-C8C4FF0C7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319308070"/>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Divider 4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13E3A80-277B-41DD-9B6B-1EC62EDA409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1" name="Picture Placeholder 6">
            <a:extLst>
              <a:ext uri="{FF2B5EF4-FFF2-40B4-BE49-F238E27FC236}">
                <a16:creationId xmlns:a16="http://schemas.microsoft.com/office/drawing/2014/main" id="{4B6A9924-736C-4E76-A5C2-55BDE6AEB7CB}"/>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55" name="Rectangle 54">
            <a:extLst>
              <a:ext uri="{FF2B5EF4-FFF2-40B4-BE49-F238E27FC236}">
                <a16:creationId xmlns:a16="http://schemas.microsoft.com/office/drawing/2014/main" id="{E8F30ACB-1E5E-4CFB-9DC4-18D7EDD8F1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D2B4D766-E44E-4DF9-BA46-CA1EC55CA18A}"/>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45271E8F-489C-40F2-A67D-998E2CA8D924}"/>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482E437F-F9AD-4030-A46F-A18BEF08D33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6A69B554-02EC-492A-9DA2-FF29BED05E6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8BB328C9-2E41-41A7-BBC7-B51EE36FF1A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F8BCC926-347B-4690-AE57-C54CD1A1B2F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FA08FCB6-FC76-44CB-865E-ECF77402AC1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DBC4BB1-1049-4BEB-AFC7-DA37EE22CB5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F5F37C0E-9B67-4B42-9F24-8FF6EF4340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14B7F4B3-1BAC-4838-BB50-1A6141959A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88EE2A1E-93CB-41B8-A653-B04B4F76A06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EAD41CE1-44CE-4C33-B8DD-003D412DC86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DC48CD0-D251-4206-A6F1-1ACE52B7DF4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41454FC7-6D19-4C39-BD35-3C5DE91A0D0D}"/>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E1729A3D-B204-4E43-9068-707178D7F68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98BD8DA-6230-4B45-900F-E365859DF45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4645667-AE1E-47DE-91F8-F37B785E7D9E}"/>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7C61453D-DE39-4662-AB88-8ED21264416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02065AA5-CF6E-4036-9C95-E6ED7FAE1E81}"/>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732B8303-8773-45CF-AE9E-FAAA01B4570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CD0A1452-734E-4B7F-AC8D-79005DAD6E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3AD00B4D-D135-4852-A39A-E073FE81810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62719995-B306-4AB6-AE05-BB37FE14D32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C87CEDEC-5335-46AE-A8EB-21EA39E2D0D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61E895BC-CB5E-4270-869E-D54F17C547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1B94E3D4-553C-499B-9DF5-2197E01C41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5E19396A-9008-4312-AE83-2BB2A61AAB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EC1712A2-E51C-4A1A-8E5F-F32C88C3F5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EE27F661-5077-44B9-8918-A3E211775E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F5BC1E47-D0A8-43BA-AF70-5CF916C2A4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024DF258-4DA8-409D-AD6B-FFFC3B346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9470DFEB-B565-4957-A16E-BA787DA3CF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9147AD86-E416-4DF6-A016-D31FEE5D72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52C87665-A8C3-49E9-A370-67E2C908B0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3" name="SPG Commodity Insights Black Small">
            <a:extLst>
              <a:ext uri="{FF2B5EF4-FFF2-40B4-BE49-F238E27FC236}">
                <a16:creationId xmlns:a16="http://schemas.microsoft.com/office/drawing/2014/main" id="{CAD4761C-286B-47ED-9FDF-7719D45A5E2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408756764"/>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1" y="1470456"/>
            <a:ext cx="9143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TITLES</a:t>
            </a:r>
          </a:p>
        </p:txBody>
      </p:sp>
      <p:cxnSp>
        <p:nvCxnSpPr>
          <p:cNvPr id="3" name="Straight Connector 2">
            <a:extLst>
              <a:ext uri="{FF2B5EF4-FFF2-40B4-BE49-F238E27FC236}">
                <a16:creationId xmlns:a16="http://schemas.microsoft.com/office/drawing/2014/main" id="{022CCD58-E913-4222-A444-63939C854ADE}"/>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213E7D0-2424-4345-B281-CB9243DFDB6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0E300AB-77EF-4C90-812E-630DDCE08B5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7" name="TextBox 6">
            <a:extLst>
              <a:ext uri="{FF2B5EF4-FFF2-40B4-BE49-F238E27FC236}">
                <a16:creationId xmlns:a16="http://schemas.microsoft.com/office/drawing/2014/main" id="{E24A0290-A315-497D-9B33-74C0E6247B1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44" name="Group 43">
            <a:extLst>
              <a:ext uri="{FF2B5EF4-FFF2-40B4-BE49-F238E27FC236}">
                <a16:creationId xmlns:a16="http://schemas.microsoft.com/office/drawing/2014/main" id="{F3B388A3-A225-4A74-8E1D-E94F037A1B83}"/>
              </a:ext>
            </a:extLst>
          </p:cNvPr>
          <p:cNvGrpSpPr/>
          <p:nvPr/>
        </p:nvGrpSpPr>
        <p:grpSpPr>
          <a:xfrm>
            <a:off x="-994" y="6871034"/>
            <a:ext cx="9144000" cy="143299"/>
            <a:chOff x="-1325" y="6871033"/>
            <a:chExt cx="12192000" cy="143299"/>
          </a:xfrm>
        </p:grpSpPr>
        <p:sp>
          <p:nvSpPr>
            <p:cNvPr id="45" name="Rectangle 44">
              <a:extLst>
                <a:ext uri="{FF2B5EF4-FFF2-40B4-BE49-F238E27FC236}">
                  <a16:creationId xmlns:a16="http://schemas.microsoft.com/office/drawing/2014/main" id="{969CFC21-52FC-470B-9A9C-D31718BFF401}"/>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46" name="Rectangle 45">
              <a:extLst>
                <a:ext uri="{FF2B5EF4-FFF2-40B4-BE49-F238E27FC236}">
                  <a16:creationId xmlns:a16="http://schemas.microsoft.com/office/drawing/2014/main" id="{5DC9E8DB-99B7-466F-9024-BCB317955DD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47" name="Rectangle 46">
            <a:extLst>
              <a:ext uri="{FF2B5EF4-FFF2-40B4-BE49-F238E27FC236}">
                <a16:creationId xmlns:a16="http://schemas.microsoft.com/office/drawing/2014/main" id="{A9491120-B700-4F1A-9AF2-4C88E6F7F35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56" name="Rectangle 55">
            <a:extLst>
              <a:ext uri="{FF2B5EF4-FFF2-40B4-BE49-F238E27FC236}">
                <a16:creationId xmlns:a16="http://schemas.microsoft.com/office/drawing/2014/main" id="{2E700D65-AB2C-414C-AA5F-5FCE269088B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D8F8BA5A-0ABA-4A18-B54A-FAD24265311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91EBA518-533A-400E-B849-B9D23022CC7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9" name="TextBox 58">
              <a:extLst>
                <a:ext uri="{FF2B5EF4-FFF2-40B4-BE49-F238E27FC236}">
                  <a16:creationId xmlns:a16="http://schemas.microsoft.com/office/drawing/2014/main" id="{29E6CABB-0C73-43D0-9AD2-26AB78C6212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60" name="Freeform: Shape 59">
              <a:extLst>
                <a:ext uri="{FF2B5EF4-FFF2-40B4-BE49-F238E27FC236}">
                  <a16:creationId xmlns:a16="http://schemas.microsoft.com/office/drawing/2014/main" id="{51489F82-188A-425B-B896-AFAAC8C22A1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7A2F8161-7463-4264-9ABD-6A83ED0887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62" name="Freeform: Shape 61">
              <a:extLst>
                <a:ext uri="{FF2B5EF4-FFF2-40B4-BE49-F238E27FC236}">
                  <a16:creationId xmlns:a16="http://schemas.microsoft.com/office/drawing/2014/main" id="{0B2DA704-DCF3-43AA-B57E-991967C0B1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3" name="Freeform: Shape 62">
              <a:extLst>
                <a:ext uri="{FF2B5EF4-FFF2-40B4-BE49-F238E27FC236}">
                  <a16:creationId xmlns:a16="http://schemas.microsoft.com/office/drawing/2014/main" id="{66AC24C3-6344-400B-A735-83B1C60D57DE}"/>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4" name="TextBox 63">
              <a:extLst>
                <a:ext uri="{FF2B5EF4-FFF2-40B4-BE49-F238E27FC236}">
                  <a16:creationId xmlns:a16="http://schemas.microsoft.com/office/drawing/2014/main" id="{5BBB03F8-B15E-461D-9E39-01E83FE1AAF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5" name="Picture 64">
              <a:extLst>
                <a:ext uri="{FF2B5EF4-FFF2-40B4-BE49-F238E27FC236}">
                  <a16:creationId xmlns:a16="http://schemas.microsoft.com/office/drawing/2014/main" id="{61FE011A-D899-4922-95FA-F44D6AEAB9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6" name="Rectangle 65">
              <a:extLst>
                <a:ext uri="{FF2B5EF4-FFF2-40B4-BE49-F238E27FC236}">
                  <a16:creationId xmlns:a16="http://schemas.microsoft.com/office/drawing/2014/main" id="{B85532A6-F432-4390-B2EB-0FA8D04F8D8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7" name="Rectangle 66">
              <a:extLst>
                <a:ext uri="{FF2B5EF4-FFF2-40B4-BE49-F238E27FC236}">
                  <a16:creationId xmlns:a16="http://schemas.microsoft.com/office/drawing/2014/main" id="{33D7CBBF-AFFE-411B-925D-CAF1D572E93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8" name="Rectangle 67">
              <a:extLst>
                <a:ext uri="{FF2B5EF4-FFF2-40B4-BE49-F238E27FC236}">
                  <a16:creationId xmlns:a16="http://schemas.microsoft.com/office/drawing/2014/main" id="{B7ADD296-A7E2-4A1B-B5DC-16D1BFAC9B70}"/>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9" name="Rectangle 68">
              <a:extLst>
                <a:ext uri="{FF2B5EF4-FFF2-40B4-BE49-F238E27FC236}">
                  <a16:creationId xmlns:a16="http://schemas.microsoft.com/office/drawing/2014/main" id="{05B98BEE-B769-49E3-9745-4C88CCA131E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70" name="Group 69">
              <a:extLst>
                <a:ext uri="{FF2B5EF4-FFF2-40B4-BE49-F238E27FC236}">
                  <a16:creationId xmlns:a16="http://schemas.microsoft.com/office/drawing/2014/main" id="{E9613116-74CF-438D-840E-1067A38170B7}"/>
                </a:ext>
              </a:extLst>
            </p:cNvPr>
            <p:cNvGrpSpPr/>
            <p:nvPr/>
          </p:nvGrpSpPr>
          <p:grpSpPr>
            <a:xfrm>
              <a:off x="12364752" y="2345932"/>
              <a:ext cx="1055431" cy="88186"/>
              <a:chOff x="914335" y="6913770"/>
              <a:chExt cx="1109884" cy="100584"/>
            </a:xfrm>
            <a:noFill/>
          </p:grpSpPr>
          <p:sp>
            <p:nvSpPr>
              <p:cNvPr id="81" name="Rectangle 80">
                <a:extLst>
                  <a:ext uri="{FF2B5EF4-FFF2-40B4-BE49-F238E27FC236}">
                    <a16:creationId xmlns:a16="http://schemas.microsoft.com/office/drawing/2014/main" id="{13A9E7CF-1375-455F-AEF5-84218092A28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82" name="Rectangle 81">
                <a:extLst>
                  <a:ext uri="{FF2B5EF4-FFF2-40B4-BE49-F238E27FC236}">
                    <a16:creationId xmlns:a16="http://schemas.microsoft.com/office/drawing/2014/main" id="{71806FBA-06CD-4973-900D-9FB499FA026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83" name="Rectangle 82">
                <a:extLst>
                  <a:ext uri="{FF2B5EF4-FFF2-40B4-BE49-F238E27FC236}">
                    <a16:creationId xmlns:a16="http://schemas.microsoft.com/office/drawing/2014/main" id="{D3B72C86-2C17-4216-9A40-9D760EED714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84" name="Rectangle 83">
                <a:extLst>
                  <a:ext uri="{FF2B5EF4-FFF2-40B4-BE49-F238E27FC236}">
                    <a16:creationId xmlns:a16="http://schemas.microsoft.com/office/drawing/2014/main" id="{00BFC6EE-B0F8-44B4-98A4-C3E5AE24EC5C}"/>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85" name="Rectangle 84">
                <a:extLst>
                  <a:ext uri="{FF2B5EF4-FFF2-40B4-BE49-F238E27FC236}">
                    <a16:creationId xmlns:a16="http://schemas.microsoft.com/office/drawing/2014/main" id="{95AB9B84-E04A-4C6D-888C-79F780F7A5D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86" name="Rectangle 85">
                <a:extLst>
                  <a:ext uri="{FF2B5EF4-FFF2-40B4-BE49-F238E27FC236}">
                    <a16:creationId xmlns:a16="http://schemas.microsoft.com/office/drawing/2014/main" id="{DAFC5FDA-7F74-4138-9FE3-09DC32B1533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87" name="Rectangle 86">
                <a:extLst>
                  <a:ext uri="{FF2B5EF4-FFF2-40B4-BE49-F238E27FC236}">
                    <a16:creationId xmlns:a16="http://schemas.microsoft.com/office/drawing/2014/main" id="{09CE081C-E999-438C-9774-B70652A2E9EE}"/>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88" name="Rectangle 87">
                <a:extLst>
                  <a:ext uri="{FF2B5EF4-FFF2-40B4-BE49-F238E27FC236}">
                    <a16:creationId xmlns:a16="http://schemas.microsoft.com/office/drawing/2014/main" id="{BDBE862E-F5D1-474E-B686-AA4C04F3412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89" name="Rectangle 88">
                <a:extLst>
                  <a:ext uri="{FF2B5EF4-FFF2-40B4-BE49-F238E27FC236}">
                    <a16:creationId xmlns:a16="http://schemas.microsoft.com/office/drawing/2014/main" id="{C2EA266E-FD12-4BEE-9446-46140D207DC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90" name="Rectangle 89">
                <a:extLst>
                  <a:ext uri="{FF2B5EF4-FFF2-40B4-BE49-F238E27FC236}">
                    <a16:creationId xmlns:a16="http://schemas.microsoft.com/office/drawing/2014/main" id="{9B1DD96E-6264-4367-BA58-AA643B07273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71" name="Graphic 70" descr="Close with solid fill">
              <a:extLst>
                <a:ext uri="{FF2B5EF4-FFF2-40B4-BE49-F238E27FC236}">
                  <a16:creationId xmlns:a16="http://schemas.microsoft.com/office/drawing/2014/main" id="{951DD323-9321-429F-A856-F3DC807ADC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72" name="Graphic 71" descr="Close with solid fill">
              <a:extLst>
                <a:ext uri="{FF2B5EF4-FFF2-40B4-BE49-F238E27FC236}">
                  <a16:creationId xmlns:a16="http://schemas.microsoft.com/office/drawing/2014/main" id="{47B125F9-6B4E-4360-AD71-F59EBC47A4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73" name="Graphic 72" descr="Close with solid fill">
              <a:extLst>
                <a:ext uri="{FF2B5EF4-FFF2-40B4-BE49-F238E27FC236}">
                  <a16:creationId xmlns:a16="http://schemas.microsoft.com/office/drawing/2014/main" id="{FDFEA8AC-D736-44DA-A697-BAFC7F6C2E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74" name="Graphic 73" descr="Close with solid fill">
              <a:extLst>
                <a:ext uri="{FF2B5EF4-FFF2-40B4-BE49-F238E27FC236}">
                  <a16:creationId xmlns:a16="http://schemas.microsoft.com/office/drawing/2014/main" id="{CF370586-6E00-45AF-89CA-CBE94D1E06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75" name="Graphic 74" descr="Close with solid fill">
              <a:extLst>
                <a:ext uri="{FF2B5EF4-FFF2-40B4-BE49-F238E27FC236}">
                  <a16:creationId xmlns:a16="http://schemas.microsoft.com/office/drawing/2014/main" id="{9BEDABCC-D746-4379-B29B-AC322759C9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76" name="Graphic 75" descr="Close with solid fill">
              <a:extLst>
                <a:ext uri="{FF2B5EF4-FFF2-40B4-BE49-F238E27FC236}">
                  <a16:creationId xmlns:a16="http://schemas.microsoft.com/office/drawing/2014/main" id="{4893EDB0-59CE-4468-8F52-E010D12251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77" name="Graphic 76" descr="Close with solid fill">
              <a:extLst>
                <a:ext uri="{FF2B5EF4-FFF2-40B4-BE49-F238E27FC236}">
                  <a16:creationId xmlns:a16="http://schemas.microsoft.com/office/drawing/2014/main" id="{2202027E-71FC-48D0-8412-8BB6C25716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78" name="Graphic 77" descr="Close with solid fill">
              <a:extLst>
                <a:ext uri="{FF2B5EF4-FFF2-40B4-BE49-F238E27FC236}">
                  <a16:creationId xmlns:a16="http://schemas.microsoft.com/office/drawing/2014/main" id="{2FC27ED8-9CD5-41A5-B5ED-AD936C1B21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79" name="Graphic 78" descr="Close with solid fill">
              <a:extLst>
                <a:ext uri="{FF2B5EF4-FFF2-40B4-BE49-F238E27FC236}">
                  <a16:creationId xmlns:a16="http://schemas.microsoft.com/office/drawing/2014/main" id="{A5D06075-8D57-4D2B-B764-30B6ABC66F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80" name="Graphic 79" descr="Close with solid fill">
              <a:extLst>
                <a:ext uri="{FF2B5EF4-FFF2-40B4-BE49-F238E27FC236}">
                  <a16:creationId xmlns:a16="http://schemas.microsoft.com/office/drawing/2014/main" id="{A8DDD2F4-42B9-4C4F-8C2F-A36CB27753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482819427"/>
      </p:ext>
    </p:extLst>
  </p:cSld>
  <p:clrMapOvr>
    <a:masterClrMapping/>
  </p:clrMapOvr>
  <p:hf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able of Content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C800B4E-860B-417F-BB29-99B57E549B50}"/>
              </a:ext>
            </a:extLst>
          </p:cNvPr>
          <p:cNvSpPr>
            <a:spLocks noGrp="1"/>
          </p:cNvSpPr>
          <p:nvPr>
            <p:ph type="body" sz="quarter" idx="14" hasCustomPrompt="1"/>
          </p:nvPr>
        </p:nvSpPr>
        <p:spPr>
          <a:xfrm>
            <a:off x="4955382" y="1955800"/>
            <a:ext cx="3769519" cy="4249738"/>
          </a:xfrm>
        </p:spPr>
        <p:txBody>
          <a:bodyPr/>
          <a:lstStyle>
            <a:lvl1pPr marL="0" indent="0">
              <a:buFont typeface="Arial" panose="020B0604020202020204" pitchFamily="34" charset="0"/>
              <a:buChar char="​"/>
              <a:defRPr/>
            </a:lvl1pPr>
            <a:lvl2pPr marL="171450" indent="-171450">
              <a:defRPr/>
            </a:lvl2pPr>
          </a:lstStyle>
          <a:p>
            <a:pPr lvl="0"/>
            <a:r>
              <a:rPr lang="en-US"/>
              <a:t>[Click to add content items]</a:t>
            </a:r>
          </a:p>
          <a:p>
            <a:pPr lvl="1"/>
            <a:r>
              <a:rPr lang="en-US"/>
              <a:t>Second level</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9051D01-D692-4173-9D9A-014169CC6598}"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4704619B-9823-F845-874B-2390AC991BC7}" type="slidenum">
              <a:rPr lang="en-US" smtClean="0"/>
              <a:pPr/>
              <a:t>‹#›</a:t>
            </a:fld>
            <a:endParaRPr lang="en-US" dirty="0"/>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Table of Contents title text here]</a:t>
            </a:r>
          </a:p>
        </p:txBody>
      </p:sp>
    </p:spTree>
    <p:extLst>
      <p:ext uri="{BB962C8B-B14F-4D97-AF65-F5344CB8AC3E}">
        <p14:creationId xmlns:p14="http://schemas.microsoft.com/office/powerpoint/2010/main" val="155668016"/>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itle Image Top">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BBBE1557-BB22-495E-A5C7-D2F25E1F6819}"/>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C6F1309B-0845-4EB2-A3CA-C07F324EFAA6}"/>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4031439D-13AF-4415-A3CA-F328745318A0}"/>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785F783B-8563-4B40-8E71-E66B9701C0EB}"/>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60E239-D8BE-43CF-ACD4-E35D16194422}"/>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4BBAE14-FB62-4D6A-B79C-AFB8121868C0}"/>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9BB5C7-E865-464E-99BF-7DA91B3F13B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ED9518A-784E-4E5C-AF5F-CF9C0F050DC8}"/>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2D06CB30-646E-4F84-9926-BF27349370AB}"/>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FBBDBCC-707F-4D78-9298-8E40AB2F8B1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D9AB454-D37B-4481-8B49-942B6DBFF517}"/>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9F46618-918C-429E-807F-83C53CFE919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89CD463-234E-48C6-AC26-710872AB6DB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A60D699-170D-41A0-856D-C14CCA21581D}"/>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85A9B8A-9140-4969-A330-88AA14280A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3694176"/>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5219273"/>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3694176"/>
            <a:ext cx="2276856" cy="1882760"/>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571195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1"/>
            <a:ext cx="9143999" cy="3163824"/>
          </a:xfrm>
          <a:blipFill>
            <a:blip r:embed="rId2"/>
            <a:stretch>
              <a:fillRect l="-296" t="-145918" r="-226" b="-814"/>
            </a:stretch>
          </a:blipFill>
        </p:spPr>
        <p:txBody>
          <a:bodyPr lIns="182880" tIns="182880" rIns="182880" bIns="274320" anchor="ctr"/>
          <a:lstStyle>
            <a:lvl1pPr marL="0" indent="0" algn="ctr">
              <a:buNone/>
              <a:defRPr>
                <a:solidFill>
                  <a:schemeClr val="bg1"/>
                </a:solidFill>
              </a:defRPr>
            </a:lvl1pPr>
          </a:lstStyle>
          <a:p>
            <a:r>
              <a:rPr lang="en-US"/>
              <a:t>[Insert photo]</a:t>
            </a:r>
          </a:p>
        </p:txBody>
      </p:sp>
      <p:cxnSp>
        <p:nvCxnSpPr>
          <p:cNvPr id="13" name="Straight Connector 12">
            <a:extLst>
              <a:ext uri="{FF2B5EF4-FFF2-40B4-BE49-F238E27FC236}">
                <a16:creationId xmlns:a16="http://schemas.microsoft.com/office/drawing/2014/main" id="{08948813-BD31-401D-947E-A68473B16E47}"/>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BD2BDA-4FB2-4A64-86F9-1C049DA7BFB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0C37F7A-AFEB-48BE-9360-1DC8818B1B5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FA4F43D1-4FC5-4E72-95A2-C839C4CA70A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5BB7E29-E753-4218-8C9C-1AFC75516E91}"/>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29835C22-9DD0-496B-ADA2-3CFD10CA69B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EA9AED8-584D-46FB-A854-F952181D7615}"/>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5C1F9D4B-D63F-4564-BD0E-084CE5AAC88B}"/>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610388E5-E199-4F30-A96A-E840D73E7CC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EB267F69-C734-464D-852C-7896A463057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DB80902A-0337-49B6-A970-46A0527D0E0D}"/>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C2386192-4742-4F77-90BF-50C5B70854A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3D433B76-F654-45B0-9586-8C245C164DA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DA255500-2749-40DA-A2FF-70864371AF70}"/>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B0C2181A-ED35-404D-8026-684608EF6B8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27296448-139C-4F01-A14D-15722F35163F}"/>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E33143CA-9D13-4F4A-8C01-B78AA54A792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8CF64805-0404-409D-B105-04BE37A04D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125386A3-CCBD-4F99-9D32-7B68DD6EBB6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DE811315-C6BC-4C0F-B02D-E63B055629A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024B546B-84DC-49B0-8EAD-3D4DB0F078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AB24C22C-6872-4AE2-9022-3D80006962F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91F4FC11-B475-40C9-A974-5E3408B02122}"/>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276F84D4-EFD3-4BC4-B8CD-60E2C8462E9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0A509DAD-D512-4B56-8E5B-852215ED2B1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AA564A51-524B-4609-BF6D-02F1B5736C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0DB3A0A9-DB3B-4FC2-B816-0A78DEB0FEA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5A1B5251-5ECD-425E-9D18-04E5BDD538B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7AC9EE80-C4D5-4760-95C8-2A2845A3D7F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6702FB2F-FF5E-4BB9-B445-FDE9BD71A06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022FE141-25C6-408E-BD22-B21B2F2FA36D}"/>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4AC9BC2F-C6B3-4F64-A5B6-0EFC23121B3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7DAF1033-109C-4E13-9963-B3C23E2282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C2E51B02-8A90-4B70-84C7-E0CCBB07B6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5CE932C8-B51E-4E95-9353-8480DEE7DA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BDAC980E-1608-43DF-8E32-D4B8C85DF44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C7C660C9-5A1C-48F5-AA59-0F0EF25335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56DD4738-D7E8-4356-B8D3-C2723A45C5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C587F34B-E173-43A3-9474-3B8947515D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5D6569B9-625E-45B0-93D5-90ACD31785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47973CCE-3FCA-48E2-890C-384F8BA064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8CD999C3-CEF2-4EF3-884E-C307F1542B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73D325FF-8039-47EF-BF3B-19C79457D2B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643BF373-2625-4604-ABB7-5A28399EC8C0}"/>
              </a:ext>
            </a:extLst>
          </p:cNvPr>
          <p:cNvSpPr>
            <a:spLocks noGrp="1"/>
          </p:cNvSpPr>
          <p:nvPr>
            <p:ph type="dt" sz="half" idx="18"/>
          </p:nvPr>
        </p:nvSpPr>
        <p:spPr>
          <a:xfrm>
            <a:off x="-67192" y="6786726"/>
            <a:ext cx="43873" cy="56034"/>
          </a:xfrm>
        </p:spPr>
        <p:txBody>
          <a:bodyPr/>
          <a:lstStyle>
            <a:lvl1pPr>
              <a:defRPr sz="100">
                <a:noFill/>
              </a:defRPr>
            </a:lvl1pPr>
          </a:lstStyle>
          <a:p>
            <a:fld id="{46BAAD94-E9CA-4657-9820-B02A53B2C794}" type="datetime4">
              <a:rPr lang="en-US" smtClean="0"/>
              <a:t>August 13, 2025</a:t>
            </a:fld>
            <a:endParaRPr lang="en-US"/>
          </a:p>
        </p:txBody>
      </p:sp>
      <p:sp>
        <p:nvSpPr>
          <p:cNvPr id="4" name="Footer Placeholder 3">
            <a:extLst>
              <a:ext uri="{FF2B5EF4-FFF2-40B4-BE49-F238E27FC236}">
                <a16:creationId xmlns:a16="http://schemas.microsoft.com/office/drawing/2014/main" id="{E4D3C8FF-26C1-4663-8C2F-EB432D23C8F1}"/>
              </a:ext>
            </a:extLst>
          </p:cNvPr>
          <p:cNvSpPr>
            <a:spLocks noGrp="1"/>
          </p:cNvSpPr>
          <p:nvPr>
            <p:ph type="ftr" sz="quarter" idx="19"/>
          </p:nvPr>
        </p:nvSpPr>
        <p:spPr>
          <a:xfrm>
            <a:off x="4627538" y="6403792"/>
            <a:ext cx="4096822"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39741434-98FA-4866-91A6-B5C7E0370230}"/>
              </a:ext>
            </a:extLst>
          </p:cNvPr>
          <p:cNvSpPr>
            <a:spLocks noGrp="1"/>
          </p:cNvSpPr>
          <p:nvPr>
            <p:ph type="sldNum" sz="quarter" idx="20"/>
          </p:nvPr>
        </p:nvSpPr>
        <p:spPr>
          <a:xfrm>
            <a:off x="9157677" y="6786726"/>
            <a:ext cx="43873" cy="56034"/>
          </a:xfrm>
        </p:spPr>
        <p:txBody>
          <a:bodyPr/>
          <a:lstStyle>
            <a:lvl1pPr>
              <a:defRPr>
                <a:noFill/>
              </a:defRPr>
            </a:lvl1pPr>
          </a:lstStyle>
          <a:p>
            <a:fld id="{4704619B-9823-F845-874B-2390AC991BC7}" type="slidenum">
              <a:rPr lang="en-US" smtClean="0"/>
              <a:pPr/>
              <a:t>‹#›</a:t>
            </a:fld>
            <a:endParaRPr lang="en-US" dirty="0"/>
          </a:p>
        </p:txBody>
      </p:sp>
      <p:pic>
        <p:nvPicPr>
          <p:cNvPr id="71" name="SPG Commodity Insights Colorful Big">
            <a:extLst>
              <a:ext uri="{FF2B5EF4-FFF2-40B4-BE49-F238E27FC236}">
                <a16:creationId xmlns:a16="http://schemas.microsoft.com/office/drawing/2014/main" id="{4499304B-23EF-45C6-8DEC-8DA7910562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5722822"/>
            <a:ext cx="2071116" cy="960692"/>
          </a:xfrm>
          <a:prstGeom prst="rect">
            <a:avLst/>
          </a:prstGeom>
        </p:spPr>
      </p:pic>
    </p:spTree>
    <p:extLst>
      <p:ext uri="{BB962C8B-B14F-4D97-AF65-F5344CB8AC3E}">
        <p14:creationId xmlns:p14="http://schemas.microsoft.com/office/powerpoint/2010/main" val="294121866"/>
      </p:ext>
    </p:extLst>
  </p:cSld>
  <p:clrMapOvr>
    <a:masterClrMapping/>
  </p:clrMapOvr>
  <p:hf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itle Image Bottom">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E170B52A-0574-4B5D-96F3-FC522D16D7B4}"/>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86E61D24-3A89-4ED7-8C27-1DE6C4E3946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BF823CB6-1E2E-474A-8F24-AFA2BD8FE923}"/>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F63CDFBB-CA4D-452A-9F16-21101C658068}"/>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DF75DE8-F58C-409F-9E8B-5B3C50FF979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28FDD5A-ADCD-425E-9D38-F1ABB2E9C078}"/>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6C7B8A-E643-4A36-B5D8-444B203808EC}"/>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9B6BCEA-F916-4A16-95EC-42595163C24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8A537E61-9D33-4D4E-BB91-503A585F7057}"/>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EF041C5-6A09-493D-AF10-E4B72F1B143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3D4408F-3624-4ACD-A913-24255D97162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57F981-6113-4F8C-BF04-B00633B7C041}"/>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0C08679-F038-4FAD-B1EE-1F376677A0A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A0148F8-6877-42F6-A888-EAB9B0EFF04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A7A113C-106B-4BDD-8FDB-9D861C1DD1F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1294994"/>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2820091"/>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647701"/>
            <a:ext cx="2276856" cy="209939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290216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3694176"/>
            <a:ext cx="9143999" cy="3163824"/>
          </a:xfrm>
          <a:blipFill>
            <a:blip r:embed="rId2"/>
            <a:stretch>
              <a:fillRect l="-724" t="-148456" r="-500"/>
            </a:stretch>
          </a:blipFill>
        </p:spPr>
        <p:txBody>
          <a:bodyPr lIns="182880" tIns="182880" rIns="182880" bIns="274320" anchor="ctr"/>
          <a:lstStyle>
            <a:lvl1pPr marL="0" indent="0" algn="ctr">
              <a:buNone/>
              <a:defRPr>
                <a:solidFill>
                  <a:schemeClr val="tx1"/>
                </a:solidFill>
              </a:defRPr>
            </a:lvl1pPr>
          </a:lstStyle>
          <a:p>
            <a:r>
              <a:rPr lang="en-US"/>
              <a:t>[Insert photo]</a:t>
            </a:r>
          </a:p>
        </p:txBody>
      </p:sp>
      <p:cxnSp>
        <p:nvCxnSpPr>
          <p:cNvPr id="14" name="Straight Connector 13">
            <a:extLst>
              <a:ext uri="{FF2B5EF4-FFF2-40B4-BE49-F238E27FC236}">
                <a16:creationId xmlns:a16="http://schemas.microsoft.com/office/drawing/2014/main" id="{2D4E5B2A-BA77-4B17-8DF6-EA928A0C30F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8AB519E-B546-4342-A2A5-85AA9B713FC4}"/>
              </a:ext>
            </a:extLst>
          </p:cNvPr>
          <p:cNvCxnSpPr>
            <a:cxnSpLocks/>
          </p:cNvCxnSpPr>
          <p:nvPr/>
        </p:nvCxnSpPr>
        <p:spPr>
          <a:xfrm flipV="1">
            <a:off x="9144001" y="6205416"/>
            <a:ext cx="289526" cy="412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D433F79-9C81-4929-99E8-01BCFFB8A6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5B361783-51E2-41C2-97AC-97C0FF4BED1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C0C7C0-8FD4-4F9D-8791-0E5F1A014F9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D0FF267-DD03-4957-816F-EC6105E2398E}"/>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5033B7-E3CD-4AB5-8C5F-6CA103C2C78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89D045CA-4196-418F-9E09-E5BEF999B6A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3EF97331-F6AA-4EBF-845D-D92A086B4D0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D77511B6-5DB3-4066-8844-040EBFA431B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05F164A3-4EE3-46F3-B9BF-B875E1FBAACA}"/>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6FE81C2A-C92D-477B-99EE-9AFEA406E0DC}"/>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C4117E95-1283-4B43-9B7F-CF8C5B40F80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EA9FE7DE-B1F5-41D3-8476-9DB25EEDD52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1E8654EC-1B32-4267-BA99-B17CC65B38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A5CA9CE1-9EC9-4CF2-9DA9-B56D011B386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A4F06F4C-FCC4-4E78-B187-71EF9FB623B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AFDECF38-7BE7-419F-913A-50C9930F20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89B37E7E-1432-4B4C-A5E1-4CA90FA2BCB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50445590-761E-47D1-88E3-4FC11CDA4DB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3D8659A6-0296-4723-8253-1135EEC32E2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3131725C-D298-4422-8FA2-5C30C4D4719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11341132-7DED-428E-A430-1963CD0CFB33}"/>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6785FF3C-2C8D-4724-B094-6E8A7392BE52}"/>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266DD3DF-D4AC-4CB3-8769-58F8C9956AB5}"/>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444CCD38-7C87-4A32-873E-864C73B2A659}"/>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5AAC09C8-519B-4B17-8719-FBDA25D0D48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00DB0364-8AE8-423D-A303-684E0B02334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59A44B99-1E87-4B30-A95D-57BF03B847B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D1754725-B7A2-4229-BE66-645E38BFB14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320F4B44-6E09-4B07-B714-A628FB21CC2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6725C27C-9F74-4FC6-9CB6-75FE6131A65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1C925A34-F0D6-4676-8C9C-03ABD0BC5FD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E314398A-0B5C-4ACD-8E8C-71278149E7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2E05283F-F7B2-4A89-A66B-EFA7A1D35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0F7E95D7-554D-46F3-8201-0802393EFC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B6950F30-ED56-4B6E-8F44-7C244AC216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D502C339-E6EC-4C2A-8DD1-55583E5FE6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321A92B9-92EF-47C1-B704-0F0FFFD85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79A011D3-BC65-4C3C-A829-09FF9E6E4A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D5F2769F-B451-4F7F-927F-CE14C7F2A6C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76834A7F-B42D-4C0C-92B9-2285D18E0B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5B2400A8-F26A-482B-9DA7-1D1AD328F6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FF613B07-9E7A-4CE1-95D1-7BDF6E0E821F}"/>
              </a:ext>
            </a:extLst>
          </p:cNvPr>
          <p:cNvSpPr>
            <a:spLocks noGrp="1"/>
          </p:cNvSpPr>
          <p:nvPr>
            <p:ph type="dt" sz="half" idx="18"/>
          </p:nvPr>
        </p:nvSpPr>
        <p:spPr>
          <a:xfrm>
            <a:off x="-52694" y="6806287"/>
            <a:ext cx="41148" cy="54864"/>
          </a:xfrm>
        </p:spPr>
        <p:txBody>
          <a:bodyPr/>
          <a:lstStyle>
            <a:lvl1pPr>
              <a:defRPr>
                <a:noFill/>
              </a:defRPr>
            </a:lvl1pPr>
          </a:lstStyle>
          <a:p>
            <a:fld id="{1368B5A3-6DA2-4355-B7C2-19FFD8192B14}" type="datetime4">
              <a:rPr lang="en-US" smtClean="0"/>
              <a:t>August 13, 2025</a:t>
            </a:fld>
            <a:endParaRPr lang="en-US"/>
          </a:p>
        </p:txBody>
      </p:sp>
      <p:sp>
        <p:nvSpPr>
          <p:cNvPr id="4" name="Footer Placeholder 3">
            <a:extLst>
              <a:ext uri="{FF2B5EF4-FFF2-40B4-BE49-F238E27FC236}">
                <a16:creationId xmlns:a16="http://schemas.microsoft.com/office/drawing/2014/main" id="{1A20B511-0D7A-4A24-9866-4840698E5AE1}"/>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593F625B-66C7-41A6-B79F-7688FC3BFBB2}"/>
              </a:ext>
            </a:extLst>
          </p:cNvPr>
          <p:cNvSpPr>
            <a:spLocks noGrp="1"/>
          </p:cNvSpPr>
          <p:nvPr>
            <p:ph type="sldNum" sz="quarter" idx="20"/>
          </p:nvPr>
        </p:nvSpPr>
        <p:spPr>
          <a:xfrm>
            <a:off x="9148870" y="6900067"/>
            <a:ext cx="41148" cy="54864"/>
          </a:xfrm>
        </p:spPr>
        <p:txBody>
          <a:bodyPr/>
          <a:lstStyle>
            <a:lvl1pPr>
              <a:defRPr>
                <a:noFill/>
              </a:defRPr>
            </a:lvl1pPr>
          </a:lstStyle>
          <a:p>
            <a:fld id="{4704619B-9823-F845-874B-2390AC991BC7}" type="slidenum">
              <a:rPr lang="en-US" smtClean="0"/>
              <a:pPr/>
              <a:t>‹#›</a:t>
            </a:fld>
            <a:endParaRPr lang="en-US" dirty="0"/>
          </a:p>
        </p:txBody>
      </p:sp>
      <p:pic>
        <p:nvPicPr>
          <p:cNvPr id="72" name="SPG Commodity Insights Red White Big">
            <a:extLst>
              <a:ext uri="{FF2B5EF4-FFF2-40B4-BE49-F238E27FC236}">
                <a16:creationId xmlns:a16="http://schemas.microsoft.com/office/drawing/2014/main" id="{7BF88A21-4FCC-4763-A7CB-7D26E080A8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167107344"/>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itle Image Right">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2B285209-705D-4C8F-A941-8AFB2E5D2C3C}"/>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400D9C7D-AFD1-476D-91BD-094E88398BA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3502D2C-FC02-413D-BF15-EA13D66FABA1}"/>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8DC0787-9556-40FF-AC3C-627A4350505C}"/>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3FA25D3-273D-403A-B304-0E4B1ECD5EA7}"/>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CAA6DA2-3739-4786-9A03-964028DD6D6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43EAD03-19C3-4C08-9106-17F0D381CE38}"/>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8F96AAC-0FDC-487A-8798-7C5DB274AB6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A6919D5B-5686-43F8-8D85-E3882C56212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DC478C54-CEF6-4A4B-9778-A640C995E01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6141E0D-12DE-44E7-9DD8-08CCF68120E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C17A532-E264-4325-96BE-49513745692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5742C64-2422-4CDE-8C93-D3BA635E744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DE561FE-45F1-45FF-89E9-6C99E3BDF7A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B04D02C-BC6F-44D6-AB2F-7CFF6E7875B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 name="Picture Placeholder 6">
            <a:extLst>
              <a:ext uri="{FF2B5EF4-FFF2-40B4-BE49-F238E27FC236}">
                <a16:creationId xmlns:a16="http://schemas.microsoft.com/office/drawing/2014/main" id="{287B2262-C456-455C-A903-57F749CFF68B}"/>
              </a:ext>
            </a:extLst>
          </p:cNvPr>
          <p:cNvSpPr>
            <a:spLocks noGrp="1"/>
          </p:cNvSpPr>
          <p:nvPr>
            <p:ph type="pic" sz="quarter" idx="13" hasCustomPrompt="1"/>
          </p:nvPr>
        </p:nvSpPr>
        <p:spPr>
          <a:xfrm>
            <a:off x="4249341" y="1287070"/>
            <a:ext cx="4894659" cy="4918468"/>
          </a:xfrm>
          <a:blipFill>
            <a:blip r:embed="rId2"/>
            <a:stretch>
              <a:fillRect l="-724" t="-148455" r="-550" b="-122"/>
            </a:stretch>
          </a:blipFill>
        </p:spPr>
        <p:txBody>
          <a:bodyPr anchor="ctr"/>
          <a:lstStyle>
            <a:lvl1pPr marL="0" indent="0" algn="ctr">
              <a:buNone/>
              <a:defRPr/>
            </a:lvl1pPr>
          </a:lstStyle>
          <a:p>
            <a:r>
              <a:rPr lang="en-US"/>
              <a:t>[Insert photo]</a:t>
            </a: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6283"/>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4667"/>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3" name="Straight Connector 12">
            <a:extLst>
              <a:ext uri="{FF2B5EF4-FFF2-40B4-BE49-F238E27FC236}">
                <a16:creationId xmlns:a16="http://schemas.microsoft.com/office/drawing/2014/main" id="{893DEC7C-79A3-4144-A817-AE81708959B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5CC483F-468B-416B-B6B1-6BE884C5204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86479E2-9DF3-4DEA-9C4D-CCAD42FF9CC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FB90B3E7-0C5B-48B3-8561-36F18D7CB2C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5341EC9-B150-4429-843B-E5ADA3C3997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6CDF022-0744-4164-952F-14D8303C4B3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CA96E9CE-9F89-4534-AFC1-85731F0664C8}"/>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DBE3881-0D07-4998-9F92-92FB5C60BD44}"/>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99495E87-ABAD-4B57-9E98-7FFE41054BF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684DBF18-21E3-4C4F-AB0B-B7C6C9A45784}"/>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45ECE3A5-3B8A-4832-80BC-DD14F41F7732}"/>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E7117544-529D-4E7F-BCCB-C875394B3B9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FC72210F-12D9-4693-86C8-71981AD5C4B3}"/>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9194E8DB-D0FB-4E20-94B6-138504DD9A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2BE48F46-090C-44D4-AF94-1D5F8F2B569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E080D52-6AE6-4675-81F8-07C78B9F8D0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CF09E73A-FE20-4BD9-8D66-AF94023D782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4BFA87CA-E109-4FF2-B172-A94DFB268E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F4E24E0B-A12A-45D9-AB57-5A590D3ECCA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8C6B9DFE-14A1-4340-BB78-3196C843359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8CC2D451-C22A-4F2F-A874-38E8B2E8584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732C7C-6967-40E4-BE40-9323AEB729E9}"/>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240FC81C-279B-4512-8F30-1779A524F352}"/>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4ABABA4F-6CE0-44E9-9200-51BC5DA549DF}"/>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59B5C93E-3932-4419-8454-5E4AAD910B4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77597AE8-74B5-4588-B09F-4788D6F4E8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37FB415E-DCDC-4000-9766-9DD3CB93883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4C33F656-4167-4CE1-9AD4-40C37E056BE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595083B2-9F83-4528-AAF4-7C52D9AB1A0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29CD0836-52F9-45C7-A86A-35B4377EDBE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7A459AE0-8F2C-4633-8532-C0FA80DAE3F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17517B6F-D41A-4486-86DF-B5F390A8867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30AB530F-89EA-4891-9BC0-9BBE24D501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A61EE766-DA8C-4B11-B636-64641A0CC1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C1BEF7C-C7AE-4C02-97F1-E131B947CB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1A20D4E3-61B3-4659-9F45-75626327B7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9FDF2732-D7CB-4658-91CC-5A77D23DA1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9B7BDC60-1EF5-4806-9A77-5052A2D464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9DEE8FC4-A0D7-4AF1-A9B7-727B71FB05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AE6731F5-4F2A-4BA6-86DB-F95709DC6B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2F9778D0-206E-4FC0-B0E0-D32FE96569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DFA1B4CD-0D95-4FFC-BA36-3823DEC95F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453B95BB-E6EC-4FF5-8BB9-6857193EAE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2F4B2B6F-489A-487A-B10A-F4D2464CA129}"/>
              </a:ext>
            </a:extLst>
          </p:cNvPr>
          <p:cNvSpPr>
            <a:spLocks noGrp="1"/>
          </p:cNvSpPr>
          <p:nvPr>
            <p:ph type="dt" sz="half" idx="18"/>
          </p:nvPr>
        </p:nvSpPr>
        <p:spPr>
          <a:xfrm>
            <a:off x="-68894" y="6899830"/>
            <a:ext cx="41148" cy="54864"/>
          </a:xfrm>
        </p:spPr>
        <p:txBody>
          <a:bodyPr/>
          <a:lstStyle>
            <a:lvl1pPr>
              <a:defRPr sz="100">
                <a:noFill/>
              </a:defRPr>
            </a:lvl1pPr>
          </a:lstStyle>
          <a:p>
            <a:fld id="{F3B46971-4D15-424F-9C28-D1FB6CB0543C}" type="datetime4">
              <a:rPr lang="en-US" smtClean="0"/>
              <a:t>August 13, 2025</a:t>
            </a:fld>
            <a:endParaRPr lang="en-US"/>
          </a:p>
        </p:txBody>
      </p:sp>
      <p:sp>
        <p:nvSpPr>
          <p:cNvPr id="4" name="Footer Placeholder 3">
            <a:extLst>
              <a:ext uri="{FF2B5EF4-FFF2-40B4-BE49-F238E27FC236}">
                <a16:creationId xmlns:a16="http://schemas.microsoft.com/office/drawing/2014/main" id="{3CA42B13-DC57-419A-8756-4F81A1EDB959}"/>
              </a:ext>
            </a:extLst>
          </p:cNvPr>
          <p:cNvSpPr>
            <a:spLocks noGrp="1"/>
          </p:cNvSpPr>
          <p:nvPr>
            <p:ph type="ftr" sz="quarter" idx="19"/>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29F1D4C7-82F0-4511-A668-F8E8F1C0D502}"/>
              </a:ext>
            </a:extLst>
          </p:cNvPr>
          <p:cNvSpPr>
            <a:spLocks noGrp="1"/>
          </p:cNvSpPr>
          <p:nvPr>
            <p:ph type="sldNum" sz="quarter" idx="20"/>
          </p:nvPr>
        </p:nvSpPr>
        <p:spPr>
          <a:xfrm>
            <a:off x="9155925" y="6875928"/>
            <a:ext cx="41148" cy="54864"/>
          </a:xfrm>
        </p:spPr>
        <p:txBody>
          <a:bodyPr/>
          <a:lstStyle>
            <a:lvl1pPr>
              <a:defRPr sz="100">
                <a:noFill/>
              </a:defRPr>
            </a:lvl1pPr>
          </a:lstStyle>
          <a:p>
            <a:fld id="{4704619B-9823-F845-874B-2390AC991BC7}" type="slidenum">
              <a:rPr lang="en-US" smtClean="0"/>
              <a:pPr/>
              <a:t>‹#›</a:t>
            </a:fld>
            <a:endParaRPr lang="en-US" dirty="0"/>
          </a:p>
        </p:txBody>
      </p:sp>
      <p:pic>
        <p:nvPicPr>
          <p:cNvPr id="70" name="SPG Commodity Insights White Big">
            <a:extLst>
              <a:ext uri="{FF2B5EF4-FFF2-40B4-BE49-F238E27FC236}">
                <a16:creationId xmlns:a16="http://schemas.microsoft.com/office/drawing/2014/main" id="{70241632-E006-4408-8413-1DB40F54B9A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1208243020"/>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Blank Red">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6EB64E27-0618-4E65-8CB4-FCD7F4351DF3}"/>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DEA62B0-2835-4EDE-8B75-2FB85E7666BC}"/>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8C1FC8A2-36B3-400F-A042-75077492A9BF}"/>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240CCC65-28AB-49B1-9813-C39743DDA9C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2AA5D0D-D26E-48A9-9B47-A5BB998C4FCC}"/>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4D94432-CB1F-4EE3-BC6B-B174E7B5B39B}"/>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38DC04E-1A74-4114-95EE-871364D9B49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B27100-F447-416B-8752-DC9C3465B79C}"/>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441370FA-E0C5-4DDC-8946-4958159BA8AC}"/>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E1133AF-7AB4-4FCC-A06F-35F8B4048E4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3D40113-1CD2-4F59-8F83-B9415CAD8B58}"/>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EB38F7D-9222-4C5F-B84F-007925FEDFB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9913A1E-6909-4DF7-8232-57CCBDC511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7435DCD-381E-40A7-8575-75387DEDEC1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4CA3929-073D-4A99-BA6D-9F5FBA1908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9841"/>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2" name="Straight Connector 11">
            <a:extLst>
              <a:ext uri="{FF2B5EF4-FFF2-40B4-BE49-F238E27FC236}">
                <a16:creationId xmlns:a16="http://schemas.microsoft.com/office/drawing/2014/main" id="{F948F06B-101D-4AC6-B5A1-D4C6DC1DC1E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9A438F-EC51-4D26-B661-2EAD720C07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2BD921F-4EE9-40CB-99AD-3B60994C2D55}"/>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6B05D682-0C07-468D-8664-04E726BF794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3" name="Group 62">
            <a:extLst>
              <a:ext uri="{FF2B5EF4-FFF2-40B4-BE49-F238E27FC236}">
                <a16:creationId xmlns:a16="http://schemas.microsoft.com/office/drawing/2014/main" id="{225AFF6D-273A-4DDD-B466-929EBD166B52}"/>
              </a:ext>
            </a:extLst>
          </p:cNvPr>
          <p:cNvGrpSpPr/>
          <p:nvPr/>
        </p:nvGrpSpPr>
        <p:grpSpPr>
          <a:xfrm>
            <a:off x="-994" y="6871034"/>
            <a:ext cx="9144000" cy="143299"/>
            <a:chOff x="-1325" y="6871033"/>
            <a:chExt cx="12192000" cy="143299"/>
          </a:xfrm>
        </p:grpSpPr>
        <p:sp>
          <p:nvSpPr>
            <p:cNvPr id="64" name="Rectangle 63">
              <a:extLst>
                <a:ext uri="{FF2B5EF4-FFF2-40B4-BE49-F238E27FC236}">
                  <a16:creationId xmlns:a16="http://schemas.microsoft.com/office/drawing/2014/main" id="{1F76FDE2-A8A3-4534-9F53-836640B701EF}"/>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5" name="Rectangle 64">
              <a:extLst>
                <a:ext uri="{FF2B5EF4-FFF2-40B4-BE49-F238E27FC236}">
                  <a16:creationId xmlns:a16="http://schemas.microsoft.com/office/drawing/2014/main" id="{7E47F59E-74E5-4D19-B087-1409F7DADF1D}"/>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6" name="Rectangle 65">
            <a:extLst>
              <a:ext uri="{FF2B5EF4-FFF2-40B4-BE49-F238E27FC236}">
                <a16:creationId xmlns:a16="http://schemas.microsoft.com/office/drawing/2014/main" id="{5E1F82C3-DAD1-4EB6-B300-D338DC3B22E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46E26F63-06C3-4579-B7AB-F7A1ED499230}"/>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E0D07729-3939-43F4-A302-C5F3EA4780C4}"/>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7E71D360-9AF5-4645-97F3-C612E964C60B}"/>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D3346FA0-D716-4F51-B586-A091F8B0E2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6A732932-7B06-4798-8198-3DE8FF70E89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5CE8B367-9285-4955-8FF6-B1A5ABC45C2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B48FC7EB-BA31-441C-8876-F248DBBF4F9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DA9EE824-6934-464A-87AB-5B7510D0D97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DF1917B8-85C1-4582-B15C-7D69D1E14943}"/>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9A694079-5DB8-42FB-99FB-670FDAE8A2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64BA07E1-8B91-45F1-B874-C6C2CBEE91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A3B84B6C-21AA-4B0F-9AE5-357C158D835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B1CB1052-EDAB-4A44-A9F6-02CF8C25825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72642DBF-311C-45CB-B45A-013D8DC9A7DD}"/>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D88760E3-D8A9-4644-BB47-4A39A0C0ED3A}"/>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10E155DF-0A2A-489F-A204-F0139546EBE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1608BE06-2C89-4041-AE83-0F5765D7A8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042C10B9-9530-404D-B23F-BD78942C3B56}"/>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A7A198E-0BA2-44E3-8240-55B454CDACF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2C5F2D5E-03B9-4F18-8463-0639DD8E4BF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662BE8F9-39AA-43C6-AFE0-1BF8A88CB5CD}"/>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A5DA3E52-2EBC-4545-BE40-EE2557028C9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D9DAC4A6-077C-4A31-9C24-F07EA7E7C10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D2C074D-F360-43EE-915F-6303A53ED5D2}"/>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016009BB-FA9B-401E-A10B-C1B048CF441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FA226DF7-9868-4328-8240-58041EAE2D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1D781BCD-EEF0-4C69-BB93-6F1F97FCFE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966042FF-6FBE-4E6E-87D0-A7CB41FC50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6CA283C2-AECD-498D-BE39-3E166184E1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3244FAB6-051F-4B73-9E8F-4C61F319EE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1172A977-FABD-4493-A203-8849598A1B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7D5E0D52-CAE2-4CAD-B03B-D3EC9982EE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695E94A7-C5BF-484D-9E84-82AFDE6BF5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05373362-115D-49FA-8C68-A8B4E3E3C5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622539A0-36E7-48F5-A397-E045B44472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064D30C-936C-4967-AFC6-B93F623CA6F5}"/>
              </a:ext>
            </a:extLst>
          </p:cNvPr>
          <p:cNvSpPr>
            <a:spLocks noGrp="1"/>
          </p:cNvSpPr>
          <p:nvPr>
            <p:ph type="dt" sz="half" idx="18"/>
          </p:nvPr>
        </p:nvSpPr>
        <p:spPr>
          <a:xfrm>
            <a:off x="-65993" y="6895674"/>
            <a:ext cx="41148" cy="54864"/>
          </a:xfrm>
        </p:spPr>
        <p:txBody>
          <a:bodyPr/>
          <a:lstStyle>
            <a:lvl1pPr>
              <a:defRPr sz="100">
                <a:noFill/>
              </a:defRPr>
            </a:lvl1pPr>
          </a:lstStyle>
          <a:p>
            <a:fld id="{2CCD725F-E5D0-43FE-9C5C-489B5DC7E57B}" type="datetime4">
              <a:rPr lang="en-US" smtClean="0"/>
              <a:t>August 13, 2025</a:t>
            </a:fld>
            <a:endParaRPr lang="en-US"/>
          </a:p>
        </p:txBody>
      </p:sp>
      <p:sp>
        <p:nvSpPr>
          <p:cNvPr id="4" name="Footer Placeholder 3">
            <a:extLst>
              <a:ext uri="{FF2B5EF4-FFF2-40B4-BE49-F238E27FC236}">
                <a16:creationId xmlns:a16="http://schemas.microsoft.com/office/drawing/2014/main" id="{AFF87BD7-3AD4-41A6-85D5-142F30CCDA5D}"/>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F3BEF5F0-4550-4190-9246-F1A51D3CF48B}"/>
              </a:ext>
            </a:extLst>
          </p:cNvPr>
          <p:cNvSpPr>
            <a:spLocks noGrp="1"/>
          </p:cNvSpPr>
          <p:nvPr>
            <p:ph type="sldNum" sz="quarter" idx="20"/>
          </p:nvPr>
        </p:nvSpPr>
        <p:spPr>
          <a:xfrm>
            <a:off x="9159398" y="6895673"/>
            <a:ext cx="41148" cy="54864"/>
          </a:xfrm>
        </p:spPr>
        <p:txBody>
          <a:bodyPr/>
          <a:lstStyle>
            <a:lvl1pPr>
              <a:defRPr sz="100">
                <a:noFill/>
              </a:defRPr>
            </a:lvl1pPr>
          </a:lstStyle>
          <a:p>
            <a:fld id="{4704619B-9823-F845-874B-2390AC991BC7}" type="slidenum">
              <a:rPr lang="en-US" smtClean="0"/>
              <a:pPr/>
              <a:t>‹#›</a:t>
            </a:fld>
            <a:endParaRPr lang="en-US" dirty="0"/>
          </a:p>
        </p:txBody>
      </p:sp>
      <p:pic>
        <p:nvPicPr>
          <p:cNvPr id="69" name="SPG Commodity Insights White Big">
            <a:extLst>
              <a:ext uri="{FF2B5EF4-FFF2-40B4-BE49-F238E27FC236}">
                <a16:creationId xmlns:a16="http://schemas.microsoft.com/office/drawing/2014/main" id="{E7A4C76E-B5E0-47B5-BEBC-D299E7DF7B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112732378"/>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3" name="Group 82">
            <a:extLst>
              <a:ext uri="{FF2B5EF4-FFF2-40B4-BE49-F238E27FC236}">
                <a16:creationId xmlns:a16="http://schemas.microsoft.com/office/drawing/2014/main" id="{CBDE4C0C-1F1C-4F02-A6EB-F2554ADE887B}"/>
              </a:ext>
            </a:extLst>
          </p:cNvPr>
          <p:cNvGrpSpPr/>
          <p:nvPr/>
        </p:nvGrpSpPr>
        <p:grpSpPr>
          <a:xfrm>
            <a:off x="9144747" y="647701"/>
            <a:ext cx="104748" cy="5046663"/>
            <a:chOff x="12192996" y="647700"/>
            <a:chExt cx="139664" cy="5046663"/>
          </a:xfrm>
        </p:grpSpPr>
        <p:cxnSp>
          <p:nvCxnSpPr>
            <p:cNvPr id="84" name="Straight Connector 83">
              <a:extLst>
                <a:ext uri="{FF2B5EF4-FFF2-40B4-BE49-F238E27FC236}">
                  <a16:creationId xmlns:a16="http://schemas.microsoft.com/office/drawing/2014/main" id="{AB2B82C4-5A7B-4C3E-85F1-302BA123FDF8}"/>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BC4CA50C-DC6B-4532-80EA-F28E8B51C0E1}"/>
                </a:ext>
              </a:extLst>
            </p:cNvPr>
            <p:cNvGrpSpPr/>
            <p:nvPr/>
          </p:nvGrpSpPr>
          <p:grpSpPr>
            <a:xfrm>
              <a:off x="12202508" y="647700"/>
              <a:ext cx="130152" cy="5046663"/>
              <a:chOff x="12202508" y="647700"/>
              <a:chExt cx="130152" cy="5046663"/>
            </a:xfrm>
          </p:grpSpPr>
          <p:cxnSp>
            <p:nvCxnSpPr>
              <p:cNvPr id="86" name="Straight Connector 85">
                <a:extLst>
                  <a:ext uri="{FF2B5EF4-FFF2-40B4-BE49-F238E27FC236}">
                    <a16:creationId xmlns:a16="http://schemas.microsoft.com/office/drawing/2014/main" id="{D4227544-25B8-43F2-A382-09126CE1D53D}"/>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DE0598B-21E1-4AC9-9DD3-9587CF3B2E2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4965106-C953-4340-ADAD-E33C3D5AB84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68C2DAF-71D0-4E92-89F7-63BF5CCA1964}"/>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5C85142-108D-4D31-8381-651F3B71FEC3}"/>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91" name="Group 90">
            <a:extLst>
              <a:ext uri="{FF2B5EF4-FFF2-40B4-BE49-F238E27FC236}">
                <a16:creationId xmlns:a16="http://schemas.microsoft.com/office/drawing/2014/main" id="{3126A0FC-AB3D-4457-832F-9CAA4807D44D}"/>
              </a:ext>
            </a:extLst>
          </p:cNvPr>
          <p:cNvGrpSpPr/>
          <p:nvPr/>
        </p:nvGrpSpPr>
        <p:grpSpPr>
          <a:xfrm>
            <a:off x="-97614" y="647701"/>
            <a:ext cx="97614" cy="5046663"/>
            <a:chOff x="-130152" y="647700"/>
            <a:chExt cx="130152" cy="5046663"/>
          </a:xfrm>
        </p:grpSpPr>
        <p:cxnSp>
          <p:nvCxnSpPr>
            <p:cNvPr id="92" name="Straight Connector 91">
              <a:extLst>
                <a:ext uri="{FF2B5EF4-FFF2-40B4-BE49-F238E27FC236}">
                  <a16:creationId xmlns:a16="http://schemas.microsoft.com/office/drawing/2014/main" id="{17D5183D-E7EC-4733-A453-DD3011C74727}"/>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CE7D18F-A860-4DD8-9A7F-DA37E4C3AA6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76B2D8-9387-4E72-A78D-008F7B1DE7A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D2839-C002-4B6C-8039-6A2215DD092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2CA74D5-3BD1-4495-8E67-2D08372A8A7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A53572D4-8E61-4A83-8938-8C0CB8CA936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418338" y="1956816"/>
            <a:ext cx="5390388" cy="1399032"/>
          </a:xfrm>
          <a:prstGeom prst="rect">
            <a:avLst/>
          </a:prstGeom>
        </p:spPr>
        <p:txBody>
          <a:bodyPr anchor="b">
            <a:normAutofit/>
          </a:bodyPr>
          <a:lstStyle>
            <a:lvl1pPr algn="l">
              <a:defRPr sz="3300" b="0"/>
            </a:lvl1pPr>
          </a:lstStyle>
          <a:p>
            <a:r>
              <a:rPr lang="en-US"/>
              <a:t>[Presentation title max two lines]</a:t>
            </a:r>
          </a:p>
        </p:txBody>
      </p:sp>
      <p:sp>
        <p:nvSpPr>
          <p:cNvPr id="3" name="Subtitle 2"/>
          <p:cNvSpPr>
            <a:spLocks noGrp="1"/>
          </p:cNvSpPr>
          <p:nvPr>
            <p:ph type="subTitle" idx="1" hasCustomPrompt="1"/>
          </p:nvPr>
        </p:nvSpPr>
        <p:spPr>
          <a:xfrm>
            <a:off x="419099" y="3474720"/>
            <a:ext cx="5390388" cy="739308"/>
          </a:xfrm>
        </p:spPr>
        <p:txBody>
          <a:bodyPr>
            <a:normAutofit/>
          </a:bodyPr>
          <a:lstStyle>
            <a:lvl1pPr marL="0" indent="0" algn="l">
              <a:buNone/>
              <a:defRPr sz="18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a:t>[Presentation subtitle]</a:t>
            </a:r>
          </a:p>
        </p:txBody>
      </p:sp>
      <p:cxnSp>
        <p:nvCxnSpPr>
          <p:cNvPr id="10" name="Straight Connector 9">
            <a:extLst>
              <a:ext uri="{FF2B5EF4-FFF2-40B4-BE49-F238E27FC236}">
                <a16:creationId xmlns:a16="http://schemas.microsoft.com/office/drawing/2014/main" id="{376BA038-2C76-4471-9639-0C56434FB7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1C0E8F-74CC-4F47-A92F-139B6B63BAE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FF48AF1-AFFB-470F-AA8A-E6D9D296D96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AF1FAC2A-8D2A-43FA-A89A-FD41958C13C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2" name="Group 61">
            <a:extLst>
              <a:ext uri="{FF2B5EF4-FFF2-40B4-BE49-F238E27FC236}">
                <a16:creationId xmlns:a16="http://schemas.microsoft.com/office/drawing/2014/main" id="{64E9768B-A287-45E9-B93C-8F74CC3CBCEE}"/>
              </a:ext>
            </a:extLst>
          </p:cNvPr>
          <p:cNvGrpSpPr/>
          <p:nvPr/>
        </p:nvGrpSpPr>
        <p:grpSpPr>
          <a:xfrm>
            <a:off x="-994" y="6871034"/>
            <a:ext cx="9144000" cy="143299"/>
            <a:chOff x="-1325" y="6871033"/>
            <a:chExt cx="12192000" cy="143299"/>
          </a:xfrm>
        </p:grpSpPr>
        <p:sp>
          <p:nvSpPr>
            <p:cNvPr id="63" name="Rectangle 62">
              <a:extLst>
                <a:ext uri="{FF2B5EF4-FFF2-40B4-BE49-F238E27FC236}">
                  <a16:creationId xmlns:a16="http://schemas.microsoft.com/office/drawing/2014/main" id="{C475D874-C0C6-4E4B-BB98-E542146BD63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4" name="Rectangle 63">
              <a:extLst>
                <a:ext uri="{FF2B5EF4-FFF2-40B4-BE49-F238E27FC236}">
                  <a16:creationId xmlns:a16="http://schemas.microsoft.com/office/drawing/2014/main" id="{0785CC4C-3F34-42B2-9537-BFD82F7DE4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5" name="Rectangle 64">
            <a:extLst>
              <a:ext uri="{FF2B5EF4-FFF2-40B4-BE49-F238E27FC236}">
                <a16:creationId xmlns:a16="http://schemas.microsoft.com/office/drawing/2014/main" id="{E6806D8E-6A7F-40D9-BCCF-3FD869EFAA9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D822507-3E4E-4D69-9341-50B46011FEA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5A761A62-846B-4E24-B6A9-9F8BACC73FBA}"/>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970B1166-4B5E-482E-AEA8-AF5754445A5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7625261F-9012-45CB-ABAF-4C1AEDD19CF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1A4EF8C-B05F-4C2D-B895-B21347BB6B9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FEF527E8-5CCD-4E35-BD18-5BE908F8147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46EFB865-E95C-4D65-81B9-DADE001CAED5}"/>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E9756AD0-29AE-4990-BF99-3E465902C1F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D3EA4F1D-DAE8-4A6E-A65C-C9A39B328E3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47D9D4B7-6F5D-45E3-965B-9B647508C7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78" name="Rectangle 77">
              <a:extLst>
                <a:ext uri="{FF2B5EF4-FFF2-40B4-BE49-F238E27FC236}">
                  <a16:creationId xmlns:a16="http://schemas.microsoft.com/office/drawing/2014/main" id="{88630BDD-787D-4482-BF31-6E548A6283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4DF7C0F0-B7CE-4A90-914D-652755BC8C5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0" name="Rectangle 79">
              <a:extLst>
                <a:ext uri="{FF2B5EF4-FFF2-40B4-BE49-F238E27FC236}">
                  <a16:creationId xmlns:a16="http://schemas.microsoft.com/office/drawing/2014/main" id="{7022B6B0-B5B1-4FA7-AD7A-56FC4EFF5A63}"/>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1" name="Rectangle 80">
              <a:extLst>
                <a:ext uri="{FF2B5EF4-FFF2-40B4-BE49-F238E27FC236}">
                  <a16:creationId xmlns:a16="http://schemas.microsoft.com/office/drawing/2014/main" id="{3C3114C0-9B04-4745-B0B2-8A2A899971C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2" name="Group 81">
              <a:extLst>
                <a:ext uri="{FF2B5EF4-FFF2-40B4-BE49-F238E27FC236}">
                  <a16:creationId xmlns:a16="http://schemas.microsoft.com/office/drawing/2014/main" id="{2F8B8185-CCD7-4451-ACD5-6C91CB4A6B81}"/>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772BF05C-B7F4-4317-8F18-A4BE9F50BCE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98C1F182-54AA-47C5-AA3D-F47B1BB74530}"/>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EDC44974-480B-4F6A-879E-B1E110585E7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D3596518-DC4F-4D88-A25D-AFA59B77BB4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DA888A0-5BF5-42D0-9544-D6DE4CA5EBB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61A7793E-A0E5-4CCE-9C97-8DBFA520F87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A82ACCF2-F05E-470D-BCF5-1560C619CE0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796EB321-FBBB-4629-92E6-3DBC06FD8D1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C1D301F2-511F-433B-81B9-306C4F9BBDF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4F70A24-6327-49AA-9A45-24B6C164925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A687F511-0A68-483D-9776-63F8B1257A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E0907C52-44BE-4C09-BA55-A6F3A52AA2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AFB67541-AE70-4AA1-9656-2123BBAB6A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718C701C-5E97-4D56-B432-AD696732AB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B3E9595E-4F55-4501-94BF-0FB57F478E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9A584820-7F6D-4CC1-940D-460D46731C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A37EF2-CB6A-463E-A002-C90485D224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48C855CC-3AB0-41B0-9BBF-9B7BB0D35B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489DB8FD-920A-418F-AA9B-45F79A59B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9BBE7E3C-8A35-41D6-86A2-B821B8FEE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 name="Date Placeholder 3">
            <a:extLst>
              <a:ext uri="{FF2B5EF4-FFF2-40B4-BE49-F238E27FC236}">
                <a16:creationId xmlns:a16="http://schemas.microsoft.com/office/drawing/2014/main" id="{A8821B2B-FF47-4712-B01E-603572454706}"/>
              </a:ext>
            </a:extLst>
          </p:cNvPr>
          <p:cNvSpPr>
            <a:spLocks noGrp="1"/>
          </p:cNvSpPr>
          <p:nvPr>
            <p:ph type="dt" sz="half" idx="10"/>
          </p:nvPr>
        </p:nvSpPr>
        <p:spPr>
          <a:xfrm>
            <a:off x="-84909" y="6895670"/>
            <a:ext cx="41148" cy="54864"/>
          </a:xfrm>
        </p:spPr>
        <p:txBody>
          <a:bodyPr/>
          <a:lstStyle>
            <a:lvl1pPr>
              <a:defRPr sz="100">
                <a:noFill/>
              </a:defRPr>
            </a:lvl1pPr>
          </a:lstStyle>
          <a:p>
            <a:fld id="{9D096F1F-C83F-4ACB-BDBF-C932B5B1405A}" type="datetime4">
              <a:rPr lang="en-US" smtClean="0"/>
              <a:t>August 13, 2025</a:t>
            </a:fld>
            <a:endParaRPr lang="en-US"/>
          </a:p>
        </p:txBody>
      </p:sp>
      <p:sp>
        <p:nvSpPr>
          <p:cNvPr id="5" name="Footer Placeholder 4">
            <a:extLst>
              <a:ext uri="{FF2B5EF4-FFF2-40B4-BE49-F238E27FC236}">
                <a16:creationId xmlns:a16="http://schemas.microsoft.com/office/drawing/2014/main" id="{6B9D4A80-775D-4252-875E-247FD042AC6C}"/>
              </a:ext>
            </a:extLst>
          </p:cNvPr>
          <p:cNvSpPr>
            <a:spLocks noGrp="1"/>
          </p:cNvSpPr>
          <p:nvPr>
            <p:ph type="ftr" sz="quarter" idx="11"/>
          </p:nvPr>
        </p:nvSpPr>
        <p:spPr/>
        <p:txBody>
          <a:bodyPr/>
          <a:lstStyle/>
          <a:p>
            <a:r>
              <a:rPr lang="en-US"/>
              <a:t>S&amp;P Global Commodity Insights – Internal Use Only</a:t>
            </a:r>
          </a:p>
        </p:txBody>
      </p:sp>
      <p:sp>
        <p:nvSpPr>
          <p:cNvPr id="6" name="Slide Number Placeholder 5">
            <a:extLst>
              <a:ext uri="{FF2B5EF4-FFF2-40B4-BE49-F238E27FC236}">
                <a16:creationId xmlns:a16="http://schemas.microsoft.com/office/drawing/2014/main" id="{744CE996-91E9-401D-B376-AACD01423D72}"/>
              </a:ext>
            </a:extLst>
          </p:cNvPr>
          <p:cNvSpPr>
            <a:spLocks noGrp="1"/>
          </p:cNvSpPr>
          <p:nvPr>
            <p:ph type="sldNum" sz="quarter" idx="12"/>
          </p:nvPr>
        </p:nvSpPr>
        <p:spPr>
          <a:xfrm>
            <a:off x="9164128" y="6920899"/>
            <a:ext cx="41148" cy="54864"/>
          </a:xfrm>
        </p:spPr>
        <p:txBody>
          <a:bodyPr/>
          <a:lstStyle>
            <a:lvl1pPr>
              <a:defRPr sz="100">
                <a:noFill/>
              </a:defRPr>
            </a:lvl1pPr>
          </a:lstStyle>
          <a:p>
            <a:fld id="{4704619B-9823-F845-874B-2390AC991BC7}" type="slidenum">
              <a:rPr lang="en-US" smtClean="0"/>
              <a:pPr/>
              <a:t>‹#›</a:t>
            </a:fld>
            <a:endParaRPr lang="en-US" dirty="0"/>
          </a:p>
        </p:txBody>
      </p:sp>
      <p:pic>
        <p:nvPicPr>
          <p:cNvPr id="67" name="SPG Commodity Insights Red White Big">
            <a:extLst>
              <a:ext uri="{FF2B5EF4-FFF2-40B4-BE49-F238E27FC236}">
                <a16:creationId xmlns:a16="http://schemas.microsoft.com/office/drawing/2014/main" id="{6E8D5550-4753-424D-94AC-7FE7175EBB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80706"/>
            <a:ext cx="2071116" cy="960692"/>
          </a:xfrm>
          <a:prstGeom prst="rect">
            <a:avLst/>
          </a:prstGeom>
        </p:spPr>
      </p:pic>
    </p:spTree>
    <p:extLst>
      <p:ext uri="{BB962C8B-B14F-4D97-AF65-F5344CB8AC3E}">
        <p14:creationId xmlns:p14="http://schemas.microsoft.com/office/powerpoint/2010/main" val="2989552147"/>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Text Placeholder 11"/>
          <p:cNvSpPr>
            <a:spLocks noGrp="1"/>
          </p:cNvSpPr>
          <p:nvPr>
            <p:ph type="body" sz="quarter" idx="15" hasCustomPrompt="1"/>
          </p:nvPr>
        </p:nvSpPr>
        <p:spPr>
          <a:xfrm>
            <a:off x="417910" y="647700"/>
            <a:ext cx="8308181" cy="5557838"/>
          </a:xfrm>
        </p:spPr>
        <p:txBody>
          <a:bodyPr tIns="0" bIns="0" anchor="t">
            <a:normAutofit/>
          </a:bodyPr>
          <a:lstStyle>
            <a:lvl1pPr marL="0" indent="0">
              <a:lnSpc>
                <a:spcPct val="70000"/>
              </a:lnSpc>
              <a:spcBef>
                <a:spcPts val="0"/>
              </a:spcBef>
              <a:spcAft>
                <a:spcPts val="150"/>
              </a:spcAft>
              <a:buSzPct val="25000"/>
              <a:buFont typeface="Arial" panose="020B0604020202020204" pitchFamily="34" charset="0"/>
              <a:buChar char=" "/>
              <a:defRPr sz="67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[Click to add non-bulleted content use Tab / Increase List Level for Second Level with bullet]</a:t>
            </a:r>
          </a:p>
          <a:p>
            <a:pPr lvl="1"/>
            <a:r>
              <a:rPr lang="en-US"/>
              <a:t>Second level</a:t>
            </a:r>
          </a:p>
        </p:txBody>
      </p:sp>
      <p:sp>
        <p:nvSpPr>
          <p:cNvPr id="2" name="Date Placeholder 1">
            <a:extLst>
              <a:ext uri="{FF2B5EF4-FFF2-40B4-BE49-F238E27FC236}">
                <a16:creationId xmlns:a16="http://schemas.microsoft.com/office/drawing/2014/main" id="{2E8387B7-F763-4C34-94C4-97132B4B4946}"/>
              </a:ext>
            </a:extLst>
          </p:cNvPr>
          <p:cNvSpPr>
            <a:spLocks noGrp="1"/>
          </p:cNvSpPr>
          <p:nvPr>
            <p:ph type="dt" sz="half" idx="16"/>
          </p:nvPr>
        </p:nvSpPr>
        <p:spPr/>
        <p:txBody>
          <a:bodyPr/>
          <a:lstStyle/>
          <a:p>
            <a:fld id="{DD8C6A1C-1714-4A3A-985B-494EC3675387}" type="datetime4">
              <a:rPr lang="en-US" smtClean="0"/>
              <a:t>August 13, 2025</a:t>
            </a:fld>
            <a:endParaRPr lang="en-US"/>
          </a:p>
        </p:txBody>
      </p:sp>
      <p:sp>
        <p:nvSpPr>
          <p:cNvPr id="8" name="Footer Placeholder 7">
            <a:extLst>
              <a:ext uri="{FF2B5EF4-FFF2-40B4-BE49-F238E27FC236}">
                <a16:creationId xmlns:a16="http://schemas.microsoft.com/office/drawing/2014/main" id="{C717362C-2F74-4297-90B9-A57E4AEA86D5}"/>
              </a:ext>
            </a:extLst>
          </p:cNvPr>
          <p:cNvSpPr>
            <a:spLocks noGrp="1"/>
          </p:cNvSpPr>
          <p:nvPr>
            <p:ph type="ftr" sz="quarter" idx="17"/>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71396959-DB01-48A2-93AE-24CB6D631423}"/>
              </a:ext>
            </a:extLst>
          </p:cNvPr>
          <p:cNvSpPr>
            <a:spLocks noGrp="1"/>
          </p:cNvSpPr>
          <p:nvPr>
            <p:ph type="sldNum" sz="quarter" idx="18"/>
          </p:nvPr>
        </p:nvSpPr>
        <p:spPr/>
        <p:txBody>
          <a:bodyPr/>
          <a:lstStyle/>
          <a:p>
            <a:fld id="{4704619B-9823-F845-874B-2390AC991BC7}" type="slidenum">
              <a:rPr lang="en-US" smtClean="0"/>
              <a:pPr/>
              <a:t>‹#›</a:t>
            </a:fld>
            <a:endParaRPr lang="en-US" dirty="0"/>
          </a:p>
        </p:txBody>
      </p:sp>
    </p:spTree>
    <p:extLst>
      <p:ext uri="{BB962C8B-B14F-4D97-AF65-F5344CB8AC3E}">
        <p14:creationId xmlns:p14="http://schemas.microsoft.com/office/powerpoint/2010/main" val="3155135134"/>
      </p:ext>
    </p:extLst>
  </p:cSld>
  <p:clrMapOvr>
    <a:masterClrMapping/>
  </p:clrMapOvr>
  <p:hf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    ">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p:nvSpPr>
        <p:spPr>
          <a:xfrm>
            <a:off x="0" y="0"/>
            <a:ext cx="9144000" cy="6858000"/>
          </a:xfrm>
          <a:prstGeom prst="rect">
            <a:avLst/>
          </a:prstGeom>
          <a:solidFill>
            <a:schemeClr val="accent5"/>
          </a:solidFill>
        </p:spPr>
        <p:txBody>
          <a:bodyPr wrap="square" rtlCol="0" anchor="ctr">
            <a:noAutofit/>
          </a:bodyPr>
          <a:lstStyle/>
          <a:p>
            <a:pPr algn="ctr">
              <a:lnSpc>
                <a:spcPct val="90000"/>
              </a:lnSpc>
            </a:pPr>
            <a:r>
              <a:rPr lang="en-US" sz="8625" b="1"/>
              <a:t>DO NOT USE LAYOUTS AFTER THIS! </a:t>
            </a:r>
          </a:p>
        </p:txBody>
      </p:sp>
      <p:sp>
        <p:nvSpPr>
          <p:cNvPr id="39" name="Rectangle 38">
            <a:extLst>
              <a:ext uri="{FF2B5EF4-FFF2-40B4-BE49-F238E27FC236}">
                <a16:creationId xmlns:a16="http://schemas.microsoft.com/office/drawing/2014/main" id="{CE32137E-BEAB-4227-B846-44FA913DAE4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0" name="Group 39">
            <a:extLst>
              <a:ext uri="{FF2B5EF4-FFF2-40B4-BE49-F238E27FC236}">
                <a16:creationId xmlns:a16="http://schemas.microsoft.com/office/drawing/2014/main" id="{69939F3E-74E5-44F1-9240-48E58834DF45}"/>
              </a:ext>
            </a:extLst>
          </p:cNvPr>
          <p:cNvGrpSpPr/>
          <p:nvPr/>
        </p:nvGrpSpPr>
        <p:grpSpPr>
          <a:xfrm>
            <a:off x="9192986" y="1051487"/>
            <a:ext cx="954405" cy="3085386"/>
            <a:chOff x="12257314" y="1051487"/>
            <a:chExt cx="1272540" cy="3085386"/>
          </a:xfrm>
        </p:grpSpPr>
        <p:sp>
          <p:nvSpPr>
            <p:cNvPr id="41" name="Rectangle 40">
              <a:extLst>
                <a:ext uri="{FF2B5EF4-FFF2-40B4-BE49-F238E27FC236}">
                  <a16:creationId xmlns:a16="http://schemas.microsoft.com/office/drawing/2014/main" id="{5D7AC190-6D13-491A-A146-FB42D15A54A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2" name="TextBox 41">
              <a:extLst>
                <a:ext uri="{FF2B5EF4-FFF2-40B4-BE49-F238E27FC236}">
                  <a16:creationId xmlns:a16="http://schemas.microsoft.com/office/drawing/2014/main" id="{BBB96B0B-9EF1-4F44-9D15-C2F5FAE2C7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43" name="Freeform: Shape 42">
              <a:extLst>
                <a:ext uri="{FF2B5EF4-FFF2-40B4-BE49-F238E27FC236}">
                  <a16:creationId xmlns:a16="http://schemas.microsoft.com/office/drawing/2014/main" id="{73790DEF-B040-4375-B50D-2E75D106AF8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4" name="TextBox 43">
              <a:extLst>
                <a:ext uri="{FF2B5EF4-FFF2-40B4-BE49-F238E27FC236}">
                  <a16:creationId xmlns:a16="http://schemas.microsoft.com/office/drawing/2014/main" id="{76BC3F5E-CB1C-47AD-A420-D44AF6A539E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45" name="Freeform: Shape 44">
              <a:extLst>
                <a:ext uri="{FF2B5EF4-FFF2-40B4-BE49-F238E27FC236}">
                  <a16:creationId xmlns:a16="http://schemas.microsoft.com/office/drawing/2014/main" id="{0A4DDF4B-F5E6-4774-B89B-17BA6DF305EB}"/>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6" name="Freeform: Shape 45">
              <a:extLst>
                <a:ext uri="{FF2B5EF4-FFF2-40B4-BE49-F238E27FC236}">
                  <a16:creationId xmlns:a16="http://schemas.microsoft.com/office/drawing/2014/main" id="{7E3EA3A4-B959-4E87-9825-2BF632AE444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 name="TextBox 46">
              <a:extLst>
                <a:ext uri="{FF2B5EF4-FFF2-40B4-BE49-F238E27FC236}">
                  <a16:creationId xmlns:a16="http://schemas.microsoft.com/office/drawing/2014/main" id="{26F0D607-2FE9-4C0B-A4B4-B91087BCBBD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48" name="Picture 47">
              <a:extLst>
                <a:ext uri="{FF2B5EF4-FFF2-40B4-BE49-F238E27FC236}">
                  <a16:creationId xmlns:a16="http://schemas.microsoft.com/office/drawing/2014/main" id="{33E063C8-30BA-4E29-AD0A-98373A1AB3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49" name="Rectangle 48">
              <a:extLst>
                <a:ext uri="{FF2B5EF4-FFF2-40B4-BE49-F238E27FC236}">
                  <a16:creationId xmlns:a16="http://schemas.microsoft.com/office/drawing/2014/main" id="{5D48A37F-F745-44A0-98C8-CA1A76B046F6}"/>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0" name="Rectangle 49">
              <a:extLst>
                <a:ext uri="{FF2B5EF4-FFF2-40B4-BE49-F238E27FC236}">
                  <a16:creationId xmlns:a16="http://schemas.microsoft.com/office/drawing/2014/main" id="{CDFA2AE4-FF5D-46B6-87B4-77EB5A52254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1" name="Rectangle 50">
              <a:extLst>
                <a:ext uri="{FF2B5EF4-FFF2-40B4-BE49-F238E27FC236}">
                  <a16:creationId xmlns:a16="http://schemas.microsoft.com/office/drawing/2014/main" id="{F36BE5EF-85EC-4E85-81DE-C07584B0FA4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2" name="Rectangle 51">
              <a:extLst>
                <a:ext uri="{FF2B5EF4-FFF2-40B4-BE49-F238E27FC236}">
                  <a16:creationId xmlns:a16="http://schemas.microsoft.com/office/drawing/2014/main" id="{A9B956C9-082C-4B27-AD93-0C603C121881}"/>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53" name="Group 52">
              <a:extLst>
                <a:ext uri="{FF2B5EF4-FFF2-40B4-BE49-F238E27FC236}">
                  <a16:creationId xmlns:a16="http://schemas.microsoft.com/office/drawing/2014/main" id="{B4712D24-C98D-4BA9-983F-49CB970D38EE}"/>
                </a:ext>
              </a:extLst>
            </p:cNvPr>
            <p:cNvGrpSpPr/>
            <p:nvPr/>
          </p:nvGrpSpPr>
          <p:grpSpPr>
            <a:xfrm>
              <a:off x="12364752" y="2345932"/>
              <a:ext cx="1055431" cy="88186"/>
              <a:chOff x="914335" y="6913770"/>
              <a:chExt cx="1109884" cy="100584"/>
            </a:xfrm>
            <a:noFill/>
          </p:grpSpPr>
          <p:sp>
            <p:nvSpPr>
              <p:cNvPr id="64" name="Rectangle 63">
                <a:extLst>
                  <a:ext uri="{FF2B5EF4-FFF2-40B4-BE49-F238E27FC236}">
                    <a16:creationId xmlns:a16="http://schemas.microsoft.com/office/drawing/2014/main" id="{EDA93D8A-1D14-4733-93D5-A04B1993F1D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65" name="Rectangle 64">
                <a:extLst>
                  <a:ext uri="{FF2B5EF4-FFF2-40B4-BE49-F238E27FC236}">
                    <a16:creationId xmlns:a16="http://schemas.microsoft.com/office/drawing/2014/main" id="{0B4E07B5-BB1F-4AE6-9F68-8BA108D159F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66" name="Rectangle 65">
                <a:extLst>
                  <a:ext uri="{FF2B5EF4-FFF2-40B4-BE49-F238E27FC236}">
                    <a16:creationId xmlns:a16="http://schemas.microsoft.com/office/drawing/2014/main" id="{5161CBFA-3A0B-469F-B774-CFFEAD3F0AB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67" name="Rectangle 66">
                <a:extLst>
                  <a:ext uri="{FF2B5EF4-FFF2-40B4-BE49-F238E27FC236}">
                    <a16:creationId xmlns:a16="http://schemas.microsoft.com/office/drawing/2014/main" id="{180E91D1-EB2F-4496-B88C-CE1A533E402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68" name="Rectangle 67">
                <a:extLst>
                  <a:ext uri="{FF2B5EF4-FFF2-40B4-BE49-F238E27FC236}">
                    <a16:creationId xmlns:a16="http://schemas.microsoft.com/office/drawing/2014/main" id="{F96F4D83-759D-4016-9F0F-EDB086D969F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69" name="Rectangle 68">
                <a:extLst>
                  <a:ext uri="{FF2B5EF4-FFF2-40B4-BE49-F238E27FC236}">
                    <a16:creationId xmlns:a16="http://schemas.microsoft.com/office/drawing/2014/main" id="{29B63B26-9A2E-4C5B-BA98-AA0ACD83E37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70" name="Rectangle 69">
                <a:extLst>
                  <a:ext uri="{FF2B5EF4-FFF2-40B4-BE49-F238E27FC236}">
                    <a16:creationId xmlns:a16="http://schemas.microsoft.com/office/drawing/2014/main" id="{379BE47D-8EBF-4BC0-AD9C-1E304A5308B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71" name="Rectangle 70">
                <a:extLst>
                  <a:ext uri="{FF2B5EF4-FFF2-40B4-BE49-F238E27FC236}">
                    <a16:creationId xmlns:a16="http://schemas.microsoft.com/office/drawing/2014/main" id="{83CACD62-1D2A-4C9A-82A8-DE26F2D2152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72" name="Rectangle 71">
                <a:extLst>
                  <a:ext uri="{FF2B5EF4-FFF2-40B4-BE49-F238E27FC236}">
                    <a16:creationId xmlns:a16="http://schemas.microsoft.com/office/drawing/2014/main" id="{1044C6D4-8350-42FD-B1CB-0CF4C9D9F82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73" name="Rectangle 72">
                <a:extLst>
                  <a:ext uri="{FF2B5EF4-FFF2-40B4-BE49-F238E27FC236}">
                    <a16:creationId xmlns:a16="http://schemas.microsoft.com/office/drawing/2014/main" id="{7D9ABC90-61E7-4E90-9073-F86C3B74753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54" name="Graphic 53" descr="Close with solid fill">
              <a:extLst>
                <a:ext uri="{FF2B5EF4-FFF2-40B4-BE49-F238E27FC236}">
                  <a16:creationId xmlns:a16="http://schemas.microsoft.com/office/drawing/2014/main" id="{37EB55F8-E8D5-4198-89DE-B0E01E1B8E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55" name="Graphic 54" descr="Close with solid fill">
              <a:extLst>
                <a:ext uri="{FF2B5EF4-FFF2-40B4-BE49-F238E27FC236}">
                  <a16:creationId xmlns:a16="http://schemas.microsoft.com/office/drawing/2014/main" id="{B6F5A250-BFFA-42A1-8D25-CFB0DA72B5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56" name="Graphic 55" descr="Close with solid fill">
              <a:extLst>
                <a:ext uri="{FF2B5EF4-FFF2-40B4-BE49-F238E27FC236}">
                  <a16:creationId xmlns:a16="http://schemas.microsoft.com/office/drawing/2014/main" id="{D53EE910-D134-4547-8737-B95277EF08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57" name="Graphic 56" descr="Close with solid fill">
              <a:extLst>
                <a:ext uri="{FF2B5EF4-FFF2-40B4-BE49-F238E27FC236}">
                  <a16:creationId xmlns:a16="http://schemas.microsoft.com/office/drawing/2014/main" id="{AA0C8EBC-8A95-4FF7-81FF-FD6B0F067E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58" name="Graphic 57" descr="Close with solid fill">
              <a:extLst>
                <a:ext uri="{FF2B5EF4-FFF2-40B4-BE49-F238E27FC236}">
                  <a16:creationId xmlns:a16="http://schemas.microsoft.com/office/drawing/2014/main" id="{8598951F-5A5A-49A5-9545-77D3E82592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59" name="Graphic 58" descr="Close with solid fill">
              <a:extLst>
                <a:ext uri="{FF2B5EF4-FFF2-40B4-BE49-F238E27FC236}">
                  <a16:creationId xmlns:a16="http://schemas.microsoft.com/office/drawing/2014/main" id="{95929A5B-A2CD-4D5E-AF71-CD01AD787D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0" name="Graphic 59" descr="Close with solid fill">
              <a:extLst>
                <a:ext uri="{FF2B5EF4-FFF2-40B4-BE49-F238E27FC236}">
                  <a16:creationId xmlns:a16="http://schemas.microsoft.com/office/drawing/2014/main" id="{042C97FB-A1B0-4B71-B65E-9F3DBB9B68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1" name="Graphic 60" descr="Close with solid fill">
              <a:extLst>
                <a:ext uri="{FF2B5EF4-FFF2-40B4-BE49-F238E27FC236}">
                  <a16:creationId xmlns:a16="http://schemas.microsoft.com/office/drawing/2014/main" id="{13BB3A3E-31BC-4C8E-B051-3598ACA680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2" name="Graphic 61" descr="Close with solid fill">
              <a:extLst>
                <a:ext uri="{FF2B5EF4-FFF2-40B4-BE49-F238E27FC236}">
                  <a16:creationId xmlns:a16="http://schemas.microsoft.com/office/drawing/2014/main" id="{036AF13A-5529-4654-9F5F-34261CB09A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63" name="Graphic 62" descr="Close with solid fill">
              <a:extLst>
                <a:ext uri="{FF2B5EF4-FFF2-40B4-BE49-F238E27FC236}">
                  <a16:creationId xmlns:a16="http://schemas.microsoft.com/office/drawing/2014/main" id="{8565E643-497F-4395-AD1C-B53D4B8192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2667426146"/>
      </p:ext>
    </p:extLst>
  </p:cSld>
  <p:clrMapOvr>
    <a:masterClrMapping/>
  </p:clrMapOvr>
  <p:hf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468312" y="1916113"/>
            <a:ext cx="3959225" cy="4176712"/>
          </a:xfrm>
        </p:spPr>
        <p:txBody>
          <a:body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4716463" y="1916113"/>
            <a:ext cx="3959225" cy="4176712"/>
          </a:xfrm>
        </p:spPr>
        <p:txBody>
          <a:body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4704619B-9823-F845-874B-2390AC991BC7}" type="slidenum">
              <a:rPr lang="en-US" smtClean="0"/>
              <a:t>‹#›</a:t>
            </a:fld>
            <a:endParaRPr lang="en-US" dirty="0"/>
          </a:p>
        </p:txBody>
      </p:sp>
      <p:sp>
        <p:nvSpPr>
          <p:cNvPr id="7" name="Text Placeholder 2"/>
          <p:cNvSpPr>
            <a:spLocks noGrp="1"/>
          </p:cNvSpPr>
          <p:nvPr>
            <p:ph type="body" idx="1"/>
          </p:nvPr>
        </p:nvSpPr>
        <p:spPr>
          <a:xfrm>
            <a:off x="468313" y="1389887"/>
            <a:ext cx="8207375" cy="244800"/>
          </a:xfrm>
        </p:spPr>
        <p:txBody>
          <a:bodyPr wrap="square" anchor="t" anchorCtr="0">
            <a:spAutoFit/>
          </a:bodyPr>
          <a:lstStyle>
            <a:lvl1pPr marL="0" indent="0">
              <a:lnSpc>
                <a:spcPct val="100000"/>
              </a:lnSpc>
              <a:buNone/>
              <a:defRPr sz="16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itle 1"/>
          <p:cNvSpPr>
            <a:spLocks noGrp="1"/>
          </p:cNvSpPr>
          <p:nvPr>
            <p:ph type="title"/>
          </p:nvPr>
        </p:nvSpPr>
        <p:spPr>
          <a:xfrm>
            <a:off x="468313" y="961012"/>
            <a:ext cx="8207375" cy="370800"/>
          </a:xfrm>
        </p:spPr>
        <p:txBody>
          <a:bodyPr/>
          <a:lstStyle/>
          <a:p>
            <a:r>
              <a:rPr lang="en-US"/>
              <a:t>Click to edit Master title style</a:t>
            </a:r>
            <a:endParaRPr lang="en-US" dirty="0"/>
          </a:p>
        </p:txBody>
      </p:sp>
    </p:spTree>
    <p:extLst>
      <p:ext uri="{BB962C8B-B14F-4D97-AF65-F5344CB8AC3E}">
        <p14:creationId xmlns:p14="http://schemas.microsoft.com/office/powerpoint/2010/main" val="318736513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3"/>
            <a:ext cx="8207375" cy="4321175"/>
          </a:xfrm>
        </p:spPr>
        <p:txBody>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Click to edit Master text styles</a:t>
            </a:r>
          </a:p>
        </p:txBody>
      </p:sp>
    </p:spTree>
    <p:extLst>
      <p:ext uri="{BB962C8B-B14F-4D97-AF65-F5344CB8AC3E}">
        <p14:creationId xmlns:p14="http://schemas.microsoft.com/office/powerpoint/2010/main" val="2488536285"/>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Title White">
    <p:bg>
      <p:bgRef idx="1001">
        <a:schemeClr val="bg1"/>
      </p:bgRef>
    </p:bg>
    <p:spTree>
      <p:nvGrpSpPr>
        <p:cNvPr id="1" name=""/>
        <p:cNvGrpSpPr/>
        <p:nvPr/>
      </p:nvGrpSpPr>
      <p:grpSpPr>
        <a:xfrm>
          <a:off x="0" y="0"/>
          <a:ext cx="0" cy="0"/>
          <a:chOff x="0" y="0"/>
          <a:chExt cx="0" cy="0"/>
        </a:xfrm>
      </p:grpSpPr>
      <p:sp>
        <p:nvSpPr>
          <p:cNvPr id="79" name="Rectangle 78">
            <a:extLst>
              <a:ext uri="{FF2B5EF4-FFF2-40B4-BE49-F238E27FC236}">
                <a16:creationId xmlns:a16="http://schemas.microsoft.com/office/drawing/2014/main" id="{F38398A9-7316-41DB-A533-4A7A2DAF67CC}"/>
              </a:ext>
            </a:extLst>
          </p:cNvPr>
          <p:cNvSpPr/>
          <p:nvPr/>
        </p:nvSpPr>
        <p:spPr>
          <a:xfrm>
            <a:off x="-1014362" y="-10547"/>
            <a:ext cx="954405" cy="39642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Please note the </a:t>
            </a:r>
            <a:r>
              <a:rPr lang="en-US" sz="600" b="1">
                <a:solidFill>
                  <a:srgbClr val="000000"/>
                </a:solidFill>
              </a:rPr>
              <a:t>additional options for Title Slide Layouts </a:t>
            </a:r>
            <a:r>
              <a:rPr lang="en-US" sz="600">
                <a:solidFill>
                  <a:srgbClr val="000000"/>
                </a:solidFill>
              </a:rPr>
              <a:t>under Layouts on the Home Tab. </a:t>
            </a:r>
          </a:p>
        </p:txBody>
      </p:sp>
      <p:sp>
        <p:nvSpPr>
          <p:cNvPr id="15" name="Rectangle 14">
            <a:extLst>
              <a:ext uri="{FF2B5EF4-FFF2-40B4-BE49-F238E27FC236}">
                <a16:creationId xmlns:a16="http://schemas.microsoft.com/office/drawing/2014/main" id="{A84A4ADC-5140-43E7-A027-A0B478F3782E}"/>
              </a:ext>
            </a:extLst>
          </p:cNvPr>
          <p:cNvSpPr/>
          <p:nvPr/>
        </p:nvSpPr>
        <p:spPr>
          <a:xfrm>
            <a:off x="-922875" y="648464"/>
            <a:ext cx="797417" cy="3185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5196" y="1959841"/>
            <a:ext cx="5391765" cy="1398263"/>
          </a:xfrm>
          <a:prstGeom prst="rect">
            <a:avLst/>
          </a:prstGeom>
          <a:noFill/>
        </p:spPr>
        <p:txBody>
          <a:bodyPr anchor="b">
            <a:normAutofit/>
          </a:bodyPr>
          <a:lstStyle>
            <a:lvl1pPr>
              <a:defRPr sz="3300" b="0"/>
            </a:lvl1pPr>
          </a:lstStyle>
          <a:p>
            <a:r>
              <a:rPr lang="en-US"/>
              <a:t>[Title max 2 lines - additional Title slides under Layouts]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25196"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25196"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25196"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pic>
        <p:nvPicPr>
          <p:cNvPr id="28" name="S&amp;P Global Big Logo White">
            <a:extLst>
              <a:ext uri="{FF2B5EF4-FFF2-40B4-BE49-F238E27FC236}">
                <a16:creationId xmlns:a16="http://schemas.microsoft.com/office/drawing/2014/main" id="{ECBD4E13-674D-41EC-8CA7-7D5645831C8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255" y="175869"/>
            <a:ext cx="1282446" cy="660745"/>
          </a:xfrm>
          <a:prstGeom prst="rect">
            <a:avLst/>
          </a:prstGeom>
        </p:spPr>
      </p:pic>
      <p:cxnSp>
        <p:nvCxnSpPr>
          <p:cNvPr id="13" name="Straight Connector 12">
            <a:extLst>
              <a:ext uri="{FF2B5EF4-FFF2-40B4-BE49-F238E27FC236}">
                <a16:creationId xmlns:a16="http://schemas.microsoft.com/office/drawing/2014/main" id="{38848774-06A4-4C9C-9314-148C24E489BB}"/>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0D77BC6-934A-4328-AC3E-51C3D8FC547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CBE42BB4-B506-4979-AD9F-D6C80A08E23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7D46EBAF-8C9F-439B-88C1-359D3F12024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C499AF21-EB04-4D6A-8A3D-4BCA6140907C}"/>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4DB3F314-279D-4E8E-A0FE-F0ABFD4DB71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9EC3EFBE-5383-4FD6-B5CF-B434AA5520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pic>
        <p:nvPicPr>
          <p:cNvPr id="17" name="Picture 16">
            <a:extLst>
              <a:ext uri="{FF2B5EF4-FFF2-40B4-BE49-F238E27FC236}">
                <a16:creationId xmlns:a16="http://schemas.microsoft.com/office/drawing/2014/main" id="{97AD529D-D801-4F76-A17C-45A2B6353D4E}"/>
              </a:ext>
            </a:extLst>
          </p:cNvPr>
          <p:cNvPicPr>
            <a:picLocks noChangeAspect="1"/>
          </p:cNvPicPr>
          <p:nvPr/>
        </p:nvPicPr>
        <p:blipFill>
          <a:blip r:embed="rId4"/>
          <a:stretch>
            <a:fillRect/>
          </a:stretch>
        </p:blipFill>
        <p:spPr>
          <a:xfrm>
            <a:off x="-888683" y="689010"/>
            <a:ext cx="704664" cy="2997619"/>
          </a:xfrm>
          <a:prstGeom prst="rect">
            <a:avLst/>
          </a:prstGeom>
        </p:spPr>
      </p:pic>
      <p:sp>
        <p:nvSpPr>
          <p:cNvPr id="53" name="Rectangle 52">
            <a:extLst>
              <a:ext uri="{FF2B5EF4-FFF2-40B4-BE49-F238E27FC236}">
                <a16:creationId xmlns:a16="http://schemas.microsoft.com/office/drawing/2014/main" id="{7A051F11-C545-4936-ACBA-747E4BACD57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4" name="Group 53">
            <a:extLst>
              <a:ext uri="{FF2B5EF4-FFF2-40B4-BE49-F238E27FC236}">
                <a16:creationId xmlns:a16="http://schemas.microsoft.com/office/drawing/2014/main" id="{185A7E0A-0E9A-47A5-B742-782BC564D5A0}"/>
              </a:ext>
            </a:extLst>
          </p:cNvPr>
          <p:cNvGrpSpPr/>
          <p:nvPr/>
        </p:nvGrpSpPr>
        <p:grpSpPr>
          <a:xfrm>
            <a:off x="9192986" y="1051487"/>
            <a:ext cx="954405" cy="3085386"/>
            <a:chOff x="12257314" y="1051487"/>
            <a:chExt cx="1272540" cy="3085386"/>
          </a:xfrm>
        </p:grpSpPr>
        <p:sp>
          <p:nvSpPr>
            <p:cNvPr id="55" name="Rectangle 54">
              <a:extLst>
                <a:ext uri="{FF2B5EF4-FFF2-40B4-BE49-F238E27FC236}">
                  <a16:creationId xmlns:a16="http://schemas.microsoft.com/office/drawing/2014/main" id="{1F6A66DB-8F42-4EF0-9FB6-3CF402FDEE03}"/>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6" name="TextBox 55">
              <a:extLst>
                <a:ext uri="{FF2B5EF4-FFF2-40B4-BE49-F238E27FC236}">
                  <a16:creationId xmlns:a16="http://schemas.microsoft.com/office/drawing/2014/main" id="{CCFCCA5B-CFD2-4F97-8E39-F98B68B4303E}"/>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7" name="Freeform: Shape 56">
              <a:extLst>
                <a:ext uri="{FF2B5EF4-FFF2-40B4-BE49-F238E27FC236}">
                  <a16:creationId xmlns:a16="http://schemas.microsoft.com/office/drawing/2014/main" id="{FB8CAF0A-9B91-4E3B-A705-4886072B626A}"/>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8" name="TextBox 57">
              <a:extLst>
                <a:ext uri="{FF2B5EF4-FFF2-40B4-BE49-F238E27FC236}">
                  <a16:creationId xmlns:a16="http://schemas.microsoft.com/office/drawing/2014/main" id="{744DFD51-D990-4957-9FB1-31FFF1FD6AE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9" name="Freeform: Shape 58">
              <a:extLst>
                <a:ext uri="{FF2B5EF4-FFF2-40B4-BE49-F238E27FC236}">
                  <a16:creationId xmlns:a16="http://schemas.microsoft.com/office/drawing/2014/main" id="{CD7FF365-2D4C-49DD-847C-D74980ECC1E9}"/>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0" name="Freeform: Shape 59">
              <a:extLst>
                <a:ext uri="{FF2B5EF4-FFF2-40B4-BE49-F238E27FC236}">
                  <a16:creationId xmlns:a16="http://schemas.microsoft.com/office/drawing/2014/main" id="{5EF6C03F-ABF2-4A76-909E-DBA5077DC02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6AAE6DE2-ABB2-4C84-AD69-A57DEBCC006B}"/>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2" name="Picture 61">
              <a:extLst>
                <a:ext uri="{FF2B5EF4-FFF2-40B4-BE49-F238E27FC236}">
                  <a16:creationId xmlns:a16="http://schemas.microsoft.com/office/drawing/2014/main" id="{E75267ED-F4AC-45E8-9B29-C2AF59E8B09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3" name="Rectangle 62">
              <a:extLst>
                <a:ext uri="{FF2B5EF4-FFF2-40B4-BE49-F238E27FC236}">
                  <a16:creationId xmlns:a16="http://schemas.microsoft.com/office/drawing/2014/main" id="{1F9121C2-957F-4A1F-ACB9-3DE4BAD9BD4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4" name="Rectangle 63">
              <a:extLst>
                <a:ext uri="{FF2B5EF4-FFF2-40B4-BE49-F238E27FC236}">
                  <a16:creationId xmlns:a16="http://schemas.microsoft.com/office/drawing/2014/main" id="{4383BC7A-8710-45B8-B7BB-29AE3313E4F9}"/>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5" name="Rectangle 64">
              <a:extLst>
                <a:ext uri="{FF2B5EF4-FFF2-40B4-BE49-F238E27FC236}">
                  <a16:creationId xmlns:a16="http://schemas.microsoft.com/office/drawing/2014/main" id="{3F14AD32-3EDA-4A4F-9132-956C03B8E629}"/>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6" name="Rectangle 65">
              <a:extLst>
                <a:ext uri="{FF2B5EF4-FFF2-40B4-BE49-F238E27FC236}">
                  <a16:creationId xmlns:a16="http://schemas.microsoft.com/office/drawing/2014/main" id="{CDC53D65-E0C4-4E75-AADE-23A49591DEE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7" name="Group 66">
              <a:extLst>
                <a:ext uri="{FF2B5EF4-FFF2-40B4-BE49-F238E27FC236}">
                  <a16:creationId xmlns:a16="http://schemas.microsoft.com/office/drawing/2014/main" id="{734E3783-2AF4-456E-B58F-AF076385BD96}"/>
                </a:ext>
              </a:extLst>
            </p:cNvPr>
            <p:cNvGrpSpPr/>
            <p:nvPr/>
          </p:nvGrpSpPr>
          <p:grpSpPr>
            <a:xfrm>
              <a:off x="12364752" y="2345932"/>
              <a:ext cx="1055431" cy="88186"/>
              <a:chOff x="914335" y="6913770"/>
              <a:chExt cx="1109884" cy="100584"/>
            </a:xfrm>
            <a:noFill/>
          </p:grpSpPr>
          <p:sp>
            <p:nvSpPr>
              <p:cNvPr id="117" name="Rectangle 116">
                <a:extLst>
                  <a:ext uri="{FF2B5EF4-FFF2-40B4-BE49-F238E27FC236}">
                    <a16:creationId xmlns:a16="http://schemas.microsoft.com/office/drawing/2014/main" id="{A40B60AD-93F1-4216-8F84-31D9A6DFC8C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8" name="Rectangle 117">
                <a:extLst>
                  <a:ext uri="{FF2B5EF4-FFF2-40B4-BE49-F238E27FC236}">
                    <a16:creationId xmlns:a16="http://schemas.microsoft.com/office/drawing/2014/main" id="{7153DE13-4A63-4075-AF41-791E65946C14}"/>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9" name="Rectangle 118">
                <a:extLst>
                  <a:ext uri="{FF2B5EF4-FFF2-40B4-BE49-F238E27FC236}">
                    <a16:creationId xmlns:a16="http://schemas.microsoft.com/office/drawing/2014/main" id="{1CECFDC8-C169-4292-AA1B-0519BDF9FC1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0" name="Rectangle 119">
                <a:extLst>
                  <a:ext uri="{FF2B5EF4-FFF2-40B4-BE49-F238E27FC236}">
                    <a16:creationId xmlns:a16="http://schemas.microsoft.com/office/drawing/2014/main" id="{641A4A58-0519-42A9-B63B-316001BA021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1" name="Rectangle 120">
                <a:extLst>
                  <a:ext uri="{FF2B5EF4-FFF2-40B4-BE49-F238E27FC236}">
                    <a16:creationId xmlns:a16="http://schemas.microsoft.com/office/drawing/2014/main" id="{D7249ABC-7023-4151-AEC3-49DE5138352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2" name="Rectangle 121">
                <a:extLst>
                  <a:ext uri="{FF2B5EF4-FFF2-40B4-BE49-F238E27FC236}">
                    <a16:creationId xmlns:a16="http://schemas.microsoft.com/office/drawing/2014/main" id="{BDE7A2EE-185B-4262-B1BA-C6C18521116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3" name="Rectangle 122">
                <a:extLst>
                  <a:ext uri="{FF2B5EF4-FFF2-40B4-BE49-F238E27FC236}">
                    <a16:creationId xmlns:a16="http://schemas.microsoft.com/office/drawing/2014/main" id="{DDBA966F-676E-4315-A5FC-2419808F249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4" name="Rectangle 123">
                <a:extLst>
                  <a:ext uri="{FF2B5EF4-FFF2-40B4-BE49-F238E27FC236}">
                    <a16:creationId xmlns:a16="http://schemas.microsoft.com/office/drawing/2014/main" id="{D6328D79-3EDD-4111-83BB-EA6AB7F9880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5" name="Rectangle 124">
                <a:extLst>
                  <a:ext uri="{FF2B5EF4-FFF2-40B4-BE49-F238E27FC236}">
                    <a16:creationId xmlns:a16="http://schemas.microsoft.com/office/drawing/2014/main" id="{C2AD9B8F-D7B0-4D2B-AB1B-4C93C86557C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6" name="Rectangle 125">
                <a:extLst>
                  <a:ext uri="{FF2B5EF4-FFF2-40B4-BE49-F238E27FC236}">
                    <a16:creationId xmlns:a16="http://schemas.microsoft.com/office/drawing/2014/main" id="{907D5595-AF21-437E-823F-9DF4C18084D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8" name="Graphic 67" descr="Close with solid fill">
              <a:extLst>
                <a:ext uri="{FF2B5EF4-FFF2-40B4-BE49-F238E27FC236}">
                  <a16:creationId xmlns:a16="http://schemas.microsoft.com/office/drawing/2014/main" id="{E53BF390-C23F-46A4-BFBB-E1E29A6234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359990" y="3132474"/>
              <a:ext cx="100919" cy="100919"/>
            </a:xfrm>
            <a:prstGeom prst="rect">
              <a:avLst/>
            </a:prstGeom>
          </p:spPr>
        </p:pic>
        <p:pic>
          <p:nvPicPr>
            <p:cNvPr id="69" name="Graphic 68" descr="Close with solid fill">
              <a:extLst>
                <a:ext uri="{FF2B5EF4-FFF2-40B4-BE49-F238E27FC236}">
                  <a16:creationId xmlns:a16="http://schemas.microsoft.com/office/drawing/2014/main" id="{AC537C6F-E7C1-4795-A5EC-E1797D641A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468758" y="3132474"/>
              <a:ext cx="100919" cy="100919"/>
            </a:xfrm>
            <a:prstGeom prst="rect">
              <a:avLst/>
            </a:prstGeom>
          </p:spPr>
        </p:pic>
        <p:pic>
          <p:nvPicPr>
            <p:cNvPr id="70" name="Graphic 69" descr="Close with solid fill">
              <a:extLst>
                <a:ext uri="{FF2B5EF4-FFF2-40B4-BE49-F238E27FC236}">
                  <a16:creationId xmlns:a16="http://schemas.microsoft.com/office/drawing/2014/main" id="{7FAC67D8-E1CD-46CE-B8BB-D53FDF9F19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72765" y="3132473"/>
              <a:ext cx="100919" cy="100919"/>
            </a:xfrm>
            <a:prstGeom prst="rect">
              <a:avLst/>
            </a:prstGeom>
          </p:spPr>
        </p:pic>
        <p:pic>
          <p:nvPicPr>
            <p:cNvPr id="71" name="Graphic 70" descr="Close with solid fill">
              <a:extLst>
                <a:ext uri="{FF2B5EF4-FFF2-40B4-BE49-F238E27FC236}">
                  <a16:creationId xmlns:a16="http://schemas.microsoft.com/office/drawing/2014/main" id="{8230B86D-5B3C-4CD8-BA87-95275678A65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679153" y="3132472"/>
              <a:ext cx="100919" cy="100919"/>
            </a:xfrm>
            <a:prstGeom prst="rect">
              <a:avLst/>
            </a:prstGeom>
          </p:spPr>
        </p:pic>
        <p:pic>
          <p:nvPicPr>
            <p:cNvPr id="72" name="Graphic 71" descr="Close with solid fill">
              <a:extLst>
                <a:ext uri="{FF2B5EF4-FFF2-40B4-BE49-F238E27FC236}">
                  <a16:creationId xmlns:a16="http://schemas.microsoft.com/office/drawing/2014/main" id="{830F2B8D-92DF-4330-AB56-F03E3E4FD30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785541" y="3132471"/>
              <a:ext cx="100919" cy="100919"/>
            </a:xfrm>
            <a:prstGeom prst="rect">
              <a:avLst/>
            </a:prstGeom>
          </p:spPr>
        </p:pic>
        <p:pic>
          <p:nvPicPr>
            <p:cNvPr id="73" name="Graphic 72" descr="Close with solid fill">
              <a:extLst>
                <a:ext uri="{FF2B5EF4-FFF2-40B4-BE49-F238E27FC236}">
                  <a16:creationId xmlns:a16="http://schemas.microsoft.com/office/drawing/2014/main" id="{9A252178-7052-4A5E-99C8-BF9378211C1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91929" y="3132470"/>
              <a:ext cx="100919" cy="100919"/>
            </a:xfrm>
            <a:prstGeom prst="rect">
              <a:avLst/>
            </a:prstGeom>
          </p:spPr>
        </p:pic>
        <p:pic>
          <p:nvPicPr>
            <p:cNvPr id="113" name="Graphic 112" descr="Close with solid fill">
              <a:extLst>
                <a:ext uri="{FF2B5EF4-FFF2-40B4-BE49-F238E27FC236}">
                  <a16:creationId xmlns:a16="http://schemas.microsoft.com/office/drawing/2014/main" id="{5AFBFE90-361D-4675-A60A-C3944EE17A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998317" y="3132469"/>
              <a:ext cx="100919" cy="100919"/>
            </a:xfrm>
            <a:prstGeom prst="rect">
              <a:avLst/>
            </a:prstGeom>
          </p:spPr>
        </p:pic>
        <p:pic>
          <p:nvPicPr>
            <p:cNvPr id="114" name="Graphic 113" descr="Close with solid fill">
              <a:extLst>
                <a:ext uri="{FF2B5EF4-FFF2-40B4-BE49-F238E27FC236}">
                  <a16:creationId xmlns:a16="http://schemas.microsoft.com/office/drawing/2014/main" id="{0324CA63-B4FD-4F32-A48B-CC372D22F8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104705" y="3132468"/>
              <a:ext cx="100919" cy="100919"/>
            </a:xfrm>
            <a:prstGeom prst="rect">
              <a:avLst/>
            </a:prstGeom>
          </p:spPr>
        </p:pic>
        <p:pic>
          <p:nvPicPr>
            <p:cNvPr id="115" name="Graphic 114" descr="Close with solid fill">
              <a:extLst>
                <a:ext uri="{FF2B5EF4-FFF2-40B4-BE49-F238E27FC236}">
                  <a16:creationId xmlns:a16="http://schemas.microsoft.com/office/drawing/2014/main" id="{10D14DC7-8690-4FCB-8E66-A79426B4204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211093" y="3132467"/>
              <a:ext cx="100919" cy="100919"/>
            </a:xfrm>
            <a:prstGeom prst="rect">
              <a:avLst/>
            </a:prstGeom>
          </p:spPr>
        </p:pic>
        <p:pic>
          <p:nvPicPr>
            <p:cNvPr id="116" name="Graphic 115" descr="Close with solid fill">
              <a:extLst>
                <a:ext uri="{FF2B5EF4-FFF2-40B4-BE49-F238E27FC236}">
                  <a16:creationId xmlns:a16="http://schemas.microsoft.com/office/drawing/2014/main" id="{C1794AE2-4267-488E-B246-8545817B08F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AA97143-AB88-41EC-B6B9-395E6AAF8F82}"/>
              </a:ext>
            </a:extLst>
          </p:cNvPr>
          <p:cNvSpPr>
            <a:spLocks noGrp="1"/>
          </p:cNvSpPr>
          <p:nvPr>
            <p:ph type="dt" sz="half" idx="18"/>
          </p:nvPr>
        </p:nvSpPr>
        <p:spPr>
          <a:xfrm>
            <a:off x="-65991" y="6901977"/>
            <a:ext cx="41148" cy="54864"/>
          </a:xfrm>
        </p:spPr>
        <p:txBody>
          <a:bodyPr/>
          <a:lstStyle>
            <a:lvl1pPr>
              <a:defRPr sz="100">
                <a:noFill/>
              </a:defRPr>
            </a:lvl1pPr>
          </a:lstStyle>
          <a:p>
            <a:fld id="{866B3C68-88E1-40DF-B9E2-2A1DD18FD784}" type="datetime4">
              <a:rPr lang="en-US" smtClean="0"/>
              <a:t>August 13, 2025</a:t>
            </a:fld>
            <a:endParaRPr lang="en-US"/>
          </a:p>
        </p:txBody>
      </p:sp>
      <p:sp>
        <p:nvSpPr>
          <p:cNvPr id="4" name="Footer Placeholder 3">
            <a:extLst>
              <a:ext uri="{FF2B5EF4-FFF2-40B4-BE49-F238E27FC236}">
                <a16:creationId xmlns:a16="http://schemas.microsoft.com/office/drawing/2014/main" id="{B860E2E7-D6FF-4CC7-8126-C6D4A091DE98}"/>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457D495E-526B-486D-A788-BA139D278706}"/>
              </a:ext>
            </a:extLst>
          </p:cNvPr>
          <p:cNvSpPr>
            <a:spLocks noGrp="1"/>
          </p:cNvSpPr>
          <p:nvPr>
            <p:ph type="sldNum" sz="quarter" idx="20"/>
          </p:nvPr>
        </p:nvSpPr>
        <p:spPr>
          <a:xfrm>
            <a:off x="9159398" y="6883061"/>
            <a:ext cx="41148" cy="54864"/>
          </a:xfrm>
        </p:spPr>
        <p:txBody>
          <a:bodyPr/>
          <a:lstStyle>
            <a:lvl1pPr>
              <a:defRPr sz="100">
                <a:noFill/>
              </a:defRPr>
            </a:lvl1pPr>
          </a:lstStyle>
          <a:p>
            <a:fld id="{5CFA18E4-D58E-4B28-B105-28D9665A8EBC}" type="slidenum">
              <a:rPr lang="en-US" smtClean="0"/>
              <a:pPr/>
              <a:t>‹#›</a:t>
            </a:fld>
            <a:endParaRPr lang="en-US"/>
          </a:p>
        </p:txBody>
      </p:sp>
      <p:pic>
        <p:nvPicPr>
          <p:cNvPr id="75" name="SPG Commodity Insights Colorful Big">
            <a:extLst>
              <a:ext uri="{FF2B5EF4-FFF2-40B4-BE49-F238E27FC236}">
                <a16:creationId xmlns:a16="http://schemas.microsoft.com/office/drawing/2014/main" id="{CD9CA651-4CAA-43CD-9A06-4158E9515A4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1457663870"/>
      </p:ext>
    </p:extLst>
  </p:cSld>
  <p:clrMapOvr>
    <a:overrideClrMapping bg1="lt1" tx1="dk1" bg2="lt2" tx2="dk2" accent1="accent1" accent2="accent2" accent3="accent3" accent4="accent4" accent5="accent5" accent6="accent6" hlink="hlink" folHlink="folHlink"/>
  </p:clrMapOvr>
  <p:hf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Content - no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E45250-AFD1-44E6-BD74-661D7A387316}"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7" name="Title 6">
            <a:extLst>
              <a:ext uri="{FF2B5EF4-FFF2-40B4-BE49-F238E27FC236}">
                <a16:creationId xmlns:a16="http://schemas.microsoft.com/office/drawing/2014/main" id="{1E281549-F48C-40C3-A3B8-76A33095ABBA}"/>
              </a:ext>
            </a:extLst>
          </p:cNvPr>
          <p:cNvSpPr>
            <a:spLocks noGrp="1"/>
          </p:cNvSpPr>
          <p:nvPr>
            <p:ph type="title" hasCustomPrompt="1"/>
          </p:nvPr>
        </p:nvSpPr>
        <p:spPr>
          <a:xfrm>
            <a:off x="425280" y="651300"/>
            <a:ext cx="8297032" cy="648111"/>
          </a:xfrm>
        </p:spPr>
        <p:txBody>
          <a:bodyPr/>
          <a:lstStyle/>
          <a:p>
            <a:r>
              <a:rPr lang="en-US"/>
              <a:t>[Headline]</a:t>
            </a:r>
          </a:p>
        </p:txBody>
      </p:sp>
      <p:sp>
        <p:nvSpPr>
          <p:cNvPr id="17" name="Text Placeholder 11">
            <a:extLst>
              <a:ext uri="{FF2B5EF4-FFF2-40B4-BE49-F238E27FC236}">
                <a16:creationId xmlns:a16="http://schemas.microsoft.com/office/drawing/2014/main" id="{33AF1F22-6453-4489-88BC-640BBEB648C1}"/>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832967124"/>
      </p:ext>
    </p:extLst>
  </p:cSld>
  <p:clrMapOvr>
    <a:masterClrMapping/>
  </p:clrMapOvr>
  <p:hf hdr="0" ftr="0" dt="0"/>
  <p:extLst>
    <p:ext uri="{DCECCB84-F9BA-43D5-87BE-67443E8EF086}">
      <p15:sldGuideLst xmlns:p15="http://schemas.microsoft.com/office/powerpoint/2012/main">
        <p15:guide id="1" orient="horz" pos="1022">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960032"/>
            <a:ext cx="8298180" cy="4252382"/>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E0DD9A-B909-4E03-B64A-164E399FC2EA}"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246FB18-5DF1-419A-B975-14AFDDD65B9F}" type="slidenum">
              <a:rPr lang="en-US" smtClean="0"/>
              <a:t>‹#›</a:t>
            </a:fld>
            <a:endParaRPr lang="en-US"/>
          </a:p>
        </p:txBody>
      </p:sp>
      <p:sp>
        <p:nvSpPr>
          <p:cNvPr id="8" name="Text Placeholder 7"/>
          <p:cNvSpPr>
            <a:spLocks noGrp="1"/>
          </p:cNvSpPr>
          <p:nvPr>
            <p:ph type="body" sz="quarter" idx="13" hasCustomPrompt="1"/>
          </p:nvPr>
        </p:nvSpPr>
        <p:spPr>
          <a:xfrm>
            <a:off x="425279" y="1058237"/>
            <a:ext cx="8298180" cy="493776"/>
          </a:xfrm>
        </p:spPr>
        <p:txBody>
          <a:bodyPr/>
          <a:lstStyle>
            <a:lvl1pPr marL="0" indent="0">
              <a:buNone/>
              <a:defRPr sz="1350" b="0">
                <a:latin typeface="+mn-lt"/>
              </a:defRPr>
            </a:lvl1pPr>
            <a:lvl2pPr marL="127397" indent="0">
              <a:buNone/>
              <a:defRPr/>
            </a:lvl2pPr>
          </a:lstStyle>
          <a:p>
            <a:pPr lvl="0"/>
            <a:r>
              <a:rPr lang="en-US"/>
              <a:t>[Sub-headline]</a:t>
            </a:r>
          </a:p>
        </p:txBody>
      </p:sp>
      <p:sp>
        <p:nvSpPr>
          <p:cNvPr id="10" name="Text Placeholder 11"/>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525">
                <a:latin typeface="+mn-lt"/>
              </a:defRPr>
            </a:lvl2pPr>
            <a:lvl3pPr marL="255984" indent="0">
              <a:buNone/>
              <a:defRPr/>
            </a:lvl3pPr>
          </a:lstStyle>
          <a:p>
            <a:pPr lvl="0"/>
            <a:r>
              <a:rPr lang="en-US"/>
              <a:t>[Source / Legal disclaimer]</a:t>
            </a:r>
          </a:p>
        </p:txBody>
      </p:sp>
      <p:sp>
        <p:nvSpPr>
          <p:cNvPr id="7" name="Title 6">
            <a:extLst>
              <a:ext uri="{FF2B5EF4-FFF2-40B4-BE49-F238E27FC236}">
                <a16:creationId xmlns:a16="http://schemas.microsoft.com/office/drawing/2014/main" id="{BF688775-CEA2-4940-992B-934A4201951E}"/>
              </a:ext>
            </a:extLst>
          </p:cNvPr>
          <p:cNvSpPr>
            <a:spLocks noGrp="1"/>
          </p:cNvSpPr>
          <p:nvPr>
            <p:ph type="title" hasCustomPrompt="1"/>
          </p:nvPr>
        </p:nvSpPr>
        <p:spPr>
          <a:xfrm>
            <a:off x="425280" y="651300"/>
            <a:ext cx="8297032" cy="402336"/>
          </a:xfrm>
        </p:spPr>
        <p:txBody>
          <a:bodyPr/>
          <a:lstStyle/>
          <a:p>
            <a:r>
              <a:rPr lang="en-US"/>
              <a:t>[Headline]</a:t>
            </a:r>
          </a:p>
        </p:txBody>
      </p:sp>
    </p:spTree>
    <p:extLst>
      <p:ext uri="{BB962C8B-B14F-4D97-AF65-F5344CB8AC3E}">
        <p14:creationId xmlns:p14="http://schemas.microsoft.com/office/powerpoint/2010/main" val="9549248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25279" y="1622426"/>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964127" y="1622425"/>
            <a:ext cx="3758184" cy="4589567"/>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C6889EE-8C3D-4FF7-9C80-27BFD13FDF2A}"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10" name="Title 9">
            <a:extLst>
              <a:ext uri="{FF2B5EF4-FFF2-40B4-BE49-F238E27FC236}">
                <a16:creationId xmlns:a16="http://schemas.microsoft.com/office/drawing/2014/main" id="{4664208C-BD36-4BE7-9A7B-B2D8CF95E8BD}"/>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2685443111"/>
      </p:ext>
    </p:extLst>
  </p:cSld>
  <p:clrMapOvr>
    <a:masterClrMapping/>
  </p:clrMapOvr>
  <p:hf hdr="0" ftr="0" dt="0"/>
  <p:extLst>
    <p:ext uri="{DCECCB84-F9BA-43D5-87BE-67443E8EF086}">
      <p15:sldGuideLst xmlns:p15="http://schemas.microsoft.com/office/powerpoint/2012/main">
        <p15:guide id="1" orient="horz" pos="1022">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wo Content + Subtitles ">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973EFFA-03D7-43DB-BDBC-FC0CC8E8C7D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2339468"/>
            <a:ext cx="3758184" cy="3866071"/>
          </a:xfrm>
        </p:spPr>
        <p:txBody>
          <a:bodyPr/>
          <a:lstStyle>
            <a:lvl1pPr marL="0" indent="0">
              <a:buFont typeface="Arial" panose="020B0604020202020204" pitchFamily="34" charset="0"/>
              <a:buChar char="​"/>
              <a:defRPr sz="900"/>
            </a:lvl1pPr>
            <a:lvl2pPr marL="170260" indent="-170260">
              <a:defRPr sz="900"/>
            </a:lvl2pPr>
            <a:lvl3pPr marL="345281" indent="-175022">
              <a:defRPr sz="900"/>
            </a:lvl3pPr>
            <a:lvl4pPr marL="515541" indent="-170260">
              <a:defRPr sz="900"/>
            </a:lvl4pPr>
            <a:lvl5pPr marL="685800" indent="-170260">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0" name="Subtitle Left">
            <a:extLst>
              <a:ext uri="{FF2B5EF4-FFF2-40B4-BE49-F238E27FC236}">
                <a16:creationId xmlns:a16="http://schemas.microsoft.com/office/drawing/2014/main" id="{8403981E-786C-4EF9-AF33-61C19C423EFE}"/>
              </a:ext>
            </a:extLst>
          </p:cNvPr>
          <p:cNvSpPr>
            <a:spLocks noGrp="1"/>
          </p:cNvSpPr>
          <p:nvPr>
            <p:ph type="body" sz="quarter" idx="16" hasCustomPrompt="1"/>
          </p:nvPr>
        </p:nvSpPr>
        <p:spPr>
          <a:xfrm>
            <a:off x="425279"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1" name="Subtitle Right">
            <a:extLst>
              <a:ext uri="{FF2B5EF4-FFF2-40B4-BE49-F238E27FC236}">
                <a16:creationId xmlns:a16="http://schemas.microsoft.com/office/drawing/2014/main" id="{B61E0577-E2AB-4D15-B857-69F705573C64}"/>
              </a:ext>
            </a:extLst>
          </p:cNvPr>
          <p:cNvSpPr>
            <a:spLocks noGrp="1"/>
          </p:cNvSpPr>
          <p:nvPr>
            <p:ph type="body" sz="quarter" idx="19" hasCustomPrompt="1"/>
          </p:nvPr>
        </p:nvSpPr>
        <p:spPr>
          <a:xfrm>
            <a:off x="4965275" y="1956277"/>
            <a:ext cx="3758184"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Content Placeholder 13">
            <a:extLst>
              <a:ext uri="{FF2B5EF4-FFF2-40B4-BE49-F238E27FC236}">
                <a16:creationId xmlns:a16="http://schemas.microsoft.com/office/drawing/2014/main" id="{55EF8898-0035-4D30-8587-C59EEC429BF1}"/>
              </a:ext>
            </a:extLst>
          </p:cNvPr>
          <p:cNvSpPr>
            <a:spLocks noGrp="1"/>
          </p:cNvSpPr>
          <p:nvPr>
            <p:ph sz="quarter" idx="20" hasCustomPrompt="1"/>
          </p:nvPr>
        </p:nvSpPr>
        <p:spPr>
          <a:xfrm>
            <a:off x="4965275" y="2340111"/>
            <a:ext cx="3758184" cy="3865071"/>
          </a:xfrm>
        </p:spPr>
        <p:txBody>
          <a:bodyPr/>
          <a:lstStyle>
            <a:lvl1pPr marL="0" indent="0">
              <a:buFont typeface="Arial" panose="020B0604020202020204" pitchFamily="34" charset="0"/>
              <a:buChar char="​"/>
              <a:defRPr sz="900"/>
            </a:lvl1pPr>
            <a:lvl2pPr marL="173831" indent="-173831">
              <a:defRPr sz="900"/>
            </a:lvl2pPr>
            <a:lvl3pPr marL="342900" indent="-169069">
              <a:defRPr sz="900"/>
            </a:lvl3pPr>
            <a:lvl4pPr marL="516731" indent="-173831">
              <a:defRPr sz="900"/>
            </a:lvl4pPr>
            <a:lvl5pPr marL="685800" indent="-169069">
              <a:defRPr sz="900"/>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52EC4F50-33EE-43C0-91C4-0E81E34B8F09}"/>
              </a:ext>
            </a:extLst>
          </p:cNvPr>
          <p:cNvSpPr>
            <a:spLocks noGrp="1"/>
          </p:cNvSpPr>
          <p:nvPr>
            <p:ph type="title" hasCustomPrompt="1"/>
          </p:nvPr>
        </p:nvSpPr>
        <p:spPr>
          <a:xfrm>
            <a:off x="425279" y="652075"/>
            <a:ext cx="8298591" cy="399879"/>
          </a:xfrm>
        </p:spPr>
        <p:txBody>
          <a:bodyPr/>
          <a:lstStyle/>
          <a:p>
            <a:r>
              <a:rPr lang="en-US"/>
              <a:t>[Headline]</a:t>
            </a:r>
          </a:p>
        </p:txBody>
      </p:sp>
      <p:sp>
        <p:nvSpPr>
          <p:cNvPr id="17" name="Subtitle">
            <a:extLst>
              <a:ext uri="{FF2B5EF4-FFF2-40B4-BE49-F238E27FC236}">
                <a16:creationId xmlns:a16="http://schemas.microsoft.com/office/drawing/2014/main" id="{C4A7AD32-F8CA-4312-96A0-150415233B08}"/>
              </a:ext>
            </a:extLst>
          </p:cNvPr>
          <p:cNvSpPr>
            <a:spLocks noGrp="1"/>
          </p:cNvSpPr>
          <p:nvPr>
            <p:ph type="body" sz="quarter" idx="14" hasCustomPrompt="1"/>
          </p:nvPr>
        </p:nvSpPr>
        <p:spPr>
          <a:xfrm>
            <a:off x="425279" y="1058237"/>
            <a:ext cx="8298180" cy="493776"/>
          </a:xfrm>
        </p:spPr>
        <p:txBody>
          <a:bodyPr>
            <a:noAutofit/>
          </a:bodyPr>
          <a:lstStyle>
            <a:lvl1pPr marL="0" indent="0">
              <a:buNone/>
              <a:defRPr sz="1350">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Text Placeholder 11">
            <a:extLst>
              <a:ext uri="{FF2B5EF4-FFF2-40B4-BE49-F238E27FC236}">
                <a16:creationId xmlns:a16="http://schemas.microsoft.com/office/drawing/2014/main" id="{EB2DECFA-B61D-4F4D-B7D8-5CE42C12819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05344659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25281"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4" name="Content Placeholder 3"/>
          <p:cNvSpPr>
            <a:spLocks noGrp="1"/>
          </p:cNvSpPr>
          <p:nvPr>
            <p:ph sz="half" idx="2" hasCustomPrompt="1"/>
          </p:nvPr>
        </p:nvSpPr>
        <p:spPr>
          <a:xfrm>
            <a:off x="425279"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4964127" y="1629165"/>
            <a:ext cx="3758184" cy="384048"/>
          </a:xfrm>
        </p:spPr>
        <p:txBody>
          <a:bodyPr anchor="t">
            <a:normAutofit/>
          </a:bodyPr>
          <a:lstStyle>
            <a:lvl1pPr marL="0" indent="0">
              <a:buNone/>
              <a:defRPr sz="1350" b="0">
                <a:latin typeface="+mn-lt"/>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[Subtitle]</a:t>
            </a:r>
          </a:p>
        </p:txBody>
      </p:sp>
      <p:sp>
        <p:nvSpPr>
          <p:cNvPr id="6" name="Content Placeholder 5"/>
          <p:cNvSpPr>
            <a:spLocks noGrp="1"/>
          </p:cNvSpPr>
          <p:nvPr>
            <p:ph sz="quarter" idx="4" hasCustomPrompt="1"/>
          </p:nvPr>
        </p:nvSpPr>
        <p:spPr>
          <a:xfrm>
            <a:off x="4964127" y="2124635"/>
            <a:ext cx="3758184" cy="408414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C83A668-9EE6-4B88-A091-42C9A3E0B1FB}" type="datetime4">
              <a:rPr lang="en-US" smtClean="0"/>
              <a:t>August 13, 2025</a:t>
            </a:fld>
            <a:endParaRPr lang="en-US"/>
          </a:p>
        </p:txBody>
      </p:sp>
      <p:sp>
        <p:nvSpPr>
          <p:cNvPr id="8" name="Footer Placeholder 7"/>
          <p:cNvSpPr>
            <a:spLocks noGrp="1"/>
          </p:cNvSpPr>
          <p:nvPr>
            <p:ph type="ftr" sz="quarter" idx="11"/>
          </p:nvPr>
        </p:nvSpPr>
        <p:spPr/>
        <p:txBody>
          <a:bodyPr/>
          <a:lstStyle/>
          <a:p>
            <a:r>
              <a:rPr lang="en-US"/>
              <a:t>S&amp;P Global Commodity Insights – Internal Use Only</a:t>
            </a:r>
          </a:p>
        </p:txBody>
      </p:sp>
      <p:sp>
        <p:nvSpPr>
          <p:cNvPr id="9" name="Slide Number Placeholder 8"/>
          <p:cNvSpPr>
            <a:spLocks noGrp="1"/>
          </p:cNvSpPr>
          <p:nvPr>
            <p:ph type="sldNum" sz="quarter" idx="12"/>
          </p:nvPr>
        </p:nvSpPr>
        <p:spPr/>
        <p:txBody>
          <a:bodyPr/>
          <a:lstStyle/>
          <a:p>
            <a:fld id="{5CFA18E4-D58E-4B28-B105-28D9665A8EBC}" type="slidenum">
              <a:rPr lang="en-US" smtClean="0"/>
              <a:t>‹#›</a:t>
            </a:fld>
            <a:endParaRPr lang="en-US"/>
          </a:p>
        </p:txBody>
      </p:sp>
      <p:sp>
        <p:nvSpPr>
          <p:cNvPr id="10" name="Title 9">
            <a:extLst>
              <a:ext uri="{FF2B5EF4-FFF2-40B4-BE49-F238E27FC236}">
                <a16:creationId xmlns:a16="http://schemas.microsoft.com/office/drawing/2014/main" id="{D90A15C2-5054-4CD7-B265-CC42A553B2E1}"/>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1588611923"/>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Content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B715BA27-8BE7-4FFD-81AA-567CDC513FC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288571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288571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11">
            <a:extLst>
              <a:ext uri="{FF2B5EF4-FFF2-40B4-BE49-F238E27FC236}">
                <a16:creationId xmlns:a16="http://schemas.microsoft.com/office/drawing/2014/main" id="{3C054E2C-5FEC-4FC6-86D1-8129521D46A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15523612"/>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Content 3 x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ABA126A-879E-4784-9A91-824C60C4FA8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2070860"/>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6" name="Subtitle Left">
            <a:extLst>
              <a:ext uri="{FF2B5EF4-FFF2-40B4-BE49-F238E27FC236}">
                <a16:creationId xmlns:a16="http://schemas.microsoft.com/office/drawing/2014/main" id="{96941243-0AB9-443A-AC21-9C361898F3E9}"/>
              </a:ext>
            </a:extLst>
          </p:cNvPr>
          <p:cNvSpPr>
            <a:spLocks noGrp="1"/>
          </p:cNvSpPr>
          <p:nvPr>
            <p:ph type="body" sz="quarter" idx="21" hasCustomPrompt="1"/>
          </p:nvPr>
        </p:nvSpPr>
        <p:spPr>
          <a:xfrm>
            <a:off x="41910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7" name="Subtitle Middle">
            <a:extLst>
              <a:ext uri="{FF2B5EF4-FFF2-40B4-BE49-F238E27FC236}">
                <a16:creationId xmlns:a16="http://schemas.microsoft.com/office/drawing/2014/main" id="{A2E86603-A86E-40DC-8BB1-F9E5ED916F6A}"/>
              </a:ext>
            </a:extLst>
          </p:cNvPr>
          <p:cNvSpPr>
            <a:spLocks noGrp="1"/>
          </p:cNvSpPr>
          <p:nvPr>
            <p:ph type="body" sz="quarter" idx="22" hasCustomPrompt="1"/>
          </p:nvPr>
        </p:nvSpPr>
        <p:spPr>
          <a:xfrm>
            <a:off x="3305566"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18" name="Subtitle Right">
            <a:extLst>
              <a:ext uri="{FF2B5EF4-FFF2-40B4-BE49-F238E27FC236}">
                <a16:creationId xmlns:a16="http://schemas.microsoft.com/office/drawing/2014/main" id="{D7BF97B8-F530-4177-A77A-CC4A28DC1E78}"/>
              </a:ext>
            </a:extLst>
          </p:cNvPr>
          <p:cNvSpPr>
            <a:spLocks noGrp="1"/>
          </p:cNvSpPr>
          <p:nvPr>
            <p:ph type="body" sz="quarter" idx="23" hasCustomPrompt="1"/>
          </p:nvPr>
        </p:nvSpPr>
        <p:spPr>
          <a:xfrm>
            <a:off x="6192031" y="1741007"/>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17909"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3305175" y="2619376"/>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24">
            <a:extLst>
              <a:ext uri="{FF2B5EF4-FFF2-40B4-BE49-F238E27FC236}">
                <a16:creationId xmlns:a16="http://schemas.microsoft.com/office/drawing/2014/main" id="{4D09EA68-3947-4C1E-8919-62EDC1879A12}"/>
              </a:ext>
            </a:extLst>
          </p:cNvPr>
          <p:cNvSpPr>
            <a:spLocks noGrp="1"/>
          </p:cNvSpPr>
          <p:nvPr>
            <p:ph type="body" sz="quarter" idx="26" hasCustomPrompt="1"/>
          </p:nvPr>
        </p:nvSpPr>
        <p:spPr>
          <a:xfrm>
            <a:off x="6192440" y="2619377"/>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0" name="Subtitle Left">
            <a:extLst>
              <a:ext uri="{FF2B5EF4-FFF2-40B4-BE49-F238E27FC236}">
                <a16:creationId xmlns:a16="http://schemas.microsoft.com/office/drawing/2014/main" id="{41D831FC-A1F7-4DC8-BA1A-A17C8EAA97A1}"/>
              </a:ext>
            </a:extLst>
          </p:cNvPr>
          <p:cNvSpPr>
            <a:spLocks noGrp="1"/>
          </p:cNvSpPr>
          <p:nvPr>
            <p:ph type="body" sz="quarter" idx="27" hasCustomPrompt="1"/>
          </p:nvPr>
        </p:nvSpPr>
        <p:spPr>
          <a:xfrm>
            <a:off x="419541"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Subtitle Middle">
            <a:extLst>
              <a:ext uri="{FF2B5EF4-FFF2-40B4-BE49-F238E27FC236}">
                <a16:creationId xmlns:a16="http://schemas.microsoft.com/office/drawing/2014/main" id="{C93652A2-26B5-47E7-8938-71678086071B}"/>
              </a:ext>
            </a:extLst>
          </p:cNvPr>
          <p:cNvSpPr>
            <a:spLocks noGrp="1"/>
          </p:cNvSpPr>
          <p:nvPr>
            <p:ph type="body" sz="quarter" idx="28" hasCustomPrompt="1"/>
          </p:nvPr>
        </p:nvSpPr>
        <p:spPr>
          <a:xfrm>
            <a:off x="3306007" y="4238916"/>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4" name="Subtitle Left">
            <a:extLst>
              <a:ext uri="{FF2B5EF4-FFF2-40B4-BE49-F238E27FC236}">
                <a16:creationId xmlns:a16="http://schemas.microsoft.com/office/drawing/2014/main" id="{7C644CFB-CECD-4FFC-BF18-52EAEA4F96E0}"/>
              </a:ext>
            </a:extLst>
          </p:cNvPr>
          <p:cNvSpPr>
            <a:spLocks noGrp="1"/>
          </p:cNvSpPr>
          <p:nvPr>
            <p:ph type="body" sz="quarter" idx="29" hasCustomPrompt="1"/>
          </p:nvPr>
        </p:nvSpPr>
        <p:spPr>
          <a:xfrm>
            <a:off x="41791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6" name="Subtitle Middle">
            <a:extLst>
              <a:ext uri="{FF2B5EF4-FFF2-40B4-BE49-F238E27FC236}">
                <a16:creationId xmlns:a16="http://schemas.microsoft.com/office/drawing/2014/main" id="{214DCF33-769C-4A91-B102-A082C83E9AAE}"/>
              </a:ext>
            </a:extLst>
          </p:cNvPr>
          <p:cNvSpPr>
            <a:spLocks noGrp="1"/>
          </p:cNvSpPr>
          <p:nvPr>
            <p:ph type="body" sz="quarter" idx="30" hasCustomPrompt="1"/>
          </p:nvPr>
        </p:nvSpPr>
        <p:spPr>
          <a:xfrm>
            <a:off x="3304375"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7" name="Subtitle Right">
            <a:extLst>
              <a:ext uri="{FF2B5EF4-FFF2-40B4-BE49-F238E27FC236}">
                <a16:creationId xmlns:a16="http://schemas.microsoft.com/office/drawing/2014/main" id="{AD42E7A8-3667-4180-9865-036D5D2E6CFA}"/>
              </a:ext>
            </a:extLst>
          </p:cNvPr>
          <p:cNvSpPr>
            <a:spLocks noGrp="1"/>
          </p:cNvSpPr>
          <p:nvPr>
            <p:ph type="body" sz="quarter" idx="31" hasCustomPrompt="1"/>
          </p:nvPr>
        </p:nvSpPr>
        <p:spPr>
          <a:xfrm>
            <a:off x="6190840" y="3909063"/>
            <a:ext cx="461018" cy="277210"/>
          </a:xfrm>
        </p:spPr>
        <p:txBody>
          <a:bodyPr anchor="b">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a:t>
            </a:r>
          </a:p>
        </p:txBody>
      </p:sp>
      <p:sp>
        <p:nvSpPr>
          <p:cNvPr id="28" name="Text Placeholder 20">
            <a:extLst>
              <a:ext uri="{FF2B5EF4-FFF2-40B4-BE49-F238E27FC236}">
                <a16:creationId xmlns:a16="http://schemas.microsoft.com/office/drawing/2014/main" id="{011E0055-63B4-4536-A39B-200812791310}"/>
              </a:ext>
            </a:extLst>
          </p:cNvPr>
          <p:cNvSpPr>
            <a:spLocks noGrp="1"/>
          </p:cNvSpPr>
          <p:nvPr>
            <p:ph type="body" sz="quarter" idx="32" hasCustomPrompt="1"/>
          </p:nvPr>
        </p:nvSpPr>
        <p:spPr>
          <a:xfrm>
            <a:off x="416718"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22">
            <a:extLst>
              <a:ext uri="{FF2B5EF4-FFF2-40B4-BE49-F238E27FC236}">
                <a16:creationId xmlns:a16="http://schemas.microsoft.com/office/drawing/2014/main" id="{B0446AC9-7EA2-49AF-9E03-1CBEDC4AF23C}"/>
              </a:ext>
            </a:extLst>
          </p:cNvPr>
          <p:cNvSpPr>
            <a:spLocks noGrp="1"/>
          </p:cNvSpPr>
          <p:nvPr>
            <p:ph type="body" sz="quarter" idx="33" hasCustomPrompt="1"/>
          </p:nvPr>
        </p:nvSpPr>
        <p:spPr>
          <a:xfrm>
            <a:off x="3303984" y="4787432"/>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4">
            <a:extLst>
              <a:ext uri="{FF2B5EF4-FFF2-40B4-BE49-F238E27FC236}">
                <a16:creationId xmlns:a16="http://schemas.microsoft.com/office/drawing/2014/main" id="{9C10E2FD-8E08-4E27-8251-911FE57D6D7E}"/>
              </a:ext>
            </a:extLst>
          </p:cNvPr>
          <p:cNvSpPr>
            <a:spLocks noGrp="1"/>
          </p:cNvSpPr>
          <p:nvPr>
            <p:ph type="body" sz="quarter" idx="34" hasCustomPrompt="1"/>
          </p:nvPr>
        </p:nvSpPr>
        <p:spPr>
          <a:xfrm>
            <a:off x="6191249" y="4787433"/>
            <a:ext cx="2530602" cy="90693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Subtitle Right">
            <a:extLst>
              <a:ext uri="{FF2B5EF4-FFF2-40B4-BE49-F238E27FC236}">
                <a16:creationId xmlns:a16="http://schemas.microsoft.com/office/drawing/2014/main" id="{9808343C-7685-4CA9-A440-3AB53CE7DEBB}"/>
              </a:ext>
            </a:extLst>
          </p:cNvPr>
          <p:cNvSpPr>
            <a:spLocks noGrp="1"/>
          </p:cNvSpPr>
          <p:nvPr>
            <p:ph type="body" sz="quarter" idx="35" hasCustomPrompt="1"/>
          </p:nvPr>
        </p:nvSpPr>
        <p:spPr>
          <a:xfrm>
            <a:off x="6195883" y="4238915"/>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4" name="Text Placeholder 11">
            <a:extLst>
              <a:ext uri="{FF2B5EF4-FFF2-40B4-BE49-F238E27FC236}">
                <a16:creationId xmlns:a16="http://schemas.microsoft.com/office/drawing/2014/main" id="{473AA86A-C2C8-494A-B6CB-9F08C3C40F68}"/>
              </a:ext>
            </a:extLst>
          </p:cNvPr>
          <p:cNvSpPr>
            <a:spLocks noGrp="1"/>
          </p:cNvSpPr>
          <p:nvPr>
            <p:ph type="body" sz="quarter" idx="15"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88718730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Content 5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38FA509C-C58A-486C-88B9-6E23F498CE44}"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91199"/>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text]</a:t>
            </a:r>
          </a:p>
        </p:txBody>
      </p:sp>
      <p:sp>
        <p:nvSpPr>
          <p:cNvPr id="25" name="Subtitle Left">
            <a:extLst>
              <a:ext uri="{FF2B5EF4-FFF2-40B4-BE49-F238E27FC236}">
                <a16:creationId xmlns:a16="http://schemas.microsoft.com/office/drawing/2014/main" id="{61E7C447-8A4D-450A-B86A-44DB0874944F}"/>
              </a:ext>
            </a:extLst>
          </p:cNvPr>
          <p:cNvSpPr>
            <a:spLocks noGrp="1"/>
          </p:cNvSpPr>
          <p:nvPr>
            <p:ph type="body" sz="quarter" idx="16" hasCustomPrompt="1"/>
          </p:nvPr>
        </p:nvSpPr>
        <p:spPr>
          <a:xfrm>
            <a:off x="420731"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7" name="Subtitle Left Middle">
            <a:extLst>
              <a:ext uri="{FF2B5EF4-FFF2-40B4-BE49-F238E27FC236}">
                <a16:creationId xmlns:a16="http://schemas.microsoft.com/office/drawing/2014/main" id="{063F30B2-FBDB-4754-8B9E-9E075D826918}"/>
              </a:ext>
            </a:extLst>
          </p:cNvPr>
          <p:cNvSpPr>
            <a:spLocks noGrp="1"/>
          </p:cNvSpPr>
          <p:nvPr>
            <p:ph type="body" sz="quarter" idx="17" hasCustomPrompt="1"/>
          </p:nvPr>
        </p:nvSpPr>
        <p:spPr>
          <a:xfrm>
            <a:off x="2114612"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9" name="Subtitle Middle">
            <a:extLst>
              <a:ext uri="{FF2B5EF4-FFF2-40B4-BE49-F238E27FC236}">
                <a16:creationId xmlns:a16="http://schemas.microsoft.com/office/drawing/2014/main" id="{DF760517-3B3F-40C1-BC94-AE68C8CEAD3E}"/>
              </a:ext>
            </a:extLst>
          </p:cNvPr>
          <p:cNvSpPr>
            <a:spLocks noGrp="1"/>
          </p:cNvSpPr>
          <p:nvPr>
            <p:ph type="body" sz="quarter" idx="19" hasCustomPrompt="1"/>
          </p:nvPr>
        </p:nvSpPr>
        <p:spPr>
          <a:xfrm>
            <a:off x="3808493"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Subtitle Right Middle">
            <a:extLst>
              <a:ext uri="{FF2B5EF4-FFF2-40B4-BE49-F238E27FC236}">
                <a16:creationId xmlns:a16="http://schemas.microsoft.com/office/drawing/2014/main" id="{0B780B94-455F-49EE-8F11-14EC4C3DD594}"/>
              </a:ext>
            </a:extLst>
          </p:cNvPr>
          <p:cNvSpPr>
            <a:spLocks noGrp="1"/>
          </p:cNvSpPr>
          <p:nvPr>
            <p:ph type="body" sz="quarter" idx="21" hasCustomPrompt="1"/>
          </p:nvPr>
        </p:nvSpPr>
        <p:spPr>
          <a:xfrm>
            <a:off x="5502374"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3" name="Subtitle Right">
            <a:extLst>
              <a:ext uri="{FF2B5EF4-FFF2-40B4-BE49-F238E27FC236}">
                <a16:creationId xmlns:a16="http://schemas.microsoft.com/office/drawing/2014/main" id="{7C513371-3013-4E16-89BA-D116A01B5511}"/>
              </a:ext>
            </a:extLst>
          </p:cNvPr>
          <p:cNvSpPr>
            <a:spLocks noGrp="1"/>
          </p:cNvSpPr>
          <p:nvPr>
            <p:ph type="body" sz="quarter" idx="23" hasCustomPrompt="1"/>
          </p:nvPr>
        </p:nvSpPr>
        <p:spPr>
          <a:xfrm>
            <a:off x="7196257" y="2623019"/>
            <a:ext cx="1527048" cy="493776"/>
          </a:xfrm>
        </p:spPr>
        <p:txBody>
          <a:bodyPr anchor="t">
            <a:noAutofit/>
          </a:bodyPr>
          <a:lstStyle>
            <a:lvl1pPr marL="0" indent="0">
              <a:buNone/>
              <a:defRPr sz="120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8" name="Text Placeholder 7">
            <a:extLst>
              <a:ext uri="{FF2B5EF4-FFF2-40B4-BE49-F238E27FC236}">
                <a16:creationId xmlns:a16="http://schemas.microsoft.com/office/drawing/2014/main" id="{15865455-3EAC-4FAE-9B20-C2DDA8A06C79}"/>
              </a:ext>
            </a:extLst>
          </p:cNvPr>
          <p:cNvSpPr>
            <a:spLocks noGrp="1"/>
          </p:cNvSpPr>
          <p:nvPr>
            <p:ph type="body" sz="quarter" idx="24" hasCustomPrompt="1"/>
          </p:nvPr>
        </p:nvSpPr>
        <p:spPr>
          <a:xfrm>
            <a:off x="41910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17" name="Text Placeholder 16">
            <a:extLst>
              <a:ext uri="{FF2B5EF4-FFF2-40B4-BE49-F238E27FC236}">
                <a16:creationId xmlns:a16="http://schemas.microsoft.com/office/drawing/2014/main" id="{2D119D33-E5BA-400E-84C0-9493ACA2B9A6}"/>
              </a:ext>
            </a:extLst>
          </p:cNvPr>
          <p:cNvSpPr>
            <a:spLocks noGrp="1"/>
          </p:cNvSpPr>
          <p:nvPr>
            <p:ph type="body" sz="quarter" idx="25" hasCustomPrompt="1"/>
          </p:nvPr>
        </p:nvSpPr>
        <p:spPr>
          <a:xfrm>
            <a:off x="2114551"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36" name="Text Placeholder 35">
            <a:extLst>
              <a:ext uri="{FF2B5EF4-FFF2-40B4-BE49-F238E27FC236}">
                <a16:creationId xmlns:a16="http://schemas.microsoft.com/office/drawing/2014/main" id="{9B5EC6C1-CF45-4972-9451-C7BA44F2C65C}"/>
              </a:ext>
            </a:extLst>
          </p:cNvPr>
          <p:cNvSpPr>
            <a:spLocks noGrp="1"/>
          </p:cNvSpPr>
          <p:nvPr>
            <p:ph type="body" sz="quarter" idx="26" hasCustomPrompt="1"/>
          </p:nvPr>
        </p:nvSpPr>
        <p:spPr>
          <a:xfrm>
            <a:off x="3822701" y="3271960"/>
            <a:ext cx="1527175" cy="2422404"/>
          </a:xfrm>
        </p:spPr>
        <p:txBody>
          <a:bodyPr/>
          <a:lstStyle>
            <a:lvl1pPr marL="85725" indent="-85725">
              <a:defRPr sz="825"/>
            </a:lvl1pPr>
            <a:lvl2pPr marL="255985" indent="-85725">
              <a:tabLst/>
              <a:defRPr sz="825"/>
            </a:lvl2pPr>
            <a:lvl3pPr>
              <a:defRPr sz="825"/>
            </a:lvl3pPr>
            <a:lvl4pPr>
              <a:defRPr sz="788"/>
            </a:lvl4pPr>
            <a:lvl5pPr>
              <a:defRPr sz="788"/>
            </a:lvl5pPr>
          </a:lstStyle>
          <a:p>
            <a:pPr lvl="0"/>
            <a:r>
              <a:rPr lang="en-US"/>
              <a:t>[Click to add content]</a:t>
            </a:r>
          </a:p>
          <a:p>
            <a:pPr lvl="1"/>
            <a:r>
              <a:rPr lang="en-US"/>
              <a:t>Second level</a:t>
            </a:r>
          </a:p>
        </p:txBody>
      </p:sp>
      <p:sp>
        <p:nvSpPr>
          <p:cNvPr id="38" name="Text Placeholder 37">
            <a:extLst>
              <a:ext uri="{FF2B5EF4-FFF2-40B4-BE49-F238E27FC236}">
                <a16:creationId xmlns:a16="http://schemas.microsoft.com/office/drawing/2014/main" id="{917E3231-30EC-4F7F-81A0-2AF42FA1D83E}"/>
              </a:ext>
            </a:extLst>
          </p:cNvPr>
          <p:cNvSpPr>
            <a:spLocks noGrp="1"/>
          </p:cNvSpPr>
          <p:nvPr>
            <p:ph type="body" sz="quarter" idx="27" hasCustomPrompt="1"/>
          </p:nvPr>
        </p:nvSpPr>
        <p:spPr>
          <a:xfrm>
            <a:off x="5502275" y="3271960"/>
            <a:ext cx="1527175"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40" name="Text Placeholder 39">
            <a:extLst>
              <a:ext uri="{FF2B5EF4-FFF2-40B4-BE49-F238E27FC236}">
                <a16:creationId xmlns:a16="http://schemas.microsoft.com/office/drawing/2014/main" id="{DD634B5F-D3D8-4AB0-B51D-1C828AC68D5D}"/>
              </a:ext>
            </a:extLst>
          </p:cNvPr>
          <p:cNvSpPr>
            <a:spLocks noGrp="1"/>
          </p:cNvSpPr>
          <p:nvPr>
            <p:ph type="body" sz="quarter" idx="28" hasCustomPrompt="1"/>
          </p:nvPr>
        </p:nvSpPr>
        <p:spPr>
          <a:xfrm>
            <a:off x="7196139" y="3271960"/>
            <a:ext cx="1528762" cy="2422404"/>
          </a:xfrm>
        </p:spPr>
        <p:txBody>
          <a:bodyPr/>
          <a:lstStyle>
            <a:lvl1pPr marL="85725" indent="-85725">
              <a:defRPr sz="825"/>
            </a:lvl1pPr>
            <a:lvl2pPr marL="170260" indent="-84535">
              <a:defRPr sz="825"/>
            </a:lvl2pPr>
            <a:lvl3pPr>
              <a:defRPr sz="825"/>
            </a:lvl3pPr>
            <a:lvl4pPr>
              <a:defRPr sz="788"/>
            </a:lvl4pPr>
            <a:lvl5pPr>
              <a:defRPr sz="788"/>
            </a:lvl5pPr>
          </a:lstStyle>
          <a:p>
            <a:pPr lvl="0"/>
            <a:r>
              <a:rPr lang="en-US"/>
              <a:t>[Click to add content]</a:t>
            </a:r>
          </a:p>
          <a:p>
            <a:pPr lvl="1"/>
            <a:r>
              <a:rPr lang="en-US"/>
              <a:t>Second level</a:t>
            </a:r>
          </a:p>
        </p:txBody>
      </p:sp>
      <p:sp>
        <p:nvSpPr>
          <p:cNvPr id="6" name="Title 5">
            <a:extLst>
              <a:ext uri="{FF2B5EF4-FFF2-40B4-BE49-F238E27FC236}">
                <a16:creationId xmlns:a16="http://schemas.microsoft.com/office/drawing/2014/main" id="{BDA01D14-CBFD-4FB8-8BC4-D8830CEC160D}"/>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C816339-A3B2-46CC-8115-A134C967F642}"/>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2" name="Text Placeholder 11">
            <a:extLst>
              <a:ext uri="{FF2B5EF4-FFF2-40B4-BE49-F238E27FC236}">
                <a16:creationId xmlns:a16="http://schemas.microsoft.com/office/drawing/2014/main" id="{8AF474E7-9310-4F30-B638-C2B67375861F}"/>
              </a:ext>
            </a:extLst>
          </p:cNvPr>
          <p:cNvSpPr>
            <a:spLocks noGrp="1"/>
          </p:cNvSpPr>
          <p:nvPr>
            <p:ph type="body" sz="quarter" idx="29" hasCustomPrompt="1"/>
          </p:nvPr>
        </p:nvSpPr>
        <p:spPr>
          <a:xfrm>
            <a:off x="425279" y="5799763"/>
            <a:ext cx="8295684" cy="412650"/>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95221915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80" y="1620838"/>
            <a:ext cx="5607031" cy="4587938"/>
          </a:xfrm>
        </p:spPr>
        <p:txBody>
          <a:bodyPr>
            <a:normAutofit/>
          </a:bodyPr>
          <a:lstStyle>
            <a:lvl1pPr>
              <a:defRPr sz="1200"/>
            </a:lvl1pPr>
            <a:lvl2pPr>
              <a:defRPr sz="1200"/>
            </a:lvl2pPr>
            <a:lvl3pPr>
              <a:defRPr sz="1200"/>
            </a:lvl3pPr>
            <a:lvl4pPr>
              <a:defRPr sz="1200"/>
            </a:lvl4pPr>
            <a:lvl5pPr>
              <a:defRPr sz="1200"/>
            </a:lvl5pPr>
            <a:lvl6pPr>
              <a:defRPr sz="1500"/>
            </a:lvl6pPr>
            <a:lvl7pPr>
              <a:defRPr sz="1500"/>
            </a:lvl7pPr>
            <a:lvl8pPr>
              <a:defRPr sz="1500"/>
            </a:lvl8pPr>
            <a:lvl9pPr>
              <a:defRPr sz="1500"/>
            </a:lvl9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6154690" y="1619998"/>
            <a:ext cx="2567622" cy="4585540"/>
          </a:xfrm>
        </p:spPr>
        <p:txBody>
          <a:bodyPr anchor="t">
            <a:normAutofit/>
          </a:bodyPr>
          <a:lstStyle>
            <a:lvl1pPr marL="0" indent="0">
              <a:buNone/>
              <a:defRPr sz="1200">
                <a:latin typeface="+mn-lt"/>
                <a:cs typeface="+mj-cs"/>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[Sub-headline]</a:t>
            </a:r>
          </a:p>
        </p:txBody>
      </p:sp>
      <p:sp>
        <p:nvSpPr>
          <p:cNvPr id="5" name="Date Placeholder 4"/>
          <p:cNvSpPr>
            <a:spLocks noGrp="1"/>
          </p:cNvSpPr>
          <p:nvPr>
            <p:ph type="dt" sz="half" idx="10"/>
          </p:nvPr>
        </p:nvSpPr>
        <p:spPr/>
        <p:txBody>
          <a:bodyPr/>
          <a:lstStyle/>
          <a:p>
            <a:fld id="{6A118CCC-6F7F-4C42-AC46-D7F105193E8D}" type="datetime4">
              <a:rPr lang="en-US" smtClean="0"/>
              <a:t>August 13, 2025</a:t>
            </a:fld>
            <a:endParaRPr lang="en-US"/>
          </a:p>
        </p:txBody>
      </p:sp>
      <p:sp>
        <p:nvSpPr>
          <p:cNvPr id="6" name="Footer Placeholder 5"/>
          <p:cNvSpPr>
            <a:spLocks noGrp="1"/>
          </p:cNvSpPr>
          <p:nvPr>
            <p:ph type="ftr" sz="quarter" idx="11"/>
          </p:nvPr>
        </p:nvSpPr>
        <p:spPr/>
        <p:txBody>
          <a:bodyPr/>
          <a:lstStyle/>
          <a:p>
            <a:r>
              <a:rPr lang="en-US"/>
              <a:t>S&amp;P Global Commodity Insights – Internal Use Only</a:t>
            </a:r>
          </a:p>
        </p:txBody>
      </p:sp>
      <p:sp>
        <p:nvSpPr>
          <p:cNvPr id="7" name="Slide Number Placeholder 6"/>
          <p:cNvSpPr>
            <a:spLocks noGrp="1"/>
          </p:cNvSpPr>
          <p:nvPr>
            <p:ph type="sldNum" sz="quarter" idx="12"/>
          </p:nvPr>
        </p:nvSpPr>
        <p:spPr/>
        <p:txBody>
          <a:bodyPr/>
          <a:lstStyle/>
          <a:p>
            <a:fld id="{5CFA18E4-D58E-4B28-B105-28D9665A8EBC}" type="slidenum">
              <a:rPr lang="en-US" smtClean="0"/>
              <a:t>‹#›</a:t>
            </a:fld>
            <a:endParaRPr lang="en-US"/>
          </a:p>
        </p:txBody>
      </p:sp>
      <p:sp>
        <p:nvSpPr>
          <p:cNvPr id="2" name="Title 1">
            <a:extLst>
              <a:ext uri="{FF2B5EF4-FFF2-40B4-BE49-F238E27FC236}">
                <a16:creationId xmlns:a16="http://schemas.microsoft.com/office/drawing/2014/main" id="{5975813A-CD63-4253-8001-91BA1316B93B}"/>
              </a:ext>
            </a:extLst>
          </p:cNvPr>
          <p:cNvSpPr>
            <a:spLocks noGrp="1"/>
          </p:cNvSpPr>
          <p:nvPr>
            <p:ph type="title" hasCustomPrompt="1"/>
          </p:nvPr>
        </p:nvSpPr>
        <p:spPr>
          <a:xfrm>
            <a:off x="425280" y="651300"/>
            <a:ext cx="8297032" cy="648111"/>
          </a:xfrm>
        </p:spPr>
        <p:txBody>
          <a:bodyPr/>
          <a:lstStyle/>
          <a:p>
            <a:r>
              <a:rPr lang="en-US"/>
              <a:t>[Headline]</a:t>
            </a:r>
          </a:p>
        </p:txBody>
      </p:sp>
    </p:spTree>
    <p:extLst>
      <p:ext uri="{BB962C8B-B14F-4D97-AF65-F5344CB8AC3E}">
        <p14:creationId xmlns:p14="http://schemas.microsoft.com/office/powerpoint/2010/main" val="855916433"/>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25279" y="1622424"/>
            <a:ext cx="8298180" cy="4577207"/>
          </a:xfrm>
        </p:spPr>
        <p:txBody>
          <a:bodyPr/>
          <a:lstStyle>
            <a:lvl1pPr>
              <a:defRPr/>
            </a:lvl1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1CCA47-27E3-4711-8C32-1F40E775D8E1}"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4704619B-9823-F845-874B-2390AC991BC7}" type="slidenum">
              <a:rPr lang="en-US" smtClean="0"/>
              <a:t>‹#›</a:t>
            </a:fld>
            <a:endParaRPr lang="en-US" dirty="0"/>
          </a:p>
        </p:txBody>
      </p:sp>
      <p:sp>
        <p:nvSpPr>
          <p:cNvPr id="7" name="Title 6">
            <a:extLst>
              <a:ext uri="{FF2B5EF4-FFF2-40B4-BE49-F238E27FC236}">
                <a16:creationId xmlns:a16="http://schemas.microsoft.com/office/drawing/2014/main" id="{252DE08D-8DD0-44DB-979A-C398324AA308}"/>
              </a:ext>
            </a:extLst>
          </p:cNvPr>
          <p:cNvSpPr>
            <a:spLocks noGrp="1"/>
          </p:cNvSpPr>
          <p:nvPr>
            <p:ph type="title" hasCustomPrompt="1"/>
          </p:nvPr>
        </p:nvSpPr>
        <p:spPr/>
        <p:txBody>
          <a:bodyPr/>
          <a:lstStyle/>
          <a:p>
            <a:r>
              <a:rPr lang="en-US"/>
              <a:t>[Headline]</a:t>
            </a:r>
          </a:p>
        </p:txBody>
      </p:sp>
    </p:spTree>
    <p:extLst>
      <p:ext uri="{BB962C8B-B14F-4D97-AF65-F5344CB8AC3E}">
        <p14:creationId xmlns:p14="http://schemas.microsoft.com/office/powerpoint/2010/main" val="3355170608"/>
      </p:ext>
    </p:extLst>
  </p:cSld>
  <p:clrMapOvr>
    <a:masterClrMapping/>
  </p:clrMapOvr>
  <p:extLst>
    <p:ext uri="{DCECCB84-F9BA-43D5-87BE-67443E8EF086}">
      <p15:sldGuideLst xmlns:p15="http://schemas.microsoft.com/office/powerpoint/2012/main">
        <p15:guide id="1" orient="horz" pos="1022">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3574D9A-42B2-45FF-9B07-CDC840DAC017}" type="datetime4">
              <a:rPr lang="en-US" smtClean="0"/>
              <a:t>August 13, 2025</a:t>
            </a:fld>
            <a:endParaRPr lang="en-US"/>
          </a:p>
        </p:txBody>
      </p:sp>
      <p:sp>
        <p:nvSpPr>
          <p:cNvPr id="4" name="Footer Placeholder 3"/>
          <p:cNvSpPr>
            <a:spLocks noGrp="1"/>
          </p:cNvSpPr>
          <p:nvPr>
            <p:ph type="ftr" sz="quarter" idx="11"/>
          </p:nvPr>
        </p:nvSpPr>
        <p:spPr/>
        <p:txBody>
          <a:bodyPr/>
          <a:lstStyle/>
          <a:p>
            <a:r>
              <a:rPr lang="en-US"/>
              <a:t>S&amp;P Global Commodity Insights – Internal Use Only</a:t>
            </a:r>
          </a:p>
        </p:txBody>
      </p:sp>
      <p:sp>
        <p:nvSpPr>
          <p:cNvPr id="5" name="Slide Number Placeholder 4"/>
          <p:cNvSpPr>
            <a:spLocks noGrp="1"/>
          </p:cNvSpPr>
          <p:nvPr>
            <p:ph type="sldNum" sz="quarter" idx="12"/>
          </p:nvPr>
        </p:nvSpPr>
        <p:spPr/>
        <p:txBody>
          <a:bodyPr/>
          <a:lstStyle/>
          <a:p>
            <a:fld id="{5246FB18-5DF1-419A-B975-14AFDDD65B9F}" type="slidenum">
              <a:rPr lang="en-US" smtClean="0"/>
              <a:t>‹#›</a:t>
            </a:fld>
            <a:endParaRPr lang="en-US"/>
          </a:p>
        </p:txBody>
      </p:sp>
      <p:sp>
        <p:nvSpPr>
          <p:cNvPr id="6" name="Text Placeholder 7"/>
          <p:cNvSpPr>
            <a:spLocks noGrp="1"/>
          </p:cNvSpPr>
          <p:nvPr>
            <p:ph type="body" sz="quarter" idx="13" hasCustomPrompt="1"/>
          </p:nvPr>
        </p:nvSpPr>
        <p:spPr>
          <a:xfrm>
            <a:off x="425279" y="1058237"/>
            <a:ext cx="8298180" cy="493776"/>
          </a:xfrm>
        </p:spPr>
        <p:txBody>
          <a:bodyPr/>
          <a:lstStyle>
            <a:lvl1pPr marL="0" indent="0">
              <a:buNone/>
              <a:defRPr b="0">
                <a:latin typeface="+mn-lt"/>
              </a:defRPr>
            </a:lvl1pPr>
            <a:lvl2pPr marL="127397" indent="0">
              <a:buNone/>
              <a:defRPr/>
            </a:lvl2pPr>
          </a:lstStyle>
          <a:p>
            <a:pPr lvl="0"/>
            <a:r>
              <a:rPr lang="en-US"/>
              <a:t>[Sub-headline]</a:t>
            </a:r>
          </a:p>
        </p:txBody>
      </p:sp>
      <p:sp>
        <p:nvSpPr>
          <p:cNvPr id="7" name="Title 6">
            <a:extLst>
              <a:ext uri="{FF2B5EF4-FFF2-40B4-BE49-F238E27FC236}">
                <a16:creationId xmlns:a16="http://schemas.microsoft.com/office/drawing/2014/main" id="{AF9C40FE-6A21-4C23-A19D-E68A6C289906}"/>
              </a:ext>
            </a:extLst>
          </p:cNvPr>
          <p:cNvSpPr>
            <a:spLocks noGrp="1"/>
          </p:cNvSpPr>
          <p:nvPr>
            <p:ph type="title" hasCustomPrompt="1"/>
          </p:nvPr>
        </p:nvSpPr>
        <p:spPr>
          <a:xfrm>
            <a:off x="425280" y="651300"/>
            <a:ext cx="8297032" cy="402336"/>
          </a:xfrm>
        </p:spPr>
        <p:txBody>
          <a:bodyPr/>
          <a:lstStyle/>
          <a:p>
            <a:r>
              <a:rPr lang="en-US"/>
              <a:t>[Headline]</a:t>
            </a:r>
          </a:p>
        </p:txBody>
      </p:sp>
      <p:sp>
        <p:nvSpPr>
          <p:cNvPr id="8" name="Text Placeholder 11">
            <a:extLst>
              <a:ext uri="{FF2B5EF4-FFF2-40B4-BE49-F238E27FC236}">
                <a16:creationId xmlns:a16="http://schemas.microsoft.com/office/drawing/2014/main" id="{3F48976F-008B-4090-A991-2BE8CC8B68C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2342133850"/>
      </p:ext>
    </p:extLst>
  </p:cSld>
  <p:clrMapOvr>
    <a:masterClrMapping/>
  </p:clrMapOvr>
  <p:hf hdr="0" ftr="0" dt="0"/>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D5B7FF-2C98-41DB-85E9-CA5614465502}" type="datetime4">
              <a:rPr lang="en-US" smtClean="0"/>
              <a:t>August 13, 2025</a:t>
            </a:fld>
            <a:endParaRPr lang="en-US"/>
          </a:p>
        </p:txBody>
      </p:sp>
      <p:sp>
        <p:nvSpPr>
          <p:cNvPr id="3" name="Footer Placeholder 2"/>
          <p:cNvSpPr>
            <a:spLocks noGrp="1"/>
          </p:cNvSpPr>
          <p:nvPr>
            <p:ph type="ftr" sz="quarter" idx="11"/>
          </p:nvPr>
        </p:nvSpPr>
        <p:spPr/>
        <p:txBody>
          <a:bodyPr/>
          <a:lstStyle/>
          <a:p>
            <a:r>
              <a:rPr lang="en-US"/>
              <a:t>S&amp;P Global Commodity Insights – Internal Use Only</a:t>
            </a:r>
          </a:p>
        </p:txBody>
      </p:sp>
      <p:sp>
        <p:nvSpPr>
          <p:cNvPr id="4" name="Slide Number Placeholder 3"/>
          <p:cNvSpPr>
            <a:spLocks noGrp="1"/>
          </p:cNvSpPr>
          <p:nvPr>
            <p:ph type="sldNum" sz="quarter" idx="12"/>
          </p:nvPr>
        </p:nvSpPr>
        <p:spPr/>
        <p:txBody>
          <a:bodyPr/>
          <a:lstStyle/>
          <a:p>
            <a:fld id="{5CFA18E4-D58E-4B28-B105-28D9665A8EBC}" type="slidenum">
              <a:rPr lang="en-US" smtClean="0"/>
              <a:t>‹#›</a:t>
            </a:fld>
            <a:endParaRPr lang="en-US"/>
          </a:p>
        </p:txBody>
      </p:sp>
      <p:sp>
        <p:nvSpPr>
          <p:cNvPr id="7" name="Text Placeholder 11">
            <a:extLst>
              <a:ext uri="{FF2B5EF4-FFF2-40B4-BE49-F238E27FC236}">
                <a16:creationId xmlns:a16="http://schemas.microsoft.com/office/drawing/2014/main" id="{7D5238FB-1356-4521-8102-3ECA8CDD77CD}"/>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4070697673"/>
      </p:ext>
    </p:extLst>
  </p:cSld>
  <p:clrMapOvr>
    <a:masterClrMapping/>
  </p:clrMapOvr>
  <p:hf hdr="0" ftr="0" dt="0"/>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Content + 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bg1"/>
                </a:solidFill>
              </a:defRPr>
            </a:lvl1pPr>
            <a:lvl2pPr marL="170260" indent="-170260">
              <a:defRPr>
                <a:solidFill>
                  <a:schemeClr val="bg1"/>
                </a:solidFill>
              </a:defRPr>
            </a:lvl2pPr>
            <a:lvl3pPr marL="345281" indent="-175022">
              <a:defRPr>
                <a:solidFill>
                  <a:schemeClr val="bg1"/>
                </a:solidFill>
              </a:defRPr>
            </a:lvl3pPr>
            <a:lvl4pPr marL="515541" indent="-170260">
              <a:defRPr>
                <a:solidFill>
                  <a:schemeClr val="bg1"/>
                </a:solidFill>
              </a:defRPr>
            </a:lvl4pPr>
            <a:lvl5pPr marL="685800" indent="-170260">
              <a:defRPr>
                <a:solidFill>
                  <a:schemeClr val="bg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074"/>
            <a:ext cx="3758184" cy="402336"/>
          </a:xfrm>
        </p:spPr>
        <p:txBody>
          <a:bodyPr/>
          <a:lstStyle>
            <a:lvl1pPr>
              <a:defRPr>
                <a:solidFill>
                  <a:schemeClr val="bg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bg1"/>
                </a:solidFill>
              </a:defRPr>
            </a:lvl1pPr>
          </a:lstStyle>
          <a:p>
            <a:fld id="{FD498EAC-337D-48F2-94B6-0A9B254051C0}"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bg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pic>
        <p:nvPicPr>
          <p:cNvPr id="20" name="SPG Commodity Insights White Small">
            <a:extLst>
              <a:ext uri="{FF2B5EF4-FFF2-40B4-BE49-F238E27FC236}">
                <a16:creationId xmlns:a16="http://schemas.microsoft.com/office/drawing/2014/main" id="{07692521-F3BC-4591-A77D-FEB98BBBA37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28557063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p:cSld name="Content + Statement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D60BC0-A464-445F-9F28-170EB6B5E9CB}"/>
              </a:ext>
            </a:extLst>
          </p:cNvPr>
          <p:cNvSpPr/>
          <p:nvPr/>
        </p:nvSpPr>
        <p:spPr>
          <a:xfrm>
            <a:off x="0" y="0"/>
            <a:ext cx="457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lvl1pPr marL="0" indent="0">
              <a:buFont typeface="Arial" panose="020B0604020202020204" pitchFamily="34" charset="0"/>
              <a:buChar char="​"/>
              <a:defRPr>
                <a:solidFill>
                  <a:schemeClr val="tx1"/>
                </a:solidFill>
              </a:defRPr>
            </a:lvl1pPr>
            <a:lvl2pPr marL="170260" indent="-170260">
              <a:defRPr>
                <a:solidFill>
                  <a:schemeClr val="tx1"/>
                </a:solidFill>
              </a:defRPr>
            </a:lvl2pPr>
            <a:lvl3pPr marL="345281" indent="-175022">
              <a:defRPr>
                <a:solidFill>
                  <a:schemeClr val="tx1"/>
                </a:solidFill>
              </a:defRPr>
            </a:lvl3pPr>
            <a:lvl4pPr marL="515541" indent="-170260">
              <a:defRPr>
                <a:solidFill>
                  <a:schemeClr val="tx1"/>
                </a:solidFill>
              </a:defRPr>
            </a:lvl4pPr>
            <a:lvl5pPr marL="685800" indent="-170260">
              <a:defRPr>
                <a:solidFill>
                  <a:schemeClr val="tx1"/>
                </a:solidFill>
              </a:defRPr>
            </a:lvl5pPr>
          </a:lstStyle>
          <a:p>
            <a:pPr lvl="0"/>
            <a:r>
              <a:rPr lang="en-US"/>
              <a:t>[Click to add non-bullet paragraph text]</a:t>
            </a:r>
          </a:p>
          <a:p>
            <a:pPr lvl="1"/>
            <a:r>
              <a:rPr lang="en-US"/>
              <a:t>Second level</a:t>
            </a:r>
          </a:p>
          <a:p>
            <a:pPr lvl="2"/>
            <a:r>
              <a:rPr lang="en-US"/>
              <a:t>Third level</a:t>
            </a:r>
          </a:p>
          <a:p>
            <a:pPr lvl="3"/>
            <a:r>
              <a:rPr lang="en-US"/>
              <a:t>Fourth level</a:t>
            </a:r>
          </a:p>
          <a:p>
            <a:pPr lvl="4"/>
            <a:r>
              <a:rPr lang="en-US"/>
              <a:t>Fifth level</a:t>
            </a:r>
          </a:p>
        </p:txBody>
      </p:sp>
      <p:sp>
        <p:nvSpPr>
          <p:cNvPr id="12" name="Subtitle">
            <a:extLst>
              <a:ext uri="{FF2B5EF4-FFF2-40B4-BE49-F238E27FC236}">
                <a16:creationId xmlns:a16="http://schemas.microsoft.com/office/drawing/2014/main" id="{7A6FCC9B-A33E-4B36-99E9-34DE7324E363}"/>
              </a:ext>
            </a:extLst>
          </p:cNvPr>
          <p:cNvSpPr>
            <a:spLocks noGrp="1"/>
          </p:cNvSpPr>
          <p:nvPr>
            <p:ph type="body" sz="quarter" idx="14" hasCustomPrompt="1"/>
          </p:nvPr>
        </p:nvSpPr>
        <p:spPr>
          <a:xfrm>
            <a:off x="425279" y="1059157"/>
            <a:ext cx="3758184" cy="493776"/>
          </a:xfrm>
        </p:spPr>
        <p:txBody>
          <a:bodyPr>
            <a:noAutofit/>
          </a:bodyPr>
          <a:lstStyle>
            <a:lvl1pPr marL="0" indent="0">
              <a:buNone/>
              <a:defRPr sz="1350">
                <a:solidFill>
                  <a:schemeClr val="tx1"/>
                </a:solidFill>
                <a:latin typeface="+mj-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0" name="Title 9">
            <a:extLst>
              <a:ext uri="{FF2B5EF4-FFF2-40B4-BE49-F238E27FC236}">
                <a16:creationId xmlns:a16="http://schemas.microsoft.com/office/drawing/2014/main" id="{3FAF71B7-3EE7-4ECB-927E-2D30E8B8D380}"/>
              </a:ext>
            </a:extLst>
          </p:cNvPr>
          <p:cNvSpPr>
            <a:spLocks noGrp="1"/>
          </p:cNvSpPr>
          <p:nvPr>
            <p:ph type="title" hasCustomPrompt="1"/>
          </p:nvPr>
        </p:nvSpPr>
        <p:spPr>
          <a:xfrm>
            <a:off x="425279" y="652994"/>
            <a:ext cx="3758184" cy="402336"/>
          </a:xfrm>
        </p:spPr>
        <p:txBody>
          <a:bodyPr/>
          <a:lstStyle>
            <a:lvl1pPr>
              <a:defRPr>
                <a:solidFill>
                  <a:schemeClr val="tx1"/>
                </a:solidFill>
              </a:defRPr>
            </a:lvl1pPr>
          </a:lstStyle>
          <a:p>
            <a:r>
              <a:rPr lang="en-US"/>
              <a:t>[Headline]</a:t>
            </a:r>
          </a:p>
        </p:txBody>
      </p:sp>
      <p:sp>
        <p:nvSpPr>
          <p:cNvPr id="15" name="Text Placeholder 14">
            <a:extLst>
              <a:ext uri="{FF2B5EF4-FFF2-40B4-BE49-F238E27FC236}">
                <a16:creationId xmlns:a16="http://schemas.microsoft.com/office/drawing/2014/main" id="{56888DD8-0224-404D-AAC6-33FCF67F8697}"/>
              </a:ext>
            </a:extLst>
          </p:cNvPr>
          <p:cNvSpPr>
            <a:spLocks noGrp="1"/>
          </p:cNvSpPr>
          <p:nvPr>
            <p:ph type="body" sz="quarter" idx="17"/>
          </p:nvPr>
        </p:nvSpPr>
        <p:spPr>
          <a:xfrm>
            <a:off x="4955382" y="1956817"/>
            <a:ext cx="3769519" cy="3737547"/>
          </a:xfrm>
        </p:spPr>
        <p:txBody>
          <a:bodyPr/>
          <a:lstStyle>
            <a:lvl1pPr>
              <a:defRPr sz="1200">
                <a:latin typeface="+mj-lt"/>
              </a:defRPr>
            </a:lvl1pPr>
            <a:lvl2pPr>
              <a:defRPr sz="1200">
                <a:latin typeface="+mj-lt"/>
              </a:defRPr>
            </a:lvl2pPr>
            <a:lvl3pPr>
              <a:defRPr sz="1200">
                <a:latin typeface="+mj-lt"/>
              </a:defRPr>
            </a:lvl3pPr>
            <a:lvl4pPr>
              <a:defRPr sz="1200">
                <a:latin typeface="+mj-lt"/>
              </a:defRPr>
            </a:lvl4pPr>
            <a:lvl5pPr>
              <a:defRPr sz="1200">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F3AAAE56-5CF5-455F-8CED-CF8CABE33CC8}"/>
              </a:ext>
            </a:extLst>
          </p:cNvPr>
          <p:cNvSpPr>
            <a:spLocks noGrp="1"/>
          </p:cNvSpPr>
          <p:nvPr>
            <p:ph type="dt" sz="half" idx="18"/>
          </p:nvPr>
        </p:nvSpPr>
        <p:spPr/>
        <p:txBody>
          <a:bodyPr/>
          <a:lstStyle>
            <a:lvl1pPr>
              <a:defRPr>
                <a:solidFill>
                  <a:schemeClr val="tx1"/>
                </a:solidFill>
              </a:defRPr>
            </a:lvl1pPr>
          </a:lstStyle>
          <a:p>
            <a:fld id="{08D20F44-D020-4CBC-B057-8F28BF1CC99A}" type="datetime4">
              <a:rPr lang="en-US" smtClean="0"/>
              <a:t>August 13, 2025</a:t>
            </a:fld>
            <a:endParaRPr lang="en-US"/>
          </a:p>
        </p:txBody>
      </p:sp>
      <p:sp>
        <p:nvSpPr>
          <p:cNvPr id="17" name="Footer Placeholder 16">
            <a:extLst>
              <a:ext uri="{FF2B5EF4-FFF2-40B4-BE49-F238E27FC236}">
                <a16:creationId xmlns:a16="http://schemas.microsoft.com/office/drawing/2014/main" id="{FC4A0CC4-5B74-4052-B180-789DC1265E8D}"/>
              </a:ext>
            </a:extLst>
          </p:cNvPr>
          <p:cNvSpPr>
            <a:spLocks noGrp="1"/>
          </p:cNvSpPr>
          <p:nvPr>
            <p:ph type="ftr" sz="quarter" idx="19"/>
          </p:nvPr>
        </p:nvSpPr>
        <p:spPr/>
        <p:txBody>
          <a:bodyPr/>
          <a:lstStyle>
            <a:lvl1pPr>
              <a:defRPr>
                <a:solidFill>
                  <a:schemeClr val="tx1"/>
                </a:solidFill>
              </a:defRPr>
            </a:lvl1pPr>
          </a:lstStyle>
          <a:p>
            <a:r>
              <a:rPr lang="en-US"/>
              <a:t>S&amp;P Global Commodity Insights – Internal Use Only</a:t>
            </a:r>
          </a:p>
        </p:txBody>
      </p:sp>
      <p:sp>
        <p:nvSpPr>
          <p:cNvPr id="18" name="Slide Number Placeholder 17">
            <a:extLst>
              <a:ext uri="{FF2B5EF4-FFF2-40B4-BE49-F238E27FC236}">
                <a16:creationId xmlns:a16="http://schemas.microsoft.com/office/drawing/2014/main" id="{E60CE04A-4CBD-4768-8B7C-4C7919193390}"/>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3" name="Text Placeholder 11">
            <a:extLst>
              <a:ext uri="{FF2B5EF4-FFF2-40B4-BE49-F238E27FC236}">
                <a16:creationId xmlns:a16="http://schemas.microsoft.com/office/drawing/2014/main" id="{24927F64-C76D-4BC3-BD50-1D5FB03E6D4A}"/>
              </a:ext>
            </a:extLst>
          </p:cNvPr>
          <p:cNvSpPr>
            <a:spLocks noGrp="1"/>
          </p:cNvSpPr>
          <p:nvPr>
            <p:ph type="body" sz="quarter" idx="15"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solidFill>
                  <a:schemeClr val="tx1"/>
                </a:solidFill>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67C1C513-E145-4818-AB44-7A5AE107E635}"/>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cxnSp>
        <p:nvCxnSpPr>
          <p:cNvPr id="20" name="Straight Connector 19">
            <a:extLst>
              <a:ext uri="{FF2B5EF4-FFF2-40B4-BE49-F238E27FC236}">
                <a16:creationId xmlns:a16="http://schemas.microsoft.com/office/drawing/2014/main" id="{56E63BC3-354A-42FF-A922-1F7132107FA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48C9E71-D067-4A2B-B783-0D61ABD6171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7" name="Group 56">
            <a:extLst>
              <a:ext uri="{FF2B5EF4-FFF2-40B4-BE49-F238E27FC236}">
                <a16:creationId xmlns:a16="http://schemas.microsoft.com/office/drawing/2014/main" id="{91EC115A-58AC-4782-BAFC-6A202749686B}"/>
              </a:ext>
            </a:extLst>
          </p:cNvPr>
          <p:cNvGrpSpPr/>
          <p:nvPr/>
        </p:nvGrpSpPr>
        <p:grpSpPr>
          <a:xfrm>
            <a:off x="-994" y="6871034"/>
            <a:ext cx="9144000" cy="143299"/>
            <a:chOff x="-1325" y="6871033"/>
            <a:chExt cx="12192000" cy="143299"/>
          </a:xfrm>
        </p:grpSpPr>
        <p:sp>
          <p:nvSpPr>
            <p:cNvPr id="58" name="Rectangle 57">
              <a:extLst>
                <a:ext uri="{FF2B5EF4-FFF2-40B4-BE49-F238E27FC236}">
                  <a16:creationId xmlns:a16="http://schemas.microsoft.com/office/drawing/2014/main" id="{79886B6E-406B-4405-BF31-56D8023896E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59" name="Rectangle 58">
              <a:extLst>
                <a:ext uri="{FF2B5EF4-FFF2-40B4-BE49-F238E27FC236}">
                  <a16:creationId xmlns:a16="http://schemas.microsoft.com/office/drawing/2014/main" id="{AB65480E-E8EC-4CA1-A52C-E0BF8995844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0" name="TextBox 59">
            <a:extLst>
              <a:ext uri="{FF2B5EF4-FFF2-40B4-BE49-F238E27FC236}">
                <a16:creationId xmlns:a16="http://schemas.microsoft.com/office/drawing/2014/main" id="{99C3023B-5E2B-45CD-BE36-9B5E9AF9600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5" name="Rectangle 54">
            <a:extLst>
              <a:ext uri="{FF2B5EF4-FFF2-40B4-BE49-F238E27FC236}">
                <a16:creationId xmlns:a16="http://schemas.microsoft.com/office/drawing/2014/main" id="{C9816CDE-7991-4545-AFD8-6EEB4B76B5D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1528F6A4-2779-423A-BC2D-91D943CC4C48}"/>
              </a:ext>
            </a:extLst>
          </p:cNvPr>
          <p:cNvGrpSpPr/>
          <p:nvPr/>
        </p:nvGrpSpPr>
        <p:grpSpPr>
          <a:xfrm>
            <a:off x="9192986" y="1051487"/>
            <a:ext cx="954405" cy="3085386"/>
            <a:chOff x="12257314" y="1051487"/>
            <a:chExt cx="1272540" cy="3085386"/>
          </a:xfrm>
        </p:grpSpPr>
        <p:sp>
          <p:nvSpPr>
            <p:cNvPr id="96" name="Rectangle 95">
              <a:extLst>
                <a:ext uri="{FF2B5EF4-FFF2-40B4-BE49-F238E27FC236}">
                  <a16:creationId xmlns:a16="http://schemas.microsoft.com/office/drawing/2014/main" id="{AD65AACD-FF9E-4C05-8C3D-1C2A183D4E3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CC45B61B-E822-45F0-ABAF-B05C98D0AB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79164D28-F80C-4F6B-93E0-DA4F626F6AD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920E156F-CE79-427A-9EFE-8B5645364F57}"/>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DB66C61B-6800-4BD8-AEC6-0F79D4CC3C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19D95D7E-643B-4313-97C9-8EF098A0B03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E1C470A-D847-4811-85B9-C06F47E6681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816FBC06-8F58-44ED-962F-C7AABBBAE0D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B83EB9FF-1776-41DF-91E6-B484BC3ECC0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6B1EEBC1-D8F9-431A-887E-226DB7D69AF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FBEE90F9-46D2-46E7-BA1C-A45BF3B5A7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910B243E-5032-4660-9027-8455515D355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136438A8-4A84-472B-BE61-0BD79D0CD398}"/>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108DC419-7E4E-457B-A230-74F661B4DD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EFC4501-BB03-469A-85A1-5A763A727E4A}"/>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7F9D32E-34D6-463A-BF39-D31E13C11DBF}"/>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89C64FE6-CE65-4FC5-8B95-3E73AD2565E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604502F7-5ECC-47A3-A70E-2A75B5BB875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A8D2858C-6F8D-4E68-AA1C-5532793CBA5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7AA96782-E7A7-49E7-BC32-3CC36058CA5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E2632B0B-C36F-4868-9B94-0A5843FF5555}"/>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773C8C11-8654-4064-82B7-07FAC99A9D9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12B0E368-C56A-45A1-A780-88D225AB182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F5F1F407-AEE6-48C3-96E1-4D6CF93A9E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836A1109-D44D-4972-AB9C-3379FDB85AA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6888388D-5A22-4C1C-A31A-287EA10062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AE367429-D63C-4AC6-A24F-0877AD266B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28DD8D27-14CC-4E58-B45C-C2DC9F248CB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692780C0-5433-4B57-9BD5-3FB819C753A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CC831C8B-90E3-4B79-BC08-98DF35DFA9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C8BB33C4-BC13-4654-8B59-CD05B850ED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0EB8CC13-DFD7-41DA-8C4D-EE2BF09CA97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6D7FF995-00A7-492E-96B7-461670258B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54" name="SPG Commodity Insights Black Small">
            <a:extLst>
              <a:ext uri="{FF2B5EF4-FFF2-40B4-BE49-F238E27FC236}">
                <a16:creationId xmlns:a16="http://schemas.microsoft.com/office/drawing/2014/main" id="{007DA517-91F7-4943-933B-600AAC87705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29899292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Content + Image/Ic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33AD3F0-575D-4B1E-8B9F-7FAAA4AFFB13}"/>
              </a:ext>
            </a:extLst>
          </p:cNvPr>
          <p:cNvSpPr/>
          <p:nvPr/>
        </p:nvSpPr>
        <p:spPr>
          <a:xfrm>
            <a:off x="4572000" y="0"/>
            <a:ext cx="457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FCD18A2-BC57-40BB-A181-401A69AFA02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BA62C50B-A5F2-4BDC-B21D-EF6C08A95540}"/>
              </a:ext>
            </a:extLst>
          </p:cNvPr>
          <p:cNvSpPr>
            <a:spLocks noGrp="1"/>
          </p:cNvSpPr>
          <p:nvPr>
            <p:ph type="title" hasCustomPrompt="1"/>
          </p:nvPr>
        </p:nvSpPr>
        <p:spPr>
          <a:xfrm>
            <a:off x="425279" y="652074"/>
            <a:ext cx="3758184" cy="402336"/>
          </a:xfrm>
        </p:spPr>
        <p:txBody>
          <a:bodyPr/>
          <a:lstStyle/>
          <a:p>
            <a:r>
              <a:rPr lang="en-US"/>
              <a:t>[Headline]</a:t>
            </a:r>
          </a:p>
        </p:txBody>
      </p:sp>
      <p:sp>
        <p:nvSpPr>
          <p:cNvPr id="12" name="Subtitle">
            <a:extLst>
              <a:ext uri="{FF2B5EF4-FFF2-40B4-BE49-F238E27FC236}">
                <a16:creationId xmlns:a16="http://schemas.microsoft.com/office/drawing/2014/main" id="{AC8B53C8-3DBD-4EA8-9392-FBE2E351CD6D}"/>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3" name="Content Placeholder 12">
            <a:extLst>
              <a:ext uri="{FF2B5EF4-FFF2-40B4-BE49-F238E27FC236}">
                <a16:creationId xmlns:a16="http://schemas.microsoft.com/office/drawing/2014/main" id="{AC70B75C-DFD7-48C8-92F1-ADC8F3A718F9}"/>
              </a:ext>
            </a:extLst>
          </p:cNvPr>
          <p:cNvSpPr>
            <a:spLocks noGrp="1"/>
          </p:cNvSpPr>
          <p:nvPr>
            <p:ph sz="quarter" idx="16" hasCustomPrompt="1"/>
          </p:nvPr>
        </p:nvSpPr>
        <p:spPr>
          <a:xfrm>
            <a:off x="425279" y="1955800"/>
            <a:ext cx="3758184" cy="424973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Picture Placeholder 6">
            <a:extLst>
              <a:ext uri="{FF2B5EF4-FFF2-40B4-BE49-F238E27FC236}">
                <a16:creationId xmlns:a16="http://schemas.microsoft.com/office/drawing/2014/main" id="{4F90018B-6ACC-43FE-9482-22D4B889F599}"/>
              </a:ext>
            </a:extLst>
          </p:cNvPr>
          <p:cNvSpPr>
            <a:spLocks noGrp="1"/>
          </p:cNvSpPr>
          <p:nvPr>
            <p:ph type="pic" sz="quarter" idx="17" hasCustomPrompt="1"/>
          </p:nvPr>
        </p:nvSpPr>
        <p:spPr>
          <a:xfrm>
            <a:off x="4955382" y="647700"/>
            <a:ext cx="3770710" cy="5557838"/>
          </a:xfrm>
        </p:spPr>
        <p:txBody>
          <a:bodyPr anchor="ctr"/>
          <a:lstStyle>
            <a:lvl1pPr marL="0" indent="0" algn="ctr">
              <a:buNone/>
              <a:defRPr>
                <a:solidFill>
                  <a:schemeClr val="bg1"/>
                </a:solidFill>
              </a:defRPr>
            </a:lvl1pPr>
          </a:lstStyle>
          <a:p>
            <a:r>
              <a:rPr lang="en-US"/>
              <a:t>[Add Graphic]</a:t>
            </a:r>
          </a:p>
        </p:txBody>
      </p:sp>
      <p:sp>
        <p:nvSpPr>
          <p:cNvPr id="11" name="Text Placeholder 11">
            <a:extLst>
              <a:ext uri="{FF2B5EF4-FFF2-40B4-BE49-F238E27FC236}">
                <a16:creationId xmlns:a16="http://schemas.microsoft.com/office/drawing/2014/main" id="{C1652EBB-571E-475B-B553-39FE471E0400}"/>
              </a:ext>
            </a:extLst>
          </p:cNvPr>
          <p:cNvSpPr>
            <a:spLocks noGrp="1"/>
          </p:cNvSpPr>
          <p:nvPr>
            <p:ph type="body" sz="quarter" idx="15" hasCustomPrompt="1"/>
          </p:nvPr>
        </p:nvSpPr>
        <p:spPr>
          <a:xfrm>
            <a:off x="425280" y="5687045"/>
            <a:ext cx="3758183"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4" name="Rectangle 13">
            <a:extLst>
              <a:ext uri="{FF2B5EF4-FFF2-40B4-BE49-F238E27FC236}">
                <a16:creationId xmlns:a16="http://schemas.microsoft.com/office/drawing/2014/main" id="{56A74643-6F50-43EF-AC47-F1AC1911F6C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9017798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Content + Photo 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6346E94-E9F1-4F0C-9AB7-02D722F342D1}"/>
              </a:ext>
            </a:extLst>
          </p:cNvPr>
          <p:cNvSpPr>
            <a:spLocks noGrp="1"/>
          </p:cNvSpPr>
          <p:nvPr>
            <p:ph type="pic" sz="quarter" idx="15" hasCustomPrompt="1"/>
          </p:nvPr>
        </p:nvSpPr>
        <p:spPr>
          <a:xfrm>
            <a:off x="4961073" y="0"/>
            <a:ext cx="4182927" cy="6858000"/>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8033BE1F-4CAE-4E0C-9944-8F250F7E19DB}"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7" name="Content Placeholder 6">
            <a:extLst>
              <a:ext uri="{FF2B5EF4-FFF2-40B4-BE49-F238E27FC236}">
                <a16:creationId xmlns:a16="http://schemas.microsoft.com/office/drawing/2014/main" id="{B6ADB806-4287-47DA-AF4C-BB39AE092206}"/>
              </a:ext>
            </a:extLst>
          </p:cNvPr>
          <p:cNvSpPr>
            <a:spLocks noGrp="1"/>
          </p:cNvSpPr>
          <p:nvPr>
            <p:ph sz="quarter" idx="13" hasCustomPrompt="1"/>
          </p:nvPr>
        </p:nvSpPr>
        <p:spPr>
          <a:xfrm>
            <a:off x="425279" y="1956816"/>
            <a:ext cx="3758184" cy="4251960"/>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9" name="Subtitle">
            <a:extLst>
              <a:ext uri="{FF2B5EF4-FFF2-40B4-BE49-F238E27FC236}">
                <a16:creationId xmlns:a16="http://schemas.microsoft.com/office/drawing/2014/main" id="{B8114C82-D1E4-4FD5-9ACC-948ED3D2FCD4}"/>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6" name="Title 5">
            <a:extLst>
              <a:ext uri="{FF2B5EF4-FFF2-40B4-BE49-F238E27FC236}">
                <a16:creationId xmlns:a16="http://schemas.microsoft.com/office/drawing/2014/main" id="{2183BB9D-7E68-4480-8074-01D6B9185584}"/>
              </a:ext>
            </a:extLst>
          </p:cNvPr>
          <p:cNvSpPr>
            <a:spLocks noGrp="1"/>
          </p:cNvSpPr>
          <p:nvPr>
            <p:ph type="title" hasCustomPrompt="1"/>
          </p:nvPr>
        </p:nvSpPr>
        <p:spPr>
          <a:xfrm>
            <a:off x="425279" y="652075"/>
            <a:ext cx="3758184" cy="399879"/>
          </a:xfrm>
        </p:spPr>
        <p:txBody>
          <a:bodyPr/>
          <a:lstStyle/>
          <a:p>
            <a:r>
              <a:rPr lang="en-US"/>
              <a:t>[Headline]</a:t>
            </a:r>
          </a:p>
        </p:txBody>
      </p:sp>
      <p:sp>
        <p:nvSpPr>
          <p:cNvPr id="11" name="Text Placeholder 11">
            <a:extLst>
              <a:ext uri="{FF2B5EF4-FFF2-40B4-BE49-F238E27FC236}">
                <a16:creationId xmlns:a16="http://schemas.microsoft.com/office/drawing/2014/main" id="{69EDE3A3-93BC-435F-86A2-88586877EC9B}"/>
              </a:ext>
            </a:extLst>
          </p:cNvPr>
          <p:cNvSpPr>
            <a:spLocks noGrp="1"/>
          </p:cNvSpPr>
          <p:nvPr>
            <p:ph type="body" sz="quarter" idx="16" hasCustomPrompt="1"/>
          </p:nvPr>
        </p:nvSpPr>
        <p:spPr>
          <a:xfrm>
            <a:off x="425280" y="5687045"/>
            <a:ext cx="3763340"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10" name="Rectangle 9">
            <a:extLst>
              <a:ext uri="{FF2B5EF4-FFF2-40B4-BE49-F238E27FC236}">
                <a16:creationId xmlns:a16="http://schemas.microsoft.com/office/drawing/2014/main" id="{B1580C69-7EEC-439E-AF10-9BA9CF26B3D8}"/>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Tree>
    <p:extLst>
      <p:ext uri="{BB962C8B-B14F-4D97-AF65-F5344CB8AC3E}">
        <p14:creationId xmlns:p14="http://schemas.microsoft.com/office/powerpoint/2010/main" val="447196017"/>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Picture with Caption">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4B64A38-EFA9-4A39-99F2-74B7B3E3FF14}"/>
              </a:ext>
            </a:extLst>
          </p:cNvPr>
          <p:cNvSpPr>
            <a:spLocks noGrp="1"/>
          </p:cNvSpPr>
          <p:nvPr>
            <p:ph type="pic" idx="1" hasCustomPrompt="1"/>
          </p:nvPr>
        </p:nvSpPr>
        <p:spPr>
          <a:xfrm>
            <a:off x="4953761" y="0"/>
            <a:ext cx="4190238" cy="6858000"/>
          </a:xfrm>
          <a:blipFill>
            <a:blip r:embed="rId2"/>
            <a:stretch>
              <a:fillRect/>
            </a:stretch>
          </a:blipFill>
        </p:spPr>
        <p:txBody>
          <a:bodyPr anchor="ctr"/>
          <a:lstStyle>
            <a:lvl1pPr marL="0" indent="0" algn="ctr">
              <a:buNone/>
              <a:defRPr sz="12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 [Insert photo]</a:t>
            </a:r>
          </a:p>
        </p:txBody>
      </p:sp>
      <p:sp>
        <p:nvSpPr>
          <p:cNvPr id="4" name="Text Placeholder 3">
            <a:extLst>
              <a:ext uri="{FF2B5EF4-FFF2-40B4-BE49-F238E27FC236}">
                <a16:creationId xmlns:a16="http://schemas.microsoft.com/office/drawing/2014/main" id="{39A104EF-8C7F-4FBE-B54B-0BD9A26ABAF3}"/>
              </a:ext>
            </a:extLst>
          </p:cNvPr>
          <p:cNvSpPr>
            <a:spLocks noGrp="1"/>
          </p:cNvSpPr>
          <p:nvPr>
            <p:ph type="body" sz="half" idx="2" hasCustomPrompt="1"/>
          </p:nvPr>
        </p:nvSpPr>
        <p:spPr>
          <a:xfrm>
            <a:off x="425279" y="2257622"/>
            <a:ext cx="3824063" cy="3943585"/>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add content]</a:t>
            </a:r>
          </a:p>
        </p:txBody>
      </p:sp>
      <p:sp>
        <p:nvSpPr>
          <p:cNvPr id="5" name="Date Placeholder 4">
            <a:extLst>
              <a:ext uri="{FF2B5EF4-FFF2-40B4-BE49-F238E27FC236}">
                <a16:creationId xmlns:a16="http://schemas.microsoft.com/office/drawing/2014/main" id="{551043C8-8B93-427A-B1E9-91B8B594F153}"/>
              </a:ext>
            </a:extLst>
          </p:cNvPr>
          <p:cNvSpPr>
            <a:spLocks noGrp="1"/>
          </p:cNvSpPr>
          <p:nvPr>
            <p:ph type="dt" sz="half" idx="10"/>
          </p:nvPr>
        </p:nvSpPr>
        <p:spPr/>
        <p:txBody>
          <a:bodyPr/>
          <a:lstStyle/>
          <a:p>
            <a:fld id="{66315B66-382B-41E5-9D02-95F0A1609732}" type="datetime4">
              <a:rPr lang="en-US" smtClean="0"/>
              <a:t>August 13, 2025</a:t>
            </a:fld>
            <a:endParaRPr lang="en-US"/>
          </a:p>
        </p:txBody>
      </p:sp>
      <p:sp>
        <p:nvSpPr>
          <p:cNvPr id="6" name="Footer Placeholder 5">
            <a:extLst>
              <a:ext uri="{FF2B5EF4-FFF2-40B4-BE49-F238E27FC236}">
                <a16:creationId xmlns:a16="http://schemas.microsoft.com/office/drawing/2014/main" id="{4E38E192-3F9A-45D3-ACFB-FAC89A71B2A1}"/>
              </a:ext>
            </a:extLst>
          </p:cNvPr>
          <p:cNvSpPr>
            <a:spLocks noGrp="1"/>
          </p:cNvSpPr>
          <p:nvPr>
            <p:ph type="ftr" sz="quarter" idx="11"/>
          </p:nvPr>
        </p:nvSpPr>
        <p:spPr/>
        <p:txBody>
          <a:bodyPr/>
          <a:lstStyle/>
          <a:p>
            <a:r>
              <a:rPr lang="en-US"/>
              <a:t>S&amp;P Global Commodity Insights – Internal Use Only</a:t>
            </a:r>
          </a:p>
        </p:txBody>
      </p:sp>
      <p:sp>
        <p:nvSpPr>
          <p:cNvPr id="7" name="Slide Number Placeholder 6">
            <a:extLst>
              <a:ext uri="{FF2B5EF4-FFF2-40B4-BE49-F238E27FC236}">
                <a16:creationId xmlns:a16="http://schemas.microsoft.com/office/drawing/2014/main" id="{88725343-4115-4C36-929A-12123083C5EF}"/>
              </a:ext>
            </a:extLst>
          </p:cNvPr>
          <p:cNvSpPr>
            <a:spLocks noGrp="1"/>
          </p:cNvSpPr>
          <p:nvPr>
            <p:ph type="sldNum" sz="quarter" idx="12"/>
          </p:nvPr>
        </p:nvSpPr>
        <p:spPr/>
        <p:txBody>
          <a:bodyPr/>
          <a:lstStyle/>
          <a:p>
            <a:fld id="{5C0461DF-BA7E-4A6E-8E65-15AD0484CCD9}" type="slidenum">
              <a:rPr lang="en-US" smtClean="0"/>
              <a:t>‹#›</a:t>
            </a:fld>
            <a:endParaRPr lang="en-US"/>
          </a:p>
        </p:txBody>
      </p:sp>
      <p:sp>
        <p:nvSpPr>
          <p:cNvPr id="8" name="Title 7">
            <a:extLst>
              <a:ext uri="{FF2B5EF4-FFF2-40B4-BE49-F238E27FC236}">
                <a16:creationId xmlns:a16="http://schemas.microsoft.com/office/drawing/2014/main" id="{18CCE458-F83E-44C2-B2F1-F53F7D8532E8}"/>
              </a:ext>
            </a:extLst>
          </p:cNvPr>
          <p:cNvSpPr>
            <a:spLocks noGrp="1"/>
          </p:cNvSpPr>
          <p:nvPr>
            <p:ph type="title" hasCustomPrompt="1"/>
          </p:nvPr>
        </p:nvSpPr>
        <p:spPr>
          <a:xfrm>
            <a:off x="425280" y="570074"/>
            <a:ext cx="3819905" cy="1385726"/>
          </a:xfrm>
          <a:prstGeom prst="rect">
            <a:avLst/>
          </a:prstGeom>
        </p:spPr>
        <p:txBody>
          <a:bodyPr anchor="b"/>
          <a:lstStyle/>
          <a:p>
            <a:r>
              <a:rPr lang="en-US"/>
              <a:t>[Headline]</a:t>
            </a:r>
          </a:p>
        </p:txBody>
      </p:sp>
      <p:cxnSp>
        <p:nvCxnSpPr>
          <p:cNvPr id="15" name="Straight Connector 14">
            <a:extLst>
              <a:ext uri="{FF2B5EF4-FFF2-40B4-BE49-F238E27FC236}">
                <a16:creationId xmlns:a16="http://schemas.microsoft.com/office/drawing/2014/main" id="{15D256FB-1CFC-42B7-BE62-7F49A482A92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6019D0E-FF32-459E-97E4-9BB716B7A63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C383DF4-34AF-4B3C-A154-D199CB5156F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6DE34798-F2B1-4980-95F7-C1599F3B7D4C}"/>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grpSp>
        <p:nvGrpSpPr>
          <p:cNvPr id="73" name="Group 72">
            <a:extLst>
              <a:ext uri="{FF2B5EF4-FFF2-40B4-BE49-F238E27FC236}">
                <a16:creationId xmlns:a16="http://schemas.microsoft.com/office/drawing/2014/main" id="{607467C2-B91E-41AB-BA5E-261BD2637B37}"/>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2DF21283-8F19-4BB7-98FF-C9FBF6E276A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5E94881C-C047-4686-98D9-FA9563CA33CA}"/>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998B2EF-E7DD-4D13-8920-7BA654D235A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849C8C9-6B17-4EF5-8974-7D79D6A896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D542EE6-DD72-4212-878D-2DC9A523C75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9D36CC9-C44F-4F31-91B1-6F6183D9096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CF9EAC1-0269-4115-98BF-A8695F5EEEE6}"/>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5A1B023F-3FFB-4432-A637-0087742169A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E9157ACD-A708-446E-BA08-8ABA138452F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35FEBBB-6FF4-4962-A5D1-9492720A09A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1B6C3A59-2A6C-4FA0-8ACD-FA252B97E943}"/>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26BCAC7-CEA8-442F-A559-3F4E44BDC1E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943CB7D-FCF0-48F4-BEA7-B94F8532516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8AE0A84-25B5-483F-9FC6-D34178F270F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9" name="Group 88">
            <a:extLst>
              <a:ext uri="{FF2B5EF4-FFF2-40B4-BE49-F238E27FC236}">
                <a16:creationId xmlns:a16="http://schemas.microsoft.com/office/drawing/2014/main" id="{0B643A0A-DDE6-4A58-8121-C422A7300B85}"/>
              </a:ext>
            </a:extLst>
          </p:cNvPr>
          <p:cNvGrpSpPr/>
          <p:nvPr/>
        </p:nvGrpSpPr>
        <p:grpSpPr>
          <a:xfrm>
            <a:off x="-994" y="6871034"/>
            <a:ext cx="9144000" cy="143299"/>
            <a:chOff x="-1325" y="6871033"/>
            <a:chExt cx="12192000" cy="143299"/>
          </a:xfrm>
        </p:grpSpPr>
        <p:sp>
          <p:nvSpPr>
            <p:cNvPr id="90" name="Rectangle 89">
              <a:extLst>
                <a:ext uri="{FF2B5EF4-FFF2-40B4-BE49-F238E27FC236}">
                  <a16:creationId xmlns:a16="http://schemas.microsoft.com/office/drawing/2014/main" id="{08D1AA8E-DBB0-4C4B-AE6B-EE691E847CD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91" name="Rectangle 90">
              <a:extLst>
                <a:ext uri="{FF2B5EF4-FFF2-40B4-BE49-F238E27FC236}">
                  <a16:creationId xmlns:a16="http://schemas.microsoft.com/office/drawing/2014/main" id="{A4EABDD5-9D53-41BE-84E2-0DAC7677942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2" name="Rectangle 91">
            <a:extLst>
              <a:ext uri="{FF2B5EF4-FFF2-40B4-BE49-F238E27FC236}">
                <a16:creationId xmlns:a16="http://schemas.microsoft.com/office/drawing/2014/main" id="{8161154C-724E-4877-AFF8-FAD67B3FCA2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7" name="Rectangle 66">
            <a:extLst>
              <a:ext uri="{FF2B5EF4-FFF2-40B4-BE49-F238E27FC236}">
                <a16:creationId xmlns:a16="http://schemas.microsoft.com/office/drawing/2014/main" id="{F4A58843-23D3-4734-AFEA-B414D4E09D9C}"/>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8" name="Group 67">
            <a:extLst>
              <a:ext uri="{FF2B5EF4-FFF2-40B4-BE49-F238E27FC236}">
                <a16:creationId xmlns:a16="http://schemas.microsoft.com/office/drawing/2014/main" id="{9D8E272B-3C66-4E7D-A0E4-4A06273C3A41}"/>
              </a:ext>
            </a:extLst>
          </p:cNvPr>
          <p:cNvGrpSpPr/>
          <p:nvPr/>
        </p:nvGrpSpPr>
        <p:grpSpPr>
          <a:xfrm>
            <a:off x="9192986" y="1051487"/>
            <a:ext cx="954405" cy="3085386"/>
            <a:chOff x="12257314" y="1051487"/>
            <a:chExt cx="1272540" cy="3085386"/>
          </a:xfrm>
        </p:grpSpPr>
        <p:sp>
          <p:nvSpPr>
            <p:cNvPr id="69" name="Rectangle 68">
              <a:extLst>
                <a:ext uri="{FF2B5EF4-FFF2-40B4-BE49-F238E27FC236}">
                  <a16:creationId xmlns:a16="http://schemas.microsoft.com/office/drawing/2014/main" id="{336FE848-CA52-4854-BF6B-285DAE372E01}"/>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0" name="TextBox 69">
              <a:extLst>
                <a:ext uri="{FF2B5EF4-FFF2-40B4-BE49-F238E27FC236}">
                  <a16:creationId xmlns:a16="http://schemas.microsoft.com/office/drawing/2014/main" id="{17EA3C61-3BB1-44BD-91C7-7050576C020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1" name="Freeform: Shape 70">
              <a:extLst>
                <a:ext uri="{FF2B5EF4-FFF2-40B4-BE49-F238E27FC236}">
                  <a16:creationId xmlns:a16="http://schemas.microsoft.com/office/drawing/2014/main" id="{9FC8BCE3-3CCD-45B7-92D2-06659183691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2" name="TextBox 71">
              <a:extLst>
                <a:ext uri="{FF2B5EF4-FFF2-40B4-BE49-F238E27FC236}">
                  <a16:creationId xmlns:a16="http://schemas.microsoft.com/office/drawing/2014/main" id="{20B7941B-A3DF-4B81-9BED-4DAD101ECB2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7" name="Freeform: Shape 126">
              <a:extLst>
                <a:ext uri="{FF2B5EF4-FFF2-40B4-BE49-F238E27FC236}">
                  <a16:creationId xmlns:a16="http://schemas.microsoft.com/office/drawing/2014/main" id="{1D1CF571-F47A-4F28-8B73-4E37C1B1039D}"/>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Freeform: Shape 127">
              <a:extLst>
                <a:ext uri="{FF2B5EF4-FFF2-40B4-BE49-F238E27FC236}">
                  <a16:creationId xmlns:a16="http://schemas.microsoft.com/office/drawing/2014/main" id="{2A056D20-5052-460E-9F0C-73C6EBB5B40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9" name="TextBox 128">
              <a:extLst>
                <a:ext uri="{FF2B5EF4-FFF2-40B4-BE49-F238E27FC236}">
                  <a16:creationId xmlns:a16="http://schemas.microsoft.com/office/drawing/2014/main" id="{09B34095-1465-47A1-AB1D-80BE93CEE13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30" name="Picture 129">
              <a:extLst>
                <a:ext uri="{FF2B5EF4-FFF2-40B4-BE49-F238E27FC236}">
                  <a16:creationId xmlns:a16="http://schemas.microsoft.com/office/drawing/2014/main" id="{4D13E51C-896C-433B-A5FF-883F9EE43E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1" name="Rectangle 130">
              <a:extLst>
                <a:ext uri="{FF2B5EF4-FFF2-40B4-BE49-F238E27FC236}">
                  <a16:creationId xmlns:a16="http://schemas.microsoft.com/office/drawing/2014/main" id="{2B5AB5CC-90AD-42C7-BB73-F0FCD761B1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2" name="Rectangle 131">
              <a:extLst>
                <a:ext uri="{FF2B5EF4-FFF2-40B4-BE49-F238E27FC236}">
                  <a16:creationId xmlns:a16="http://schemas.microsoft.com/office/drawing/2014/main" id="{F76CE769-2BEB-48C1-8CA7-391FEF864E0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077D9859-C0B2-44E0-AD1D-FD26733D83D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4" name="Rectangle 133">
              <a:extLst>
                <a:ext uri="{FF2B5EF4-FFF2-40B4-BE49-F238E27FC236}">
                  <a16:creationId xmlns:a16="http://schemas.microsoft.com/office/drawing/2014/main" id="{DEEC4F13-D7A2-4001-8418-B83179B919BC}"/>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5" name="Group 134">
              <a:extLst>
                <a:ext uri="{FF2B5EF4-FFF2-40B4-BE49-F238E27FC236}">
                  <a16:creationId xmlns:a16="http://schemas.microsoft.com/office/drawing/2014/main" id="{148C427F-D272-44D2-834F-6DFEDD02BC23}"/>
                </a:ext>
              </a:extLst>
            </p:cNvPr>
            <p:cNvGrpSpPr/>
            <p:nvPr/>
          </p:nvGrpSpPr>
          <p:grpSpPr>
            <a:xfrm>
              <a:off x="12364752" y="2345932"/>
              <a:ext cx="1055431" cy="88186"/>
              <a:chOff x="914335" y="6913770"/>
              <a:chExt cx="1109884" cy="100584"/>
            </a:xfrm>
            <a:noFill/>
          </p:grpSpPr>
          <p:sp>
            <p:nvSpPr>
              <p:cNvPr id="146" name="Rectangle 145">
                <a:extLst>
                  <a:ext uri="{FF2B5EF4-FFF2-40B4-BE49-F238E27FC236}">
                    <a16:creationId xmlns:a16="http://schemas.microsoft.com/office/drawing/2014/main" id="{B59A0478-6E49-4D98-84A6-0961262102C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7" name="Rectangle 146">
                <a:extLst>
                  <a:ext uri="{FF2B5EF4-FFF2-40B4-BE49-F238E27FC236}">
                    <a16:creationId xmlns:a16="http://schemas.microsoft.com/office/drawing/2014/main" id="{047D932A-A694-4519-991D-D97DF9B57751}"/>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8" name="Rectangle 147">
                <a:extLst>
                  <a:ext uri="{FF2B5EF4-FFF2-40B4-BE49-F238E27FC236}">
                    <a16:creationId xmlns:a16="http://schemas.microsoft.com/office/drawing/2014/main" id="{EF0F7CF1-686F-4EFD-9629-02F26E00469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9" name="Rectangle 148">
                <a:extLst>
                  <a:ext uri="{FF2B5EF4-FFF2-40B4-BE49-F238E27FC236}">
                    <a16:creationId xmlns:a16="http://schemas.microsoft.com/office/drawing/2014/main" id="{22E9D753-0937-4FE5-92CB-35E8294FE0D7}"/>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50" name="Rectangle 149">
                <a:extLst>
                  <a:ext uri="{FF2B5EF4-FFF2-40B4-BE49-F238E27FC236}">
                    <a16:creationId xmlns:a16="http://schemas.microsoft.com/office/drawing/2014/main" id="{EB74A8B5-691E-4537-93E2-370CC74938D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1" name="Rectangle 150">
                <a:extLst>
                  <a:ext uri="{FF2B5EF4-FFF2-40B4-BE49-F238E27FC236}">
                    <a16:creationId xmlns:a16="http://schemas.microsoft.com/office/drawing/2014/main" id="{14EB5F14-E487-4F32-8AC6-D97F77A3129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2" name="Rectangle 151">
                <a:extLst>
                  <a:ext uri="{FF2B5EF4-FFF2-40B4-BE49-F238E27FC236}">
                    <a16:creationId xmlns:a16="http://schemas.microsoft.com/office/drawing/2014/main" id="{B14AA409-2A6D-429A-8B33-013EA09DB1C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3" name="Rectangle 152">
                <a:extLst>
                  <a:ext uri="{FF2B5EF4-FFF2-40B4-BE49-F238E27FC236}">
                    <a16:creationId xmlns:a16="http://schemas.microsoft.com/office/drawing/2014/main" id="{A4D87BE8-9941-49E5-91EA-E3E08FDCE28A}"/>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4" name="Rectangle 153">
                <a:extLst>
                  <a:ext uri="{FF2B5EF4-FFF2-40B4-BE49-F238E27FC236}">
                    <a16:creationId xmlns:a16="http://schemas.microsoft.com/office/drawing/2014/main" id="{32370BFA-8320-4D7F-BA0E-9C1BF1E084BC}"/>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5" name="Rectangle 154">
                <a:extLst>
                  <a:ext uri="{FF2B5EF4-FFF2-40B4-BE49-F238E27FC236}">
                    <a16:creationId xmlns:a16="http://schemas.microsoft.com/office/drawing/2014/main" id="{23014EB0-DB7C-481D-A3CA-6980C75439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6" name="Graphic 135" descr="Close with solid fill">
              <a:extLst>
                <a:ext uri="{FF2B5EF4-FFF2-40B4-BE49-F238E27FC236}">
                  <a16:creationId xmlns:a16="http://schemas.microsoft.com/office/drawing/2014/main" id="{20B51798-AF78-4078-9746-D3424A92106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37" name="Graphic 136" descr="Close with solid fill">
              <a:extLst>
                <a:ext uri="{FF2B5EF4-FFF2-40B4-BE49-F238E27FC236}">
                  <a16:creationId xmlns:a16="http://schemas.microsoft.com/office/drawing/2014/main" id="{BE032418-92A1-4E1A-8C09-A3D216178F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38" name="Graphic 137" descr="Close with solid fill">
              <a:extLst>
                <a:ext uri="{FF2B5EF4-FFF2-40B4-BE49-F238E27FC236}">
                  <a16:creationId xmlns:a16="http://schemas.microsoft.com/office/drawing/2014/main" id="{905A376A-9A3D-4C3A-9C9C-738E9C12025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39" name="Graphic 138" descr="Close with solid fill">
              <a:extLst>
                <a:ext uri="{FF2B5EF4-FFF2-40B4-BE49-F238E27FC236}">
                  <a16:creationId xmlns:a16="http://schemas.microsoft.com/office/drawing/2014/main" id="{B25CCDCC-346E-4A47-87C4-F6846327D72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40" name="Graphic 139" descr="Close with solid fill">
              <a:extLst>
                <a:ext uri="{FF2B5EF4-FFF2-40B4-BE49-F238E27FC236}">
                  <a16:creationId xmlns:a16="http://schemas.microsoft.com/office/drawing/2014/main" id="{6E24AC98-79D8-4568-9A1C-A55249435BA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41" name="Graphic 140" descr="Close with solid fill">
              <a:extLst>
                <a:ext uri="{FF2B5EF4-FFF2-40B4-BE49-F238E27FC236}">
                  <a16:creationId xmlns:a16="http://schemas.microsoft.com/office/drawing/2014/main" id="{5A2E6131-42EA-4489-815F-FBF80F1E32C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42" name="Graphic 141" descr="Close with solid fill">
              <a:extLst>
                <a:ext uri="{FF2B5EF4-FFF2-40B4-BE49-F238E27FC236}">
                  <a16:creationId xmlns:a16="http://schemas.microsoft.com/office/drawing/2014/main" id="{28CDE807-7922-48F9-AC2E-C583539356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43" name="Graphic 142" descr="Close with solid fill">
              <a:extLst>
                <a:ext uri="{FF2B5EF4-FFF2-40B4-BE49-F238E27FC236}">
                  <a16:creationId xmlns:a16="http://schemas.microsoft.com/office/drawing/2014/main" id="{EB4DA3CB-8A65-4425-9F20-1DB51B5C0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44" name="Graphic 143" descr="Close with solid fill">
              <a:extLst>
                <a:ext uri="{FF2B5EF4-FFF2-40B4-BE49-F238E27FC236}">
                  <a16:creationId xmlns:a16="http://schemas.microsoft.com/office/drawing/2014/main" id="{DCE5CBE6-5A5C-41FA-A939-E25CD0CA77C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45" name="Graphic 144" descr="Close with solid fill">
              <a:extLst>
                <a:ext uri="{FF2B5EF4-FFF2-40B4-BE49-F238E27FC236}">
                  <a16:creationId xmlns:a16="http://schemas.microsoft.com/office/drawing/2014/main" id="{29CCB93B-D43D-410C-A947-C02E98E8D01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88" name="SPG Commodity Insights Red White Small">
            <a:extLst>
              <a:ext uri="{FF2B5EF4-FFF2-40B4-BE49-F238E27FC236}">
                <a16:creationId xmlns:a16="http://schemas.microsoft.com/office/drawing/2014/main" id="{D74D714F-83B2-4EF1-9E0B-A623BFB5F9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508508173"/>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Tinted Background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4">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lvl1pPr>
              <a:defRPr/>
            </a:lvl1p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E6AFD977-09C8-4620-8D0A-3DA5D2115160}"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FE72DE81-6D31-4EE8-846D-11667A30DC51}"/>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F423200A-B639-4DFB-B52F-559F1F74B60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7EC32EDD-78CF-4586-BFD7-75B826A880F9}"/>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58549BC5-4805-4624-8EDF-1CC9C2197B5E}"/>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7394D1C0-EA2E-4008-A874-1EC0BF574D97}"/>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3A91BD69-4594-4FDA-997A-E65449EA1958}"/>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0084D7FA-8C2F-4E17-9AA9-8B0337F4C5D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F8525CC7-72BD-405B-A60B-629BFFE0E384}"/>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B7571622-2029-4FBC-BF6F-9EED626AC1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9974FC87-AC9A-4953-A46E-301C9A5AD70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0110A7BC-1466-41A7-BA52-A582F79A00D0}"/>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8A867F2C-00F0-470A-8785-CF2C568B79C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E5AA1475-2D73-42FB-9913-56210F20F0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7A4583F7-4DEB-484F-83A0-8D47A75E72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633526BB-F841-4514-A9F1-36B3DBDACEE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6F35C634-B648-4DBC-977B-0A5152309B0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C5D65809-B87C-4240-A59E-109EE00ABDD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FC4661DE-667C-4142-BFBA-C579E095FDCA}"/>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946AB15E-BDCA-43B9-B050-B42CCFBD425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F1BEA057-79E7-4EC3-8EBB-67F0573CE9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DAEE85BB-CB6B-40EF-A330-B11AE29B408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8E89FDCF-E929-48C0-98F4-22E19A16802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68A15EE0-BEA9-476F-B632-E99CCBB2C7F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810852A6-E8C5-42FB-825F-860DB4A56D5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A7C1FF46-B5AE-4737-857F-B4360EEE37A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81CD1BDA-4069-458D-81D0-BC61409542C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5C88F6A3-3F4B-4AC4-982D-D3A5C1FDA4C3}"/>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284FA955-892E-445A-8D71-69416B38D350}"/>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96245744-AF49-4CE4-AFB6-66FC1960FC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E8194C7F-0BE7-4D7D-8F46-917CDA4D84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F6D2715F-17CA-4186-A461-28CCC8749C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C2133369-C12A-460B-85F0-18B1638FD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0AD790A3-B200-4CA3-8144-3255D6ACAF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7F467231-C2FF-48DE-9E29-913DE2E0D2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9F3357CC-5C53-40A5-A529-BC1B4B7E00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23625A4-67F0-4F47-BD2B-DFE76CB14D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6AD8EA30-9A89-4FD9-AA2D-4626F99C99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51A2C0D4-371E-4B71-9179-A564FE0F5C4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7" name="Rectangle 46">
            <a:extLst>
              <a:ext uri="{FF2B5EF4-FFF2-40B4-BE49-F238E27FC236}">
                <a16:creationId xmlns:a16="http://schemas.microsoft.com/office/drawing/2014/main" id="{EA61A7B3-C4D2-4397-8168-2604119B3D30}"/>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BBFE0E77-9273-4E0A-8913-D988E952D4D5}"/>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2429906287"/>
      </p:ext>
    </p:extLst>
  </p:cSld>
  <p:clrMapOvr>
    <a:masterClrMapping/>
  </p:clrMapOvr>
  <p:hf hdr="0" ftr="0" dt="0"/>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Tinted Background 2">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3">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A100756F-4510-43F2-8C30-BDC4CADA216E}"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0CF32E41-AE23-4AB8-BBD3-5DDDA8822076}"/>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D65E677-89F3-4B6C-872C-D692668457F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5AAD7609-768B-4994-B6CF-A145B30EB2B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1DB13CB-60DC-4D5A-9D53-F9BA0EC2484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968223A6-7FC1-4E90-A0E0-E39F129E0925}"/>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FAFA175E-66DE-4266-849B-D478AA5D5019}"/>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5CA17CBD-0806-441C-9085-77D44783F74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AFDE58A2-6B49-4DA6-8715-ECD72C03B6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22068197-D4E9-44F4-A1F8-372CC4E92838}"/>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A8260D71-520D-415F-A5D3-7802F02E3AB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B3BA551C-3085-43FA-BCCA-F9011F8596E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643ABA97-7D14-4392-9402-E8B0744F8EAD}"/>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A901F25-DC8F-4CDA-BCF8-929418C222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F63243C4-EDBF-4A54-BBDB-AB4037DAA67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946EEE72-1413-4B34-AAD1-2E49DB4E209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D8120777-CEB0-4B6F-87B3-F1EC0F046D9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218F72D7-648A-4F15-ACF5-B8281F35F57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555AB4DD-99A1-43C3-ABC6-5D434B205C2D}"/>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6F1FFF8C-1327-4A19-880A-3479D0A55E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35280209-B201-4AC7-BFD8-FA55B8DCD0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FF1C21CF-B3F5-443D-B00E-14EE46ED97DA}"/>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4805062-DC34-4BF2-A6E4-7A72B785032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E6010B52-9FB2-442A-B6BB-CD3D18C9EB6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B8DDF3B2-A9E5-4BE4-8D94-867821759E6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C3329A8D-96B8-4BB1-B4B6-1AAA28B9576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03CC8236-37AD-49FD-96C5-6813D8EDFF2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2AF693ED-400C-49C5-89BC-4EA87D9E2FD7}"/>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9EA3CA52-5D9F-4190-B1D1-6D5637C681D4}"/>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3474E98A-EFCF-4355-91C6-5120F98E4B0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B33004E9-9512-49AD-814A-F14EDACE88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B790EEC0-6B83-4528-B56D-8336053C10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E7ABC868-4D9E-4605-B160-C07B68560D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1CA33095-6250-46E1-8A47-AEEDC81185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9527812F-D822-4894-9171-E65B3CDCCA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510A5E5-AC23-4C4B-A74A-AEB6CB88A43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138D40B9-60FB-48B8-B883-7706E0317C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F0D7166-BDCB-4AE7-B719-4D526D6374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FF9870F-013C-4388-8FD2-B8F6D799F4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903504B4-674E-4E19-9528-71DBF27E503B}"/>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49" name="Media Placeholder 50">
            <a:extLst>
              <a:ext uri="{FF2B5EF4-FFF2-40B4-BE49-F238E27FC236}">
                <a16:creationId xmlns:a16="http://schemas.microsoft.com/office/drawing/2014/main" id="{8360EC45-7B09-4AD5-A6EC-97EE1F232357}"/>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663815325"/>
      </p:ext>
    </p:extLst>
  </p:cSld>
  <p:clrMapOvr>
    <a:masterClrMapping/>
  </p:clrMapOvr>
  <p:hf hdr="0" ftr="0" dt="0"/>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Tinted Background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233969-EFEE-4396-B837-BF0AD16982D4}"/>
              </a:ext>
            </a:extLst>
          </p:cNvPr>
          <p:cNvSpPr/>
          <p:nvPr/>
        </p:nvSpPr>
        <p:spPr>
          <a:xfrm>
            <a:off x="169769" y="239406"/>
            <a:ext cx="8804462" cy="6379191"/>
          </a:xfrm>
          <a:prstGeom prst="rect">
            <a:avLst/>
          </a:prstGeom>
          <a:solidFill>
            <a:schemeClr val="accent5">
              <a:alpha val="3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 name="Title 1">
            <a:extLst>
              <a:ext uri="{FF2B5EF4-FFF2-40B4-BE49-F238E27FC236}">
                <a16:creationId xmlns:a16="http://schemas.microsoft.com/office/drawing/2014/main" id="{C6F79257-0F45-4464-B07A-E911EA2D1D14}"/>
              </a:ext>
            </a:extLst>
          </p:cNvPr>
          <p:cNvSpPr>
            <a:spLocks noGrp="1"/>
          </p:cNvSpPr>
          <p:nvPr>
            <p:ph type="title" hasCustomPrompt="1"/>
          </p:nvPr>
        </p:nvSpPr>
        <p:spPr/>
        <p:txBody>
          <a:bodyPr/>
          <a:lstStyle/>
          <a:p>
            <a:r>
              <a:rPr lang="en-US"/>
              <a:t>[Headline] Please see footnote on the lower left for single page use</a:t>
            </a:r>
          </a:p>
        </p:txBody>
      </p:sp>
      <p:sp>
        <p:nvSpPr>
          <p:cNvPr id="3" name="Date Placeholder 2">
            <a:extLst>
              <a:ext uri="{FF2B5EF4-FFF2-40B4-BE49-F238E27FC236}">
                <a16:creationId xmlns:a16="http://schemas.microsoft.com/office/drawing/2014/main" id="{03502E2A-C02F-4598-8CA0-4AD588B5AACD}"/>
              </a:ext>
            </a:extLst>
          </p:cNvPr>
          <p:cNvSpPr>
            <a:spLocks noGrp="1"/>
          </p:cNvSpPr>
          <p:nvPr>
            <p:ph type="dt" sz="half" idx="10"/>
          </p:nvPr>
        </p:nvSpPr>
        <p:spPr/>
        <p:txBody>
          <a:bodyPr/>
          <a:lstStyle/>
          <a:p>
            <a:fld id="{9B8BF1D6-5378-40B4-83CC-00706102BCAB}" type="datetime4">
              <a:rPr lang="en-US" smtClean="0"/>
              <a:t>August 13, 2025</a:t>
            </a:fld>
            <a:endParaRPr lang="en-US"/>
          </a:p>
        </p:txBody>
      </p:sp>
      <p:sp>
        <p:nvSpPr>
          <p:cNvPr id="4" name="Footer Placeholder 3">
            <a:extLst>
              <a:ext uri="{FF2B5EF4-FFF2-40B4-BE49-F238E27FC236}">
                <a16:creationId xmlns:a16="http://schemas.microsoft.com/office/drawing/2014/main" id="{C15F89BF-D253-4E07-9541-4D7E855915BE}"/>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1115304F-919C-4F77-BC96-EE9550A9D69E}"/>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Content Placeholder 2">
            <a:extLst>
              <a:ext uri="{FF2B5EF4-FFF2-40B4-BE49-F238E27FC236}">
                <a16:creationId xmlns:a16="http://schemas.microsoft.com/office/drawing/2014/main" id="{9E396F4C-762F-4940-93E2-9AF0D55B5910}"/>
              </a:ext>
            </a:extLst>
          </p:cNvPr>
          <p:cNvSpPr>
            <a:spLocks noGrp="1"/>
          </p:cNvSpPr>
          <p:nvPr>
            <p:ph idx="1" hasCustomPrompt="1"/>
          </p:nvPr>
        </p:nvSpPr>
        <p:spPr>
          <a:xfrm>
            <a:off x="425279" y="1622425"/>
            <a:ext cx="8298180" cy="4584274"/>
          </a:xfrm>
        </p:spPr>
        <p:txBody>
          <a:bodyPr/>
          <a:lstStyle>
            <a:lvl3pPr>
              <a:spcAft>
                <a:spcPts val="0"/>
              </a:spcAft>
              <a:defRPr/>
            </a:lvl3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9B4FA31C-DB08-41B9-95E8-B1F0D8B49E0D}"/>
              </a:ext>
            </a:extLst>
          </p:cNvPr>
          <p:cNvGrpSpPr/>
          <p:nvPr/>
        </p:nvGrpSpPr>
        <p:grpSpPr>
          <a:xfrm>
            <a:off x="-994" y="6871034"/>
            <a:ext cx="9144000" cy="143299"/>
            <a:chOff x="-1325" y="6871033"/>
            <a:chExt cx="12192000" cy="143299"/>
          </a:xfrm>
        </p:grpSpPr>
        <p:sp>
          <p:nvSpPr>
            <p:cNvPr id="10" name="Rectangle 9">
              <a:extLst>
                <a:ext uri="{FF2B5EF4-FFF2-40B4-BE49-F238E27FC236}">
                  <a16:creationId xmlns:a16="http://schemas.microsoft.com/office/drawing/2014/main" id="{8410B4C2-BDF4-46CD-A38B-A8C99FE4A3A5}"/>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11" name="Rectangle 10">
              <a:extLst>
                <a:ext uri="{FF2B5EF4-FFF2-40B4-BE49-F238E27FC236}">
                  <a16:creationId xmlns:a16="http://schemas.microsoft.com/office/drawing/2014/main" id="{F8F0FFA7-9474-4A46-98BF-EB36B213E7D7}"/>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12" name="Rectangle 11">
            <a:extLst>
              <a:ext uri="{FF2B5EF4-FFF2-40B4-BE49-F238E27FC236}">
                <a16:creationId xmlns:a16="http://schemas.microsoft.com/office/drawing/2014/main" id="{8ABD13EE-625C-45C3-9EC1-C1CCC8381FAD}"/>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13" name="Group 12">
            <a:extLst>
              <a:ext uri="{FF2B5EF4-FFF2-40B4-BE49-F238E27FC236}">
                <a16:creationId xmlns:a16="http://schemas.microsoft.com/office/drawing/2014/main" id="{D7A2B646-CD46-4B0F-93F5-9441AAA25672}"/>
              </a:ext>
            </a:extLst>
          </p:cNvPr>
          <p:cNvGrpSpPr/>
          <p:nvPr/>
        </p:nvGrpSpPr>
        <p:grpSpPr>
          <a:xfrm>
            <a:off x="9192986" y="1051487"/>
            <a:ext cx="954405" cy="3085386"/>
            <a:chOff x="12257314" y="1051487"/>
            <a:chExt cx="1272540" cy="3085386"/>
          </a:xfrm>
        </p:grpSpPr>
        <p:sp>
          <p:nvSpPr>
            <p:cNvPr id="14" name="Rectangle 13">
              <a:extLst>
                <a:ext uri="{FF2B5EF4-FFF2-40B4-BE49-F238E27FC236}">
                  <a16:creationId xmlns:a16="http://schemas.microsoft.com/office/drawing/2014/main" id="{57CC4EA4-865D-4094-93EF-9A4646F715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15" name="TextBox 14">
              <a:extLst>
                <a:ext uri="{FF2B5EF4-FFF2-40B4-BE49-F238E27FC236}">
                  <a16:creationId xmlns:a16="http://schemas.microsoft.com/office/drawing/2014/main" id="{ED7206F3-3C0D-4961-8430-9373BB7FBF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16" name="Freeform: Shape 15">
              <a:extLst>
                <a:ext uri="{FF2B5EF4-FFF2-40B4-BE49-F238E27FC236}">
                  <a16:creationId xmlns:a16="http://schemas.microsoft.com/office/drawing/2014/main" id="{06906D1C-7176-4A05-B5A1-DDC044E5D26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4933072E-A539-42AB-B6DF-978B287CD6B1}"/>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8" name="Freeform: Shape 17">
              <a:extLst>
                <a:ext uri="{FF2B5EF4-FFF2-40B4-BE49-F238E27FC236}">
                  <a16:creationId xmlns:a16="http://schemas.microsoft.com/office/drawing/2014/main" id="{18BD4CFB-0C05-45D1-9B41-15189F99036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9" name="Freeform: Shape 18">
              <a:extLst>
                <a:ext uri="{FF2B5EF4-FFF2-40B4-BE49-F238E27FC236}">
                  <a16:creationId xmlns:a16="http://schemas.microsoft.com/office/drawing/2014/main" id="{98E5739C-A3F7-43D2-AB2A-049CDCC3EA4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0" name="TextBox 19">
              <a:extLst>
                <a:ext uri="{FF2B5EF4-FFF2-40B4-BE49-F238E27FC236}">
                  <a16:creationId xmlns:a16="http://schemas.microsoft.com/office/drawing/2014/main" id="{CFECDE9D-6957-4F5E-833E-425AB1BB6B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21" name="Picture 20">
              <a:extLst>
                <a:ext uri="{FF2B5EF4-FFF2-40B4-BE49-F238E27FC236}">
                  <a16:creationId xmlns:a16="http://schemas.microsoft.com/office/drawing/2014/main" id="{B59FBFCE-6440-4C27-9297-9291032D4D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22" name="Rectangle 21">
              <a:extLst>
                <a:ext uri="{FF2B5EF4-FFF2-40B4-BE49-F238E27FC236}">
                  <a16:creationId xmlns:a16="http://schemas.microsoft.com/office/drawing/2014/main" id="{00841669-D32E-4DE0-9CD8-E7780644E3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23" name="Rectangle 22">
              <a:extLst>
                <a:ext uri="{FF2B5EF4-FFF2-40B4-BE49-F238E27FC236}">
                  <a16:creationId xmlns:a16="http://schemas.microsoft.com/office/drawing/2014/main" id="{C18FD646-3C46-48B3-886B-B1976FF7BD1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4" name="Rectangle 23">
              <a:extLst>
                <a:ext uri="{FF2B5EF4-FFF2-40B4-BE49-F238E27FC236}">
                  <a16:creationId xmlns:a16="http://schemas.microsoft.com/office/drawing/2014/main" id="{F499DFAA-1E9E-46E8-A885-6FF4509507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25" name="Rectangle 24">
              <a:extLst>
                <a:ext uri="{FF2B5EF4-FFF2-40B4-BE49-F238E27FC236}">
                  <a16:creationId xmlns:a16="http://schemas.microsoft.com/office/drawing/2014/main" id="{B784881A-BCAE-42AD-A90D-3E0094562A65}"/>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26" name="Group 25">
              <a:extLst>
                <a:ext uri="{FF2B5EF4-FFF2-40B4-BE49-F238E27FC236}">
                  <a16:creationId xmlns:a16="http://schemas.microsoft.com/office/drawing/2014/main" id="{7CA64F69-F27C-4566-B886-B53F68AAA52B}"/>
                </a:ext>
              </a:extLst>
            </p:cNvPr>
            <p:cNvGrpSpPr/>
            <p:nvPr/>
          </p:nvGrpSpPr>
          <p:grpSpPr>
            <a:xfrm>
              <a:off x="12364752" y="2345932"/>
              <a:ext cx="1055431" cy="88186"/>
              <a:chOff x="914335" y="6913770"/>
              <a:chExt cx="1109884" cy="100584"/>
            </a:xfrm>
            <a:noFill/>
          </p:grpSpPr>
          <p:sp>
            <p:nvSpPr>
              <p:cNvPr id="37" name="Rectangle 36">
                <a:extLst>
                  <a:ext uri="{FF2B5EF4-FFF2-40B4-BE49-F238E27FC236}">
                    <a16:creationId xmlns:a16="http://schemas.microsoft.com/office/drawing/2014/main" id="{74B7D970-F849-49D7-8D7F-ED02907F7BE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38" name="Rectangle 37">
                <a:extLst>
                  <a:ext uri="{FF2B5EF4-FFF2-40B4-BE49-F238E27FC236}">
                    <a16:creationId xmlns:a16="http://schemas.microsoft.com/office/drawing/2014/main" id="{5E813B39-0927-4E1A-AC28-A92E71A725D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39" name="Rectangle 38">
                <a:extLst>
                  <a:ext uri="{FF2B5EF4-FFF2-40B4-BE49-F238E27FC236}">
                    <a16:creationId xmlns:a16="http://schemas.microsoft.com/office/drawing/2014/main" id="{44424BD7-32BC-4452-82B3-43C1D7C7AA75}"/>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40" name="Rectangle 39">
                <a:extLst>
                  <a:ext uri="{FF2B5EF4-FFF2-40B4-BE49-F238E27FC236}">
                    <a16:creationId xmlns:a16="http://schemas.microsoft.com/office/drawing/2014/main" id="{5EB0370D-99FA-40C0-87BF-B1DF99082B5D}"/>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41" name="Rectangle 40">
                <a:extLst>
                  <a:ext uri="{FF2B5EF4-FFF2-40B4-BE49-F238E27FC236}">
                    <a16:creationId xmlns:a16="http://schemas.microsoft.com/office/drawing/2014/main" id="{55959960-0F8A-4A66-BE04-DC9993606264}"/>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42" name="Rectangle 41">
                <a:extLst>
                  <a:ext uri="{FF2B5EF4-FFF2-40B4-BE49-F238E27FC236}">
                    <a16:creationId xmlns:a16="http://schemas.microsoft.com/office/drawing/2014/main" id="{602768D6-78BB-409E-B0AE-C486DBC85DD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43" name="Rectangle 42">
                <a:extLst>
                  <a:ext uri="{FF2B5EF4-FFF2-40B4-BE49-F238E27FC236}">
                    <a16:creationId xmlns:a16="http://schemas.microsoft.com/office/drawing/2014/main" id="{3C0320F0-C098-4D2E-80ED-1D080D3F23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44" name="Rectangle 43">
                <a:extLst>
                  <a:ext uri="{FF2B5EF4-FFF2-40B4-BE49-F238E27FC236}">
                    <a16:creationId xmlns:a16="http://schemas.microsoft.com/office/drawing/2014/main" id="{FB057FBE-4954-4DA9-BD85-5C61FD2A6FE0}"/>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45" name="Rectangle 44">
                <a:extLst>
                  <a:ext uri="{FF2B5EF4-FFF2-40B4-BE49-F238E27FC236}">
                    <a16:creationId xmlns:a16="http://schemas.microsoft.com/office/drawing/2014/main" id="{8E76D83F-22DF-47BE-ADD5-09920FA0FEF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46" name="Rectangle 45">
                <a:extLst>
                  <a:ext uri="{FF2B5EF4-FFF2-40B4-BE49-F238E27FC236}">
                    <a16:creationId xmlns:a16="http://schemas.microsoft.com/office/drawing/2014/main" id="{5326C115-BD7A-430E-A6E3-2140E1C6587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27" name="Graphic 26" descr="Close with solid fill">
              <a:extLst>
                <a:ext uri="{FF2B5EF4-FFF2-40B4-BE49-F238E27FC236}">
                  <a16:creationId xmlns:a16="http://schemas.microsoft.com/office/drawing/2014/main" id="{0020BFCB-73B5-4B33-83B4-3397F8BB98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28" name="Graphic 27" descr="Close with solid fill">
              <a:extLst>
                <a:ext uri="{FF2B5EF4-FFF2-40B4-BE49-F238E27FC236}">
                  <a16:creationId xmlns:a16="http://schemas.microsoft.com/office/drawing/2014/main" id="{D8459BA9-192B-46F5-A4DC-7E92D56BE9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29" name="Graphic 28" descr="Close with solid fill">
              <a:extLst>
                <a:ext uri="{FF2B5EF4-FFF2-40B4-BE49-F238E27FC236}">
                  <a16:creationId xmlns:a16="http://schemas.microsoft.com/office/drawing/2014/main" id="{D6818E51-E4F2-453E-B32B-B961E1F29A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30" name="Graphic 29" descr="Close with solid fill">
              <a:extLst>
                <a:ext uri="{FF2B5EF4-FFF2-40B4-BE49-F238E27FC236}">
                  <a16:creationId xmlns:a16="http://schemas.microsoft.com/office/drawing/2014/main" id="{0FA8B3E7-A37E-43EB-BE68-0054DCE61C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31" name="Graphic 30" descr="Close with solid fill">
              <a:extLst>
                <a:ext uri="{FF2B5EF4-FFF2-40B4-BE49-F238E27FC236}">
                  <a16:creationId xmlns:a16="http://schemas.microsoft.com/office/drawing/2014/main" id="{C7572A11-2289-436A-A4C7-10C6C55FBC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32" name="Graphic 31" descr="Close with solid fill">
              <a:extLst>
                <a:ext uri="{FF2B5EF4-FFF2-40B4-BE49-F238E27FC236}">
                  <a16:creationId xmlns:a16="http://schemas.microsoft.com/office/drawing/2014/main" id="{52C4789D-FBEC-41D7-8586-15DA9958F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33" name="Graphic 32" descr="Close with solid fill">
              <a:extLst>
                <a:ext uri="{FF2B5EF4-FFF2-40B4-BE49-F238E27FC236}">
                  <a16:creationId xmlns:a16="http://schemas.microsoft.com/office/drawing/2014/main" id="{39C28007-AA08-4955-B5EA-6997690560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34" name="Graphic 33" descr="Close with solid fill">
              <a:extLst>
                <a:ext uri="{FF2B5EF4-FFF2-40B4-BE49-F238E27FC236}">
                  <a16:creationId xmlns:a16="http://schemas.microsoft.com/office/drawing/2014/main" id="{67488417-50FD-4DC5-9327-95FA1A4420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35" name="Graphic 34" descr="Close with solid fill">
              <a:extLst>
                <a:ext uri="{FF2B5EF4-FFF2-40B4-BE49-F238E27FC236}">
                  <a16:creationId xmlns:a16="http://schemas.microsoft.com/office/drawing/2014/main" id="{C13587C3-AC05-48C6-8B6C-D1C4D2241D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36" name="Graphic 35" descr="Close with solid fill">
              <a:extLst>
                <a:ext uri="{FF2B5EF4-FFF2-40B4-BE49-F238E27FC236}">
                  <a16:creationId xmlns:a16="http://schemas.microsoft.com/office/drawing/2014/main" id="{CD4D4078-D6D7-4B78-8CF7-4AA934F7F7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8" name="Rectangle 47">
            <a:extLst>
              <a:ext uri="{FF2B5EF4-FFF2-40B4-BE49-F238E27FC236}">
                <a16:creationId xmlns:a16="http://schemas.microsoft.com/office/drawing/2014/main" id="{3BB4300D-22FC-4BC3-B799-FA02892D6096}"/>
              </a:ext>
            </a:extLst>
          </p:cNvPr>
          <p:cNvSpPr/>
          <p:nvPr/>
        </p:nvSpPr>
        <p:spPr>
          <a:xfrm>
            <a:off x="-1051382" y="5118915"/>
            <a:ext cx="1045949" cy="13658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If this slide is used as a stand-alone slide, please add the logo in all black to the slide. Hold down SHIFT and drag the logo below to the left of the first guideline. </a:t>
            </a:r>
          </a:p>
        </p:txBody>
      </p:sp>
      <p:sp>
        <p:nvSpPr>
          <p:cNvPr id="50" name="Media Placeholder 50">
            <a:extLst>
              <a:ext uri="{FF2B5EF4-FFF2-40B4-BE49-F238E27FC236}">
                <a16:creationId xmlns:a16="http://schemas.microsoft.com/office/drawing/2014/main" id="{1FA481EB-337B-4BFA-B095-FDCE5A615564}"/>
              </a:ext>
            </a:extLst>
          </p:cNvPr>
          <p:cNvSpPr>
            <a:spLocks noGrp="1"/>
          </p:cNvSpPr>
          <p:nvPr>
            <p:ph type="media" sz="quarter" idx="13" hasCustomPrompt="1"/>
          </p:nvPr>
        </p:nvSpPr>
        <p:spPr>
          <a:xfrm>
            <a:off x="-1030800" y="6042543"/>
            <a:ext cx="1021842" cy="365760"/>
          </a:xfrm>
          <a:blipFill>
            <a:blip r:embed="rId5">
              <a:extLst>
                <a:ext uri="{96DAC541-7B7A-43D3-8B79-37D633B846F1}">
                  <asvg:svgBlip xmlns:asvg="http://schemas.microsoft.com/office/drawing/2016/SVG/main" r:embed="rId6"/>
                </a:ext>
              </a:extLst>
            </a:blip>
            <a:stretch>
              <a:fillRect/>
            </a:stretch>
          </a:blipFill>
        </p:spPr>
        <p:txBody>
          <a:bodyPr/>
          <a:lstStyle>
            <a:lvl1pPr marL="0" indent="0">
              <a:buNone/>
              <a:defRPr sz="100">
                <a:noFill/>
              </a:defRPr>
            </a:lvl1pPr>
          </a:lstStyle>
          <a:p>
            <a:r>
              <a:rPr lang="en-US"/>
              <a:t>.</a:t>
            </a:r>
          </a:p>
        </p:txBody>
      </p:sp>
    </p:spTree>
    <p:extLst>
      <p:ext uri="{BB962C8B-B14F-4D97-AF65-F5344CB8AC3E}">
        <p14:creationId xmlns:p14="http://schemas.microsoft.com/office/powerpoint/2010/main" val="1227611989"/>
      </p:ext>
    </p:extLst>
  </p:cSld>
  <p:clrMapOvr>
    <a:masterClrMapping/>
  </p:clrMapOvr>
  <p:hf hdr="0" ftr="0" dt="0"/>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ICONS</a:t>
            </a:r>
          </a:p>
        </p:txBody>
      </p:sp>
      <p:cxnSp>
        <p:nvCxnSpPr>
          <p:cNvPr id="7" name="Straight Connector 6">
            <a:extLst>
              <a:ext uri="{FF2B5EF4-FFF2-40B4-BE49-F238E27FC236}">
                <a16:creationId xmlns:a16="http://schemas.microsoft.com/office/drawing/2014/main" id="{F3A44DCB-2B66-40CC-BFC9-D0F716E2CEF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329A02F-97B9-4C8B-8D7B-D67097271F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FE2388E-4B15-41C7-BF43-AC1AB7927E5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37A8A86A-AB9B-43AA-8CA0-D6E9B35AD57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6" name="Group 75">
            <a:extLst>
              <a:ext uri="{FF2B5EF4-FFF2-40B4-BE49-F238E27FC236}">
                <a16:creationId xmlns:a16="http://schemas.microsoft.com/office/drawing/2014/main" id="{024556E7-498A-428A-AE3C-16ED9A96E517}"/>
              </a:ext>
            </a:extLst>
          </p:cNvPr>
          <p:cNvGrpSpPr/>
          <p:nvPr/>
        </p:nvGrpSpPr>
        <p:grpSpPr>
          <a:xfrm>
            <a:off x="-994" y="6871034"/>
            <a:ext cx="9144000" cy="143299"/>
            <a:chOff x="-1325" y="6871033"/>
            <a:chExt cx="12192000" cy="143299"/>
          </a:xfrm>
        </p:grpSpPr>
        <p:sp>
          <p:nvSpPr>
            <p:cNvPr id="77" name="Rectangle 76">
              <a:extLst>
                <a:ext uri="{FF2B5EF4-FFF2-40B4-BE49-F238E27FC236}">
                  <a16:creationId xmlns:a16="http://schemas.microsoft.com/office/drawing/2014/main" id="{7FF2A454-020D-456D-B2C2-76AAF0BD808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78" name="Rectangle 77">
              <a:extLst>
                <a:ext uri="{FF2B5EF4-FFF2-40B4-BE49-F238E27FC236}">
                  <a16:creationId xmlns:a16="http://schemas.microsoft.com/office/drawing/2014/main" id="{BA1613DD-18C6-42C3-A2DF-C9A56F4169D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79" name="Rectangle 78">
            <a:extLst>
              <a:ext uri="{FF2B5EF4-FFF2-40B4-BE49-F238E27FC236}">
                <a16:creationId xmlns:a16="http://schemas.microsoft.com/office/drawing/2014/main" id="{F55DA875-BCDD-4A0C-A739-83BC97DA1E3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066107DF-8C78-4FA7-995D-868B98DAC78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C3D3180-5AA1-49F3-B2FE-EDA10C3AB688}"/>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5C14908A-E7F4-4096-A65C-E1E0E5A58AE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654940DA-D98F-4495-BD63-4A849D44609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8E01CE8-E1E5-4991-A3D3-754996C9B6D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4556E139-0AAC-43C5-A502-45C7BC38D3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5127E8A5-29D2-46D0-A393-1779B35A331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6AA5DE2C-563B-48DF-826E-96C88169C8C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9993F553-E43D-4FE5-9CAA-0FEB1F0AC7A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BD3A2EF-402E-4E52-8DFA-1483A6AB0B3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A4AB81A7-3C9F-475F-A5C0-EEDACF659CC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0D359351-838C-4B1A-BE69-564C392FC97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D2C97798-9801-4DC7-98D3-13433D7AA4C2}"/>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AD95CD33-C5E7-40CE-85C5-45045FC93C8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9DDABA8E-A778-44D1-B718-DBC4EDFA3AF0}"/>
                </a:ext>
              </a:extLst>
            </p:cNvPr>
            <p:cNvGrpSpPr/>
            <p:nvPr/>
          </p:nvGrpSpPr>
          <p:grpSpPr>
            <a:xfrm>
              <a:off x="12364752" y="2345932"/>
              <a:ext cx="1055431" cy="88186"/>
              <a:chOff x="914335" y="6913770"/>
              <a:chExt cx="1109884" cy="100584"/>
            </a:xfrm>
            <a:noFill/>
          </p:grpSpPr>
          <p:sp>
            <p:nvSpPr>
              <p:cNvPr id="71" name="Rectangle 70">
                <a:extLst>
                  <a:ext uri="{FF2B5EF4-FFF2-40B4-BE49-F238E27FC236}">
                    <a16:creationId xmlns:a16="http://schemas.microsoft.com/office/drawing/2014/main" id="{21878433-AE5F-41F1-989E-997C86D6CA41}"/>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72" name="Rectangle 71">
                <a:extLst>
                  <a:ext uri="{FF2B5EF4-FFF2-40B4-BE49-F238E27FC236}">
                    <a16:creationId xmlns:a16="http://schemas.microsoft.com/office/drawing/2014/main" id="{9E61A0AC-5F22-4A19-92B3-FEC38D463D1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73" name="Rectangle 72">
                <a:extLst>
                  <a:ext uri="{FF2B5EF4-FFF2-40B4-BE49-F238E27FC236}">
                    <a16:creationId xmlns:a16="http://schemas.microsoft.com/office/drawing/2014/main" id="{B69F08BD-69C1-40D7-B90A-1BB9B9DCBFE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74" name="Rectangle 73">
                <a:extLst>
                  <a:ext uri="{FF2B5EF4-FFF2-40B4-BE49-F238E27FC236}">
                    <a16:creationId xmlns:a16="http://schemas.microsoft.com/office/drawing/2014/main" id="{5C4974F8-A03C-48C5-8766-FFBA55C65C5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79B3A1A2-24D9-4418-A66E-1200B11D5AD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6B824AC7-EE21-4A94-B226-BBBFB9E3B86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BF6C3F1-008D-4826-AF89-271466EEAAEC}"/>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6534F1F2-3DBB-4715-8CC5-8E4A1271F0F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F680DA5-7768-4B70-80A2-8283D409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1C9613EA-C083-4B3F-96EB-3825CDD8257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7F1647AC-4630-45BE-B2A5-4455D33740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82BFFF0D-DE04-4EF6-AE95-D9E53A72920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63" name="Graphic 62" descr="Close with solid fill">
              <a:extLst>
                <a:ext uri="{FF2B5EF4-FFF2-40B4-BE49-F238E27FC236}">
                  <a16:creationId xmlns:a16="http://schemas.microsoft.com/office/drawing/2014/main" id="{1B0D85D9-2D37-43D5-BCE9-207C2ECD6B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64" name="Graphic 63" descr="Close with solid fill">
              <a:extLst>
                <a:ext uri="{FF2B5EF4-FFF2-40B4-BE49-F238E27FC236}">
                  <a16:creationId xmlns:a16="http://schemas.microsoft.com/office/drawing/2014/main" id="{6DF7BE2B-5FD8-46D8-BA3F-20575B7906B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65" name="Graphic 64" descr="Close with solid fill">
              <a:extLst>
                <a:ext uri="{FF2B5EF4-FFF2-40B4-BE49-F238E27FC236}">
                  <a16:creationId xmlns:a16="http://schemas.microsoft.com/office/drawing/2014/main" id="{D7F89597-CDC7-444E-82FE-F060E4F619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66" name="Graphic 65" descr="Close with solid fill">
              <a:extLst>
                <a:ext uri="{FF2B5EF4-FFF2-40B4-BE49-F238E27FC236}">
                  <a16:creationId xmlns:a16="http://schemas.microsoft.com/office/drawing/2014/main" id="{4F6BE0C1-5903-4A82-A411-F8A40EEC0B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7" name="Graphic 66" descr="Close with solid fill">
              <a:extLst>
                <a:ext uri="{FF2B5EF4-FFF2-40B4-BE49-F238E27FC236}">
                  <a16:creationId xmlns:a16="http://schemas.microsoft.com/office/drawing/2014/main" id="{7AA346D1-0B69-435F-BD9C-C457202859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8" name="Graphic 67" descr="Close with solid fill">
              <a:extLst>
                <a:ext uri="{FF2B5EF4-FFF2-40B4-BE49-F238E27FC236}">
                  <a16:creationId xmlns:a16="http://schemas.microsoft.com/office/drawing/2014/main" id="{A4FCE17A-ECD8-48F5-AC64-08A29E0984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9" name="Graphic 68" descr="Close with solid fill">
              <a:extLst>
                <a:ext uri="{FF2B5EF4-FFF2-40B4-BE49-F238E27FC236}">
                  <a16:creationId xmlns:a16="http://schemas.microsoft.com/office/drawing/2014/main" id="{D47238AC-3E85-4EEF-B7C3-E82CDA37EB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70" name="Graphic 69" descr="Close with solid fill">
              <a:extLst>
                <a:ext uri="{FF2B5EF4-FFF2-40B4-BE49-F238E27FC236}">
                  <a16:creationId xmlns:a16="http://schemas.microsoft.com/office/drawing/2014/main" id="{7EE5065F-65B5-4DED-8635-C7F59F790C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904155150"/>
      </p:ext>
    </p:extLst>
  </p:cSld>
  <p:clrMapOvr>
    <a:masterClrMapping/>
  </p:clrMapOvr>
  <p:hf hdr="0" ftr="0" dt="0"/>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Icons 3 Columns Vertic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C73E27CA-E796-4E28-8CD0-C3DC7F54ADED}"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42073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3307198"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6193663" y="3321147"/>
            <a:ext cx="2530208" cy="383191"/>
          </a:xfrm>
        </p:spPr>
        <p:txBody>
          <a:bodyPr anchor="t">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0733" y="1959598"/>
            <a:ext cx="870966" cy="1161288"/>
          </a:xfrm>
        </p:spPr>
        <p:txBody>
          <a:bodyPr anchor="ctr">
            <a:normAutofit/>
          </a:bodyPr>
          <a:lstStyle>
            <a:lvl1pPr marL="0" indent="0" algn="ctr">
              <a:buNone/>
              <a:defRPr sz="1050"/>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3307197" y="1959861"/>
            <a:ext cx="870966" cy="1161288"/>
          </a:xfrm>
        </p:spPr>
        <p:txBody>
          <a:bodyPr anchor="ctr">
            <a:normAutofit/>
          </a:bodyPr>
          <a:lstStyle>
            <a:lvl1pPr marL="0" indent="0" algn="ctr">
              <a:buNone/>
              <a:defRPr sz="1050"/>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6192589" y="1959861"/>
            <a:ext cx="870966" cy="1161288"/>
          </a:xfrm>
        </p:spPr>
        <p:txBody>
          <a:bodyPr anchor="ctr">
            <a:normAutofit/>
          </a:bodyPr>
          <a:lstStyle>
            <a:lvl1pPr marL="0" indent="0" algn="ctr">
              <a:buNone/>
              <a:defRPr sz="1050"/>
            </a:lvl1pPr>
          </a:lstStyle>
          <a:p>
            <a:r>
              <a:rPr lang="en-US"/>
              <a:t>[Image] or remove and place icon here</a:t>
            </a:r>
          </a:p>
        </p:txBody>
      </p:sp>
      <p:sp>
        <p:nvSpPr>
          <p:cNvPr id="6" name="Title 5">
            <a:extLst>
              <a:ext uri="{FF2B5EF4-FFF2-40B4-BE49-F238E27FC236}">
                <a16:creationId xmlns:a16="http://schemas.microsoft.com/office/drawing/2014/main" id="{EDA03F86-325A-426E-9FC5-0C893F0B53EE}"/>
              </a:ext>
            </a:extLst>
          </p:cNvPr>
          <p:cNvSpPr>
            <a:spLocks noGrp="1"/>
          </p:cNvSpPr>
          <p:nvPr>
            <p:ph type="title" hasCustomPrompt="1"/>
          </p:nvPr>
        </p:nvSpPr>
        <p:spPr>
          <a:xfrm>
            <a:off x="425279" y="649617"/>
            <a:ext cx="8298591" cy="402336"/>
          </a:xfrm>
        </p:spPr>
        <p:txBody>
          <a:bodyPr/>
          <a:lstStyle/>
          <a:p>
            <a:r>
              <a:rPr lang="en-US"/>
              <a:t>[Headline]</a:t>
            </a:r>
          </a:p>
        </p:txBody>
      </p:sp>
      <p:sp>
        <p:nvSpPr>
          <p:cNvPr id="17" name="Subtitle">
            <a:extLst>
              <a:ext uri="{FF2B5EF4-FFF2-40B4-BE49-F238E27FC236}">
                <a16:creationId xmlns:a16="http://schemas.microsoft.com/office/drawing/2014/main" id="{0A5B223F-C605-4115-BE2F-C4F94D8B0D0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1CBEFA0D-AA9F-41EC-AA39-4B7ED7A544D8}"/>
              </a:ext>
            </a:extLst>
          </p:cNvPr>
          <p:cNvSpPr>
            <a:spLocks noGrp="1"/>
          </p:cNvSpPr>
          <p:nvPr>
            <p:ph type="body" sz="quarter" idx="24" hasCustomPrompt="1"/>
          </p:nvPr>
        </p:nvSpPr>
        <p:spPr>
          <a:xfrm>
            <a:off x="417909"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1" name="Text Placeholder 22">
            <a:extLst>
              <a:ext uri="{FF2B5EF4-FFF2-40B4-BE49-F238E27FC236}">
                <a16:creationId xmlns:a16="http://schemas.microsoft.com/office/drawing/2014/main" id="{002B21E4-5277-4096-89FA-542D582DA3CB}"/>
              </a:ext>
            </a:extLst>
          </p:cNvPr>
          <p:cNvSpPr>
            <a:spLocks noGrp="1"/>
          </p:cNvSpPr>
          <p:nvPr>
            <p:ph type="body" sz="quarter" idx="25" hasCustomPrompt="1"/>
          </p:nvPr>
        </p:nvSpPr>
        <p:spPr>
          <a:xfrm>
            <a:off x="3305175" y="3849756"/>
            <a:ext cx="2530602" cy="1739188"/>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2" name="Text Placeholder 24">
            <a:extLst>
              <a:ext uri="{FF2B5EF4-FFF2-40B4-BE49-F238E27FC236}">
                <a16:creationId xmlns:a16="http://schemas.microsoft.com/office/drawing/2014/main" id="{D4CDAA6E-D967-4882-9C82-04117B5FB9C8}"/>
              </a:ext>
            </a:extLst>
          </p:cNvPr>
          <p:cNvSpPr>
            <a:spLocks noGrp="1"/>
          </p:cNvSpPr>
          <p:nvPr>
            <p:ph type="body" sz="quarter" idx="26" hasCustomPrompt="1"/>
          </p:nvPr>
        </p:nvSpPr>
        <p:spPr>
          <a:xfrm>
            <a:off x="6192440" y="3849757"/>
            <a:ext cx="2530602" cy="1739189"/>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5" name="Text Placeholder 11">
            <a:extLst>
              <a:ext uri="{FF2B5EF4-FFF2-40B4-BE49-F238E27FC236}">
                <a16:creationId xmlns:a16="http://schemas.microsoft.com/office/drawing/2014/main" id="{200235E1-A4EC-4E89-988A-52AFEB6744E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13" name="Group 12">
            <a:extLst>
              <a:ext uri="{FF2B5EF4-FFF2-40B4-BE49-F238E27FC236}">
                <a16:creationId xmlns:a16="http://schemas.microsoft.com/office/drawing/2014/main" id="{8CEA58D2-BBDB-4362-9160-5D5A2D975377}"/>
              </a:ext>
            </a:extLst>
          </p:cNvPr>
          <p:cNvGrpSpPr/>
          <p:nvPr/>
        </p:nvGrpSpPr>
        <p:grpSpPr>
          <a:xfrm>
            <a:off x="9196831" y="4218015"/>
            <a:ext cx="954405" cy="1049582"/>
            <a:chOff x="12262441" y="4218015"/>
            <a:chExt cx="1272540" cy="1049582"/>
          </a:xfrm>
        </p:grpSpPr>
        <p:sp>
          <p:nvSpPr>
            <p:cNvPr id="23" name="Rectangle 22">
              <a:extLst>
                <a:ext uri="{FF2B5EF4-FFF2-40B4-BE49-F238E27FC236}">
                  <a16:creationId xmlns:a16="http://schemas.microsoft.com/office/drawing/2014/main" id="{490E9F7B-7BE1-43A5-AA8C-D678352867B4}"/>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8" name="Picture 7">
              <a:extLst>
                <a:ext uri="{FF2B5EF4-FFF2-40B4-BE49-F238E27FC236}">
                  <a16:creationId xmlns:a16="http://schemas.microsoft.com/office/drawing/2014/main" id="{7DEA47EC-0888-49C5-842B-B58EBFE657AF}"/>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11" name="Straight Arrow Connector 10">
              <a:extLst>
                <a:ext uri="{FF2B5EF4-FFF2-40B4-BE49-F238E27FC236}">
                  <a16:creationId xmlns:a16="http://schemas.microsoft.com/office/drawing/2014/main" id="{0DF73BC0-6C32-4386-8B6D-B106628A5C3E}"/>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C0E86CEA-7E59-40A7-B10C-26F620B46CD4}"/>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47843914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Icons 3 Columns Horizonta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9D422B2E-FE33-465E-883D-0652CF597AFA}"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2657476" y="1958819"/>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2" name="Subtitle Middle">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2657476" y="3396614"/>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4" name="Subtitle Right">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2657476" y="4839820"/>
            <a:ext cx="6066396"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7" name="Picture Placeholder Left">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1148766" y="1953408"/>
            <a:ext cx="637794" cy="850392"/>
          </a:xfrm>
        </p:spPr>
        <p:txBody>
          <a:bodyPr anchor="ctr">
            <a:normAutofit/>
          </a:bodyPr>
          <a:lstStyle>
            <a:lvl1pPr marL="0" indent="0" algn="ctr">
              <a:buNone/>
              <a:defRPr sz="825"/>
            </a:lvl1pPr>
          </a:lstStyle>
          <a:p>
            <a:r>
              <a:rPr lang="en-US"/>
              <a:t>[Image] or remove and place icon here</a:t>
            </a:r>
          </a:p>
        </p:txBody>
      </p:sp>
      <p:sp>
        <p:nvSpPr>
          <p:cNvPr id="19" name="Picture Placeholder  Middle">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1148766" y="3396613"/>
            <a:ext cx="637794" cy="850392"/>
          </a:xfrm>
        </p:spPr>
        <p:txBody>
          <a:bodyPr anchor="ctr">
            <a:normAutofit/>
          </a:bodyPr>
          <a:lstStyle>
            <a:lvl1pPr marL="0" indent="0" algn="ctr">
              <a:buNone/>
              <a:defRPr sz="825"/>
            </a:lvl1pPr>
          </a:lstStyle>
          <a:p>
            <a:r>
              <a:rPr lang="en-US"/>
              <a:t>[Image] or remove and place icon here</a:t>
            </a:r>
          </a:p>
        </p:txBody>
      </p:sp>
      <p:sp>
        <p:nvSpPr>
          <p:cNvPr id="20" name="Picture Placeholder  Right">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1147133" y="4839819"/>
            <a:ext cx="637794" cy="850392"/>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CBBB53B-3527-4A3E-A5BB-F5E5B67F0C37}"/>
              </a:ext>
            </a:extLst>
          </p:cNvPr>
          <p:cNvSpPr>
            <a:spLocks noGrp="1"/>
          </p:cNvSpPr>
          <p:nvPr>
            <p:ph type="title" hasCustomPrompt="1"/>
          </p:nvPr>
        </p:nvSpPr>
        <p:spPr>
          <a:xfrm>
            <a:off x="425279" y="648932"/>
            <a:ext cx="8298591" cy="402336"/>
          </a:xfrm>
        </p:spPr>
        <p:txBody>
          <a:bodyPr/>
          <a:lstStyle/>
          <a:p>
            <a:r>
              <a:rPr lang="en-US"/>
              <a:t>[Headline]</a:t>
            </a:r>
          </a:p>
        </p:txBody>
      </p:sp>
      <p:sp>
        <p:nvSpPr>
          <p:cNvPr id="17" name="Subtitle">
            <a:extLst>
              <a:ext uri="{FF2B5EF4-FFF2-40B4-BE49-F238E27FC236}">
                <a16:creationId xmlns:a16="http://schemas.microsoft.com/office/drawing/2014/main" id="{1EA49DD4-28E5-4849-9C4D-AC342BF2CFCE}"/>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8" name="Text Placeholder 20">
            <a:extLst>
              <a:ext uri="{FF2B5EF4-FFF2-40B4-BE49-F238E27FC236}">
                <a16:creationId xmlns:a16="http://schemas.microsoft.com/office/drawing/2014/main" id="{41C011CA-5E4C-4675-8428-A4C4BEE6165B}"/>
              </a:ext>
            </a:extLst>
          </p:cNvPr>
          <p:cNvSpPr>
            <a:spLocks noGrp="1"/>
          </p:cNvSpPr>
          <p:nvPr>
            <p:ph type="body" sz="quarter" idx="24" hasCustomPrompt="1"/>
          </p:nvPr>
        </p:nvSpPr>
        <p:spPr>
          <a:xfrm>
            <a:off x="2657476" y="226782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1" name="Text Placeholder 22">
            <a:extLst>
              <a:ext uri="{FF2B5EF4-FFF2-40B4-BE49-F238E27FC236}">
                <a16:creationId xmlns:a16="http://schemas.microsoft.com/office/drawing/2014/main" id="{1AB236A3-5B03-4D1A-9A80-7D0DCACD6EE7}"/>
              </a:ext>
            </a:extLst>
          </p:cNvPr>
          <p:cNvSpPr>
            <a:spLocks noGrp="1"/>
          </p:cNvSpPr>
          <p:nvPr>
            <p:ph type="body" sz="quarter" idx="25" hasCustomPrompt="1"/>
          </p:nvPr>
        </p:nvSpPr>
        <p:spPr>
          <a:xfrm>
            <a:off x="2657476" y="3706746"/>
            <a:ext cx="6066395" cy="92803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2" name="Text Placeholder 24">
            <a:extLst>
              <a:ext uri="{FF2B5EF4-FFF2-40B4-BE49-F238E27FC236}">
                <a16:creationId xmlns:a16="http://schemas.microsoft.com/office/drawing/2014/main" id="{72848112-E7F0-4D33-BA96-6A70FAF33AC0}"/>
              </a:ext>
            </a:extLst>
          </p:cNvPr>
          <p:cNvSpPr>
            <a:spLocks noGrp="1"/>
          </p:cNvSpPr>
          <p:nvPr>
            <p:ph type="body" sz="quarter" idx="26" hasCustomPrompt="1"/>
          </p:nvPr>
        </p:nvSpPr>
        <p:spPr>
          <a:xfrm>
            <a:off x="2657476" y="5158964"/>
            <a:ext cx="6066395" cy="928037"/>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4" name="Text Placeholder 11">
            <a:extLst>
              <a:ext uri="{FF2B5EF4-FFF2-40B4-BE49-F238E27FC236}">
                <a16:creationId xmlns:a16="http://schemas.microsoft.com/office/drawing/2014/main" id="{2F568A52-F1F3-4E3C-94E6-92E30A38DE99}"/>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3" name="Group 22">
            <a:extLst>
              <a:ext uri="{FF2B5EF4-FFF2-40B4-BE49-F238E27FC236}">
                <a16:creationId xmlns:a16="http://schemas.microsoft.com/office/drawing/2014/main" id="{D5B2EC18-CF23-4A23-B367-581D770B4F98}"/>
              </a:ext>
            </a:extLst>
          </p:cNvPr>
          <p:cNvGrpSpPr/>
          <p:nvPr/>
        </p:nvGrpSpPr>
        <p:grpSpPr>
          <a:xfrm>
            <a:off x="9196831" y="4218015"/>
            <a:ext cx="954405" cy="1049582"/>
            <a:chOff x="12262441" y="4218015"/>
            <a:chExt cx="1272540" cy="1049582"/>
          </a:xfrm>
        </p:grpSpPr>
        <p:sp>
          <p:nvSpPr>
            <p:cNvPr id="25" name="Rectangle 24">
              <a:extLst>
                <a:ext uri="{FF2B5EF4-FFF2-40B4-BE49-F238E27FC236}">
                  <a16:creationId xmlns:a16="http://schemas.microsoft.com/office/drawing/2014/main" id="{654077C3-9F6C-4215-B70B-431916D54E9E}"/>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6" name="Picture 25">
              <a:extLst>
                <a:ext uri="{FF2B5EF4-FFF2-40B4-BE49-F238E27FC236}">
                  <a16:creationId xmlns:a16="http://schemas.microsoft.com/office/drawing/2014/main" id="{DA52B929-6421-4761-B202-A57B4EBA1212}"/>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7" name="Straight Arrow Connector 26">
              <a:extLst>
                <a:ext uri="{FF2B5EF4-FFF2-40B4-BE49-F238E27FC236}">
                  <a16:creationId xmlns:a16="http://schemas.microsoft.com/office/drawing/2014/main" id="{AAC4F845-EAE5-4A23-A7C5-4E190A67CDB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64872BB-5274-4548-9EF3-48FCED313488}"/>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399539805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p:cSld name="Icons 4 Columns + Cont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5D190FD0-E9D1-44FD-B80C-BB2BAA3DEB3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Middle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5946380" y="2788003"/>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Middle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5946380" y="401104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Bottom">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948421" y="5234090"/>
            <a:ext cx="277545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Middle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958666" y="2788002"/>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Middle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958666" y="401104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Bottom">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034" y="5234089"/>
            <a:ext cx="548640" cy="731520"/>
          </a:xfrm>
        </p:spPr>
        <p:txBody>
          <a:bodyPr anchor="ctr">
            <a:normAutofit/>
          </a:bodyPr>
          <a:lstStyle>
            <a:lvl1pPr marL="0" indent="0" algn="ctr">
              <a:buNone/>
              <a:defRPr sz="825"/>
            </a:lvl1pPr>
          </a:lstStyle>
          <a:p>
            <a:r>
              <a:rPr lang="en-US"/>
              <a:t>[Image] or remove and place icon here</a:t>
            </a:r>
          </a:p>
        </p:txBody>
      </p:sp>
      <p:sp>
        <p:nvSpPr>
          <p:cNvPr id="17" name="Subtitle Top">
            <a:extLst>
              <a:ext uri="{FF2B5EF4-FFF2-40B4-BE49-F238E27FC236}">
                <a16:creationId xmlns:a16="http://schemas.microsoft.com/office/drawing/2014/main" id="{5B7C905F-BC05-4395-B5CE-1BD93FF9FFF2}"/>
              </a:ext>
            </a:extLst>
          </p:cNvPr>
          <p:cNvSpPr>
            <a:spLocks noGrp="1"/>
          </p:cNvSpPr>
          <p:nvPr>
            <p:ph type="body" sz="quarter" idx="25" hasCustomPrompt="1"/>
          </p:nvPr>
        </p:nvSpPr>
        <p:spPr>
          <a:xfrm>
            <a:off x="5946380" y="1570370"/>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Top">
            <a:extLst>
              <a:ext uri="{FF2B5EF4-FFF2-40B4-BE49-F238E27FC236}">
                <a16:creationId xmlns:a16="http://schemas.microsoft.com/office/drawing/2014/main" id="{60D6C90E-DF65-4EB1-B7A0-570C08F1AA2E}"/>
              </a:ext>
            </a:extLst>
          </p:cNvPr>
          <p:cNvSpPr>
            <a:spLocks noGrp="1"/>
          </p:cNvSpPr>
          <p:nvPr>
            <p:ph type="pic" sz="quarter" idx="27" hasCustomPrompt="1"/>
          </p:nvPr>
        </p:nvSpPr>
        <p:spPr>
          <a:xfrm>
            <a:off x="4958666" y="1564959"/>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CA23C681-1494-4F7B-84EB-323D32363D07}"/>
              </a:ext>
            </a:extLst>
          </p:cNvPr>
          <p:cNvSpPr>
            <a:spLocks noGrp="1"/>
          </p:cNvSpPr>
          <p:nvPr>
            <p:ph type="title" hasCustomPrompt="1"/>
          </p:nvPr>
        </p:nvSpPr>
        <p:spPr>
          <a:xfrm>
            <a:off x="425279" y="648932"/>
            <a:ext cx="8298591" cy="402336"/>
          </a:xfrm>
        </p:spPr>
        <p:txBody>
          <a:bodyPr/>
          <a:lstStyle/>
          <a:p>
            <a:r>
              <a:rPr lang="en-US"/>
              <a:t>[Headline]</a:t>
            </a:r>
          </a:p>
        </p:txBody>
      </p:sp>
      <p:sp>
        <p:nvSpPr>
          <p:cNvPr id="23" name="Subtitle">
            <a:extLst>
              <a:ext uri="{FF2B5EF4-FFF2-40B4-BE49-F238E27FC236}">
                <a16:creationId xmlns:a16="http://schemas.microsoft.com/office/drawing/2014/main" id="{5269F756-36C3-4378-BB35-C98BBDF8B9DB}"/>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4" name="Text Placeholder 7">
            <a:extLst>
              <a:ext uri="{FF2B5EF4-FFF2-40B4-BE49-F238E27FC236}">
                <a16:creationId xmlns:a16="http://schemas.microsoft.com/office/drawing/2014/main" id="{B703467C-C8D9-42B1-8A23-41FBE3F8DD2B}"/>
              </a:ext>
            </a:extLst>
          </p:cNvPr>
          <p:cNvSpPr>
            <a:spLocks noGrp="1"/>
          </p:cNvSpPr>
          <p:nvPr>
            <p:ph type="body" sz="quarter" idx="28" hasCustomPrompt="1"/>
          </p:nvPr>
        </p:nvSpPr>
        <p:spPr>
          <a:xfrm>
            <a:off x="425279" y="1955800"/>
            <a:ext cx="3756422" cy="4253576"/>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6" name="Text Placeholder 15">
            <a:extLst>
              <a:ext uri="{FF2B5EF4-FFF2-40B4-BE49-F238E27FC236}">
                <a16:creationId xmlns:a16="http://schemas.microsoft.com/office/drawing/2014/main" id="{FC6CE9A5-1EBE-4621-8BA5-AA6C36FB5AA3}"/>
              </a:ext>
            </a:extLst>
          </p:cNvPr>
          <p:cNvSpPr>
            <a:spLocks noGrp="1"/>
          </p:cNvSpPr>
          <p:nvPr>
            <p:ph type="body" sz="quarter" idx="29" hasCustomPrompt="1"/>
          </p:nvPr>
        </p:nvSpPr>
        <p:spPr>
          <a:xfrm>
            <a:off x="5947333" y="1901826"/>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7B71C853-D31A-4FE2-A3F4-52EF33BB7DDE}"/>
              </a:ext>
            </a:extLst>
          </p:cNvPr>
          <p:cNvSpPr>
            <a:spLocks noGrp="1"/>
          </p:cNvSpPr>
          <p:nvPr>
            <p:ph type="body" sz="quarter" idx="30" hasCustomPrompt="1"/>
          </p:nvPr>
        </p:nvSpPr>
        <p:spPr>
          <a:xfrm>
            <a:off x="5947333" y="3121025"/>
            <a:ext cx="2776538"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8" name="Text Placeholder 27">
            <a:extLst>
              <a:ext uri="{FF2B5EF4-FFF2-40B4-BE49-F238E27FC236}">
                <a16:creationId xmlns:a16="http://schemas.microsoft.com/office/drawing/2014/main" id="{CBB7F8EA-801E-49A7-8B26-28A6618F1B4F}"/>
              </a:ext>
            </a:extLst>
          </p:cNvPr>
          <p:cNvSpPr>
            <a:spLocks noGrp="1"/>
          </p:cNvSpPr>
          <p:nvPr>
            <p:ph type="body" sz="quarter" idx="31" hasCustomPrompt="1"/>
          </p:nvPr>
        </p:nvSpPr>
        <p:spPr>
          <a:xfrm>
            <a:off x="5948524" y="4345333"/>
            <a:ext cx="2775347"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0" name="Text Placeholder 29">
            <a:extLst>
              <a:ext uri="{FF2B5EF4-FFF2-40B4-BE49-F238E27FC236}">
                <a16:creationId xmlns:a16="http://schemas.microsoft.com/office/drawing/2014/main" id="{3CAECFBE-8C5B-4F58-B0BE-FC92E55F22A5}"/>
              </a:ext>
            </a:extLst>
          </p:cNvPr>
          <p:cNvSpPr>
            <a:spLocks noGrp="1"/>
          </p:cNvSpPr>
          <p:nvPr>
            <p:ph type="body" sz="quarter" idx="32" hasCustomPrompt="1"/>
          </p:nvPr>
        </p:nvSpPr>
        <p:spPr>
          <a:xfrm>
            <a:off x="5940190" y="5569296"/>
            <a:ext cx="2783681" cy="64008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5" name="Text Placeholder 11">
            <a:extLst>
              <a:ext uri="{FF2B5EF4-FFF2-40B4-BE49-F238E27FC236}">
                <a16:creationId xmlns:a16="http://schemas.microsoft.com/office/drawing/2014/main" id="{78F1645D-E649-4CCA-A7B1-0A38FE8ACCFC}"/>
              </a:ext>
            </a:extLst>
          </p:cNvPr>
          <p:cNvSpPr>
            <a:spLocks noGrp="1"/>
          </p:cNvSpPr>
          <p:nvPr>
            <p:ph type="body" sz="quarter" idx="15" hasCustomPrompt="1"/>
          </p:nvPr>
        </p:nvSpPr>
        <p:spPr>
          <a:xfrm>
            <a:off x="425279" y="5687045"/>
            <a:ext cx="3761688"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A536564A-10D3-464D-AFC2-90A9652124B9}"/>
              </a:ext>
            </a:extLst>
          </p:cNvPr>
          <p:cNvGrpSpPr/>
          <p:nvPr/>
        </p:nvGrpSpPr>
        <p:grpSpPr>
          <a:xfrm>
            <a:off x="9196831" y="4218015"/>
            <a:ext cx="954405" cy="1049582"/>
            <a:chOff x="12262441" y="4218015"/>
            <a:chExt cx="1272540" cy="1049582"/>
          </a:xfrm>
        </p:grpSpPr>
        <p:sp>
          <p:nvSpPr>
            <p:cNvPr id="27" name="Rectangle 26">
              <a:extLst>
                <a:ext uri="{FF2B5EF4-FFF2-40B4-BE49-F238E27FC236}">
                  <a16:creationId xmlns:a16="http://schemas.microsoft.com/office/drawing/2014/main" id="{BF532385-C9F0-4CCE-B850-6E89396806EC}"/>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9" name="Picture 28">
              <a:extLst>
                <a:ext uri="{FF2B5EF4-FFF2-40B4-BE49-F238E27FC236}">
                  <a16:creationId xmlns:a16="http://schemas.microsoft.com/office/drawing/2014/main" id="{E24C4543-1B8D-4A02-A1F9-19CC997EB85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1" name="Straight Arrow Connector 30">
              <a:extLst>
                <a:ext uri="{FF2B5EF4-FFF2-40B4-BE49-F238E27FC236}">
                  <a16:creationId xmlns:a16="http://schemas.microsoft.com/office/drawing/2014/main" id="{FC92C11F-C54C-408D-A4A3-D9EE7B86C179}"/>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AA2EC0B6-0C88-4ADC-B622-0533E52356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93491795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Icons 2 x 3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736353C-0FD5-4BC5-B557-48088D839A81}"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1"/>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7"/>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p>
            <a:r>
              <a:rPr lang="en-US"/>
              <a:t>[Headline]</a:t>
            </a:r>
          </a:p>
        </p:txBody>
      </p:sp>
      <p:sp>
        <p:nvSpPr>
          <p:cNvPr id="24" name="Subtitle">
            <a:extLst>
              <a:ext uri="{FF2B5EF4-FFF2-40B4-BE49-F238E27FC236}">
                <a16:creationId xmlns:a16="http://schemas.microsoft.com/office/drawing/2014/main" id="{2B81222A-AD44-419D-AE7D-FC16877A7C3C}"/>
              </a:ext>
            </a:extLst>
          </p:cNvPr>
          <p:cNvSpPr>
            <a:spLocks noGrp="1"/>
          </p:cNvSpPr>
          <p:nvPr>
            <p:ph type="body" sz="quarter" idx="14" hasCustomPrompt="1"/>
          </p:nvPr>
        </p:nvSpPr>
        <p:spPr>
          <a:xfrm>
            <a:off x="425280" y="1058237"/>
            <a:ext cx="8297863" cy="240338"/>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9"/>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9" name="Text Placeholder 7">
            <a:extLst>
              <a:ext uri="{FF2B5EF4-FFF2-40B4-BE49-F238E27FC236}">
                <a16:creationId xmlns:a16="http://schemas.microsoft.com/office/drawing/2014/main" id="{B06BE881-5974-48A9-8985-A2E692CD3019}"/>
              </a:ext>
            </a:extLst>
          </p:cNvPr>
          <p:cNvSpPr>
            <a:spLocks noGrp="1"/>
          </p:cNvSpPr>
          <p:nvPr>
            <p:ph type="body" sz="quarter" idx="15" hasCustomPrompt="1"/>
          </p:nvPr>
        </p:nvSpPr>
        <p:spPr>
          <a:xfrm>
            <a:off x="425279" y="1789298"/>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23" name="Text Placeholder 11">
            <a:extLst>
              <a:ext uri="{FF2B5EF4-FFF2-40B4-BE49-F238E27FC236}">
                <a16:creationId xmlns:a16="http://schemas.microsoft.com/office/drawing/2014/main" id="{36E68001-A0D1-4115-B78E-9C9FED332190}"/>
              </a:ext>
            </a:extLst>
          </p:cNvPr>
          <p:cNvSpPr>
            <a:spLocks noGrp="1"/>
          </p:cNvSpPr>
          <p:nvPr>
            <p:ph type="body" sz="quarter" idx="33" hasCustomPrompt="1"/>
          </p:nvPr>
        </p:nvSpPr>
        <p:spPr>
          <a:xfrm>
            <a:off x="425279" y="5729019"/>
            <a:ext cx="8295684" cy="483394"/>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1" name="Group 20">
            <a:extLst>
              <a:ext uri="{FF2B5EF4-FFF2-40B4-BE49-F238E27FC236}">
                <a16:creationId xmlns:a16="http://schemas.microsoft.com/office/drawing/2014/main" id="{3F59CB36-047A-412C-B74C-B41652A71EBD}"/>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0399432-DBD4-42C0-8379-85A4BD431080}"/>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1" name="Picture 30">
              <a:extLst>
                <a:ext uri="{FF2B5EF4-FFF2-40B4-BE49-F238E27FC236}">
                  <a16:creationId xmlns:a16="http://schemas.microsoft.com/office/drawing/2014/main" id="{B841ABFA-4D7E-4DBA-9F3E-65CB77310EFB}"/>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2" name="Straight Arrow Connector 31">
              <a:extLst>
                <a:ext uri="{FF2B5EF4-FFF2-40B4-BE49-F238E27FC236}">
                  <a16:creationId xmlns:a16="http://schemas.microsoft.com/office/drawing/2014/main" id="{9EB52848-2D3B-4097-A6D9-E28D3C89340F}"/>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850850A-0FEE-49F7-B273-EB6D92F50F8F}"/>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2145651999"/>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Icons 2 x 3 Columns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37AF9AF-AE54-4466-B610-23FEA107CD2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29" name="Subtitle">
            <a:extLst>
              <a:ext uri="{FF2B5EF4-FFF2-40B4-BE49-F238E27FC236}">
                <a16:creationId xmlns:a16="http://schemas.microsoft.com/office/drawing/2014/main" id="{E4B3DF4C-61D8-402C-B483-36731128815A}"/>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5A733C0-F14E-42E8-8B43-6EDB56625A9E}"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0" name="Subtitle Left Top">
            <a:extLst>
              <a:ext uri="{FF2B5EF4-FFF2-40B4-BE49-F238E27FC236}">
                <a16:creationId xmlns:a16="http://schemas.microsoft.com/office/drawing/2014/main" id="{07E51DF6-5287-4AD2-AA12-416779C1FC0A}"/>
              </a:ext>
            </a:extLst>
          </p:cNvPr>
          <p:cNvSpPr>
            <a:spLocks noGrp="1"/>
          </p:cNvSpPr>
          <p:nvPr>
            <p:ph type="body" sz="quarter" idx="16" hasCustomPrompt="1"/>
          </p:nvPr>
        </p:nvSpPr>
        <p:spPr>
          <a:xfrm>
            <a:off x="1303018" y="2627823"/>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2" name="Subtitle Left Bottom">
            <a:extLst>
              <a:ext uri="{FF2B5EF4-FFF2-40B4-BE49-F238E27FC236}">
                <a16:creationId xmlns:a16="http://schemas.microsoft.com/office/drawing/2014/main" id="{EAFBAFFF-2353-45BA-9DB7-107F32B6D650}"/>
              </a:ext>
            </a:extLst>
          </p:cNvPr>
          <p:cNvSpPr>
            <a:spLocks noGrp="1"/>
          </p:cNvSpPr>
          <p:nvPr>
            <p:ph type="body" sz="quarter" idx="17" hasCustomPrompt="1"/>
          </p:nvPr>
        </p:nvSpPr>
        <p:spPr>
          <a:xfrm>
            <a:off x="1302743" y="4315672"/>
            <a:ext cx="2880881"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4" name="Subtitle Right Top">
            <a:extLst>
              <a:ext uri="{FF2B5EF4-FFF2-40B4-BE49-F238E27FC236}">
                <a16:creationId xmlns:a16="http://schemas.microsoft.com/office/drawing/2014/main" id="{8BDAF52F-A15B-4CDD-8319-A23191DE4E14}"/>
              </a:ext>
            </a:extLst>
          </p:cNvPr>
          <p:cNvSpPr>
            <a:spLocks noGrp="1"/>
          </p:cNvSpPr>
          <p:nvPr>
            <p:ph type="body" sz="quarter" idx="19" hasCustomPrompt="1"/>
          </p:nvPr>
        </p:nvSpPr>
        <p:spPr>
          <a:xfrm>
            <a:off x="5850368" y="2622870"/>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7" name="Picture Placeholder Left Top">
            <a:extLst>
              <a:ext uri="{FF2B5EF4-FFF2-40B4-BE49-F238E27FC236}">
                <a16:creationId xmlns:a16="http://schemas.microsoft.com/office/drawing/2014/main" id="{EE4811C5-8A53-43BD-8758-631D0DA67029}"/>
              </a:ext>
            </a:extLst>
          </p:cNvPr>
          <p:cNvSpPr>
            <a:spLocks noGrp="1"/>
          </p:cNvSpPr>
          <p:nvPr>
            <p:ph type="pic" sz="quarter" idx="21" hasCustomPrompt="1"/>
          </p:nvPr>
        </p:nvSpPr>
        <p:spPr>
          <a:xfrm>
            <a:off x="425279" y="2622411"/>
            <a:ext cx="548640" cy="731520"/>
          </a:xfrm>
        </p:spPr>
        <p:txBody>
          <a:bodyPr anchor="ctr">
            <a:normAutofit/>
          </a:bodyPr>
          <a:lstStyle>
            <a:lvl1pPr marL="0" indent="0" algn="ctr">
              <a:buNone/>
              <a:defRPr sz="825"/>
            </a:lvl1pPr>
          </a:lstStyle>
          <a:p>
            <a:r>
              <a:rPr lang="en-US"/>
              <a:t>[Image] or remove and place icon here</a:t>
            </a:r>
          </a:p>
        </p:txBody>
      </p:sp>
      <p:sp>
        <p:nvSpPr>
          <p:cNvPr id="19" name="Picture Placeholder  Left Bottom">
            <a:extLst>
              <a:ext uri="{FF2B5EF4-FFF2-40B4-BE49-F238E27FC236}">
                <a16:creationId xmlns:a16="http://schemas.microsoft.com/office/drawing/2014/main" id="{74E9CB25-CCB1-45E8-93FD-98982193B5D4}"/>
              </a:ext>
            </a:extLst>
          </p:cNvPr>
          <p:cNvSpPr>
            <a:spLocks noGrp="1"/>
          </p:cNvSpPr>
          <p:nvPr>
            <p:ph type="pic" sz="quarter" idx="22" hasCustomPrompt="1"/>
          </p:nvPr>
        </p:nvSpPr>
        <p:spPr>
          <a:xfrm>
            <a:off x="425279" y="4300355"/>
            <a:ext cx="548640" cy="731520"/>
          </a:xfrm>
        </p:spPr>
        <p:txBody>
          <a:bodyPr anchor="ctr">
            <a:normAutofit/>
          </a:bodyPr>
          <a:lstStyle>
            <a:lvl1pPr marL="0" indent="0" algn="ctr">
              <a:buNone/>
              <a:defRPr sz="825"/>
            </a:lvl1pPr>
          </a:lstStyle>
          <a:p>
            <a:r>
              <a:rPr lang="en-US"/>
              <a:t>[Image] or remove and place icon here</a:t>
            </a:r>
          </a:p>
        </p:txBody>
      </p:sp>
      <p:sp>
        <p:nvSpPr>
          <p:cNvPr id="20" name="Picture Placeholder  Right Top">
            <a:extLst>
              <a:ext uri="{FF2B5EF4-FFF2-40B4-BE49-F238E27FC236}">
                <a16:creationId xmlns:a16="http://schemas.microsoft.com/office/drawing/2014/main" id="{FFBA88BC-581D-44A0-8366-78FD957E3F48}"/>
              </a:ext>
            </a:extLst>
          </p:cNvPr>
          <p:cNvSpPr>
            <a:spLocks noGrp="1"/>
          </p:cNvSpPr>
          <p:nvPr>
            <p:ph type="pic" sz="quarter" idx="23" hasCustomPrompt="1"/>
          </p:nvPr>
        </p:nvSpPr>
        <p:spPr>
          <a:xfrm>
            <a:off x="4957961" y="2622868"/>
            <a:ext cx="548640" cy="731520"/>
          </a:xfrm>
        </p:spPr>
        <p:txBody>
          <a:bodyPr anchor="ctr">
            <a:normAutofit/>
          </a:bodyPr>
          <a:lstStyle>
            <a:lvl1pPr marL="0" indent="0" algn="ctr">
              <a:buNone/>
              <a:defRPr sz="825"/>
            </a:lvl1pPr>
          </a:lstStyle>
          <a:p>
            <a:r>
              <a:rPr lang="en-US"/>
              <a:t>[Image] or remove and place icon here</a:t>
            </a:r>
          </a:p>
        </p:txBody>
      </p:sp>
      <p:sp>
        <p:nvSpPr>
          <p:cNvPr id="18" name="Subtitle Right Bottom">
            <a:extLst>
              <a:ext uri="{FF2B5EF4-FFF2-40B4-BE49-F238E27FC236}">
                <a16:creationId xmlns:a16="http://schemas.microsoft.com/office/drawing/2014/main" id="{48492227-B5B3-481A-B3FF-29B58418F39B}"/>
              </a:ext>
            </a:extLst>
          </p:cNvPr>
          <p:cNvSpPr>
            <a:spLocks noGrp="1"/>
          </p:cNvSpPr>
          <p:nvPr>
            <p:ph type="body" sz="quarter" idx="24" hasCustomPrompt="1"/>
          </p:nvPr>
        </p:nvSpPr>
        <p:spPr>
          <a:xfrm>
            <a:off x="5850368" y="4300356"/>
            <a:ext cx="2873502" cy="267545"/>
          </a:xfrm>
        </p:spPr>
        <p:txBody>
          <a:bodyPr anchor="t">
            <a:noAutofit/>
          </a:bodyPr>
          <a:lstStyle>
            <a:lvl1pPr marL="0" indent="0">
              <a:buNone/>
              <a:defRPr sz="13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2" name="Picture Placeholder  Right Bottom">
            <a:extLst>
              <a:ext uri="{FF2B5EF4-FFF2-40B4-BE49-F238E27FC236}">
                <a16:creationId xmlns:a16="http://schemas.microsoft.com/office/drawing/2014/main" id="{69CBDF09-485D-4CCF-AFB2-375A0E84346C}"/>
              </a:ext>
            </a:extLst>
          </p:cNvPr>
          <p:cNvSpPr>
            <a:spLocks noGrp="1"/>
          </p:cNvSpPr>
          <p:nvPr>
            <p:ph type="pic" sz="quarter" idx="26" hasCustomPrompt="1"/>
          </p:nvPr>
        </p:nvSpPr>
        <p:spPr>
          <a:xfrm>
            <a:off x="4957961" y="4300355"/>
            <a:ext cx="548640" cy="731520"/>
          </a:xfrm>
        </p:spPr>
        <p:txBody>
          <a:bodyPr anchor="ctr">
            <a:normAutofit/>
          </a:bodyPr>
          <a:lstStyle>
            <a:lvl1pPr marL="0" indent="0" algn="ctr">
              <a:buNone/>
              <a:defRPr sz="825"/>
            </a:lvl1pPr>
          </a:lstStyle>
          <a:p>
            <a:r>
              <a:rPr lang="en-US"/>
              <a:t>[Image] or remove and place icon here</a:t>
            </a:r>
          </a:p>
        </p:txBody>
      </p:sp>
      <p:sp>
        <p:nvSpPr>
          <p:cNvPr id="23" name="Text Placeholder 7">
            <a:extLst>
              <a:ext uri="{FF2B5EF4-FFF2-40B4-BE49-F238E27FC236}">
                <a16:creationId xmlns:a16="http://schemas.microsoft.com/office/drawing/2014/main" id="{AE688C92-32C1-4BDA-933F-26BEEA3B91D4}"/>
              </a:ext>
            </a:extLst>
          </p:cNvPr>
          <p:cNvSpPr>
            <a:spLocks noGrp="1"/>
          </p:cNvSpPr>
          <p:nvPr>
            <p:ph type="body" sz="quarter" idx="15" hasCustomPrompt="1"/>
          </p:nvPr>
        </p:nvSpPr>
        <p:spPr>
          <a:xfrm>
            <a:off x="425279" y="1789297"/>
            <a:ext cx="8298591" cy="67665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6" name="Title 5">
            <a:extLst>
              <a:ext uri="{FF2B5EF4-FFF2-40B4-BE49-F238E27FC236}">
                <a16:creationId xmlns:a16="http://schemas.microsoft.com/office/drawing/2014/main" id="{EC9BB004-440E-4E63-BA39-D1ED22635112}"/>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25" name="Text Placeholder 15">
            <a:extLst>
              <a:ext uri="{FF2B5EF4-FFF2-40B4-BE49-F238E27FC236}">
                <a16:creationId xmlns:a16="http://schemas.microsoft.com/office/drawing/2014/main" id="{05E6230F-1C56-461B-9B88-11AB915831C6}"/>
              </a:ext>
            </a:extLst>
          </p:cNvPr>
          <p:cNvSpPr>
            <a:spLocks noGrp="1"/>
          </p:cNvSpPr>
          <p:nvPr>
            <p:ph type="body" sz="quarter" idx="29" hasCustomPrompt="1"/>
          </p:nvPr>
        </p:nvSpPr>
        <p:spPr>
          <a:xfrm>
            <a:off x="1307987" y="2972154"/>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6" name="Text Placeholder 25">
            <a:extLst>
              <a:ext uri="{FF2B5EF4-FFF2-40B4-BE49-F238E27FC236}">
                <a16:creationId xmlns:a16="http://schemas.microsoft.com/office/drawing/2014/main" id="{AA7B42EF-1BE9-449C-8477-432DE29015F5}"/>
              </a:ext>
            </a:extLst>
          </p:cNvPr>
          <p:cNvSpPr>
            <a:spLocks noGrp="1"/>
          </p:cNvSpPr>
          <p:nvPr>
            <p:ph type="body" sz="quarter" idx="30" hasCustomPrompt="1"/>
          </p:nvPr>
        </p:nvSpPr>
        <p:spPr>
          <a:xfrm>
            <a:off x="1307987" y="4682853"/>
            <a:ext cx="2873488"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27" name="Text Placeholder 27">
            <a:extLst>
              <a:ext uri="{FF2B5EF4-FFF2-40B4-BE49-F238E27FC236}">
                <a16:creationId xmlns:a16="http://schemas.microsoft.com/office/drawing/2014/main" id="{533C9495-BA5F-49D6-BA30-585F3B84D901}"/>
              </a:ext>
            </a:extLst>
          </p:cNvPr>
          <p:cNvSpPr>
            <a:spLocks noGrp="1"/>
          </p:cNvSpPr>
          <p:nvPr>
            <p:ph type="body" sz="quarter" idx="31" hasCustomPrompt="1"/>
          </p:nvPr>
        </p:nvSpPr>
        <p:spPr>
          <a:xfrm>
            <a:off x="5850368" y="2993948"/>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8" name="Text Placeholder 29">
            <a:extLst>
              <a:ext uri="{FF2B5EF4-FFF2-40B4-BE49-F238E27FC236}">
                <a16:creationId xmlns:a16="http://schemas.microsoft.com/office/drawing/2014/main" id="{DDBBF21A-DAE9-4522-87F3-D7D3D9057AA7}"/>
              </a:ext>
            </a:extLst>
          </p:cNvPr>
          <p:cNvSpPr>
            <a:spLocks noGrp="1"/>
          </p:cNvSpPr>
          <p:nvPr>
            <p:ph type="body" sz="quarter" idx="32" hasCustomPrompt="1"/>
          </p:nvPr>
        </p:nvSpPr>
        <p:spPr>
          <a:xfrm>
            <a:off x="5850368" y="4682853"/>
            <a:ext cx="2873502" cy="101151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1" name="Text Placeholder 11">
            <a:extLst>
              <a:ext uri="{FF2B5EF4-FFF2-40B4-BE49-F238E27FC236}">
                <a16:creationId xmlns:a16="http://schemas.microsoft.com/office/drawing/2014/main" id="{0189A4B1-3C74-4341-8CCF-FAB46B8FF524}"/>
              </a:ext>
            </a:extLst>
          </p:cNvPr>
          <p:cNvSpPr>
            <a:spLocks noGrp="1"/>
          </p:cNvSpPr>
          <p:nvPr>
            <p:ph type="body" sz="quarter" idx="33" hasCustomPrompt="1"/>
          </p:nvPr>
        </p:nvSpPr>
        <p:spPr>
          <a:xfrm>
            <a:off x="425279" y="5726336"/>
            <a:ext cx="8295684" cy="484632"/>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4" name="Group 23">
            <a:extLst>
              <a:ext uri="{FF2B5EF4-FFF2-40B4-BE49-F238E27FC236}">
                <a16:creationId xmlns:a16="http://schemas.microsoft.com/office/drawing/2014/main" id="{738CD53F-D468-4865-91A6-6636DFEF5712}"/>
              </a:ext>
            </a:extLst>
          </p:cNvPr>
          <p:cNvGrpSpPr/>
          <p:nvPr/>
        </p:nvGrpSpPr>
        <p:grpSpPr>
          <a:xfrm>
            <a:off x="9196831" y="4218015"/>
            <a:ext cx="954405" cy="1049582"/>
            <a:chOff x="12262441" y="4218015"/>
            <a:chExt cx="1272540" cy="1049582"/>
          </a:xfrm>
        </p:grpSpPr>
        <p:sp>
          <p:nvSpPr>
            <p:cNvPr id="30" name="Rectangle 29">
              <a:extLst>
                <a:ext uri="{FF2B5EF4-FFF2-40B4-BE49-F238E27FC236}">
                  <a16:creationId xmlns:a16="http://schemas.microsoft.com/office/drawing/2014/main" id="{E7BE088A-456C-4BB3-9DFE-4F716887DAA1}"/>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2" name="Picture 31">
              <a:extLst>
                <a:ext uri="{FF2B5EF4-FFF2-40B4-BE49-F238E27FC236}">
                  <a16:creationId xmlns:a16="http://schemas.microsoft.com/office/drawing/2014/main" id="{0B1E3F54-53F0-4C92-A1A8-4E9DE995F855}"/>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33" name="Straight Arrow Connector 32">
              <a:extLst>
                <a:ext uri="{FF2B5EF4-FFF2-40B4-BE49-F238E27FC236}">
                  <a16:creationId xmlns:a16="http://schemas.microsoft.com/office/drawing/2014/main" id="{37B9344B-4B4C-430D-92E8-96AB28EAE1CA}"/>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9640F60-93BF-419C-9055-8EC4D42BC9FA}"/>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3956319884"/>
      </p:ext>
    </p:extLst>
  </p:cSld>
  <p:clrMapOvr>
    <a:masterClrMapping/>
  </p:clrMapOvr>
  <p:hf hdr="0" ftr="0" dt="0"/>
  <p:extLst>
    <p:ext uri="{DCECCB84-F9BA-43D5-87BE-67443E8EF086}">
      <p15:sldGuideLst xmlns:p15="http://schemas.microsoft.com/office/powerpoint/2012/main">
        <p15:guide id="1" orient="horz" pos="1648">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Icons 4 Columns + Content Blac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269280EA-43F8-4B31-8F78-23853985950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074F4235-756E-4117-B6BD-91ECC40FDDEF}"/>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B0EFD4BD-0236-454C-986D-1FECD229FFB9}"/>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31" name="Text Placeholder 7">
            <a:extLst>
              <a:ext uri="{FF2B5EF4-FFF2-40B4-BE49-F238E27FC236}">
                <a16:creationId xmlns:a16="http://schemas.microsoft.com/office/drawing/2014/main" id="{BF1CD9F6-94CC-49D5-87F9-50644ECBDCEC}"/>
              </a:ext>
            </a:extLst>
          </p:cNvPr>
          <p:cNvSpPr>
            <a:spLocks noGrp="1"/>
          </p:cNvSpPr>
          <p:nvPr>
            <p:ph type="body" sz="quarter" idx="28" hasCustomPrompt="1"/>
          </p:nvPr>
        </p:nvSpPr>
        <p:spPr>
          <a:xfrm>
            <a:off x="417910" y="1955801"/>
            <a:ext cx="3756422" cy="4256613"/>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4C51330F-F83F-4512-B15A-0213A8D4D6F0}"/>
              </a:ext>
            </a:extLst>
          </p:cNvPr>
          <p:cNvSpPr>
            <a:spLocks noGrp="1"/>
          </p:cNvSpPr>
          <p:nvPr>
            <p:ph type="body" sz="quarter" idx="16" hasCustomPrompt="1"/>
          </p:nvPr>
        </p:nvSpPr>
        <p:spPr>
          <a:xfrm>
            <a:off x="5949204" y="2529589"/>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C8C1598A-CC41-4629-866D-EA5200A15893}"/>
              </a:ext>
            </a:extLst>
          </p:cNvPr>
          <p:cNvSpPr>
            <a:spLocks noGrp="1"/>
          </p:cNvSpPr>
          <p:nvPr>
            <p:ph type="body" sz="quarter" idx="17" hasCustomPrompt="1"/>
          </p:nvPr>
        </p:nvSpPr>
        <p:spPr>
          <a:xfrm>
            <a:off x="5949204" y="3752632"/>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9D4A1F19-60F0-477D-9323-0DEC2061BFFC}"/>
              </a:ext>
            </a:extLst>
          </p:cNvPr>
          <p:cNvSpPr>
            <a:spLocks noGrp="1"/>
          </p:cNvSpPr>
          <p:nvPr>
            <p:ph type="body" sz="quarter" idx="19" hasCustomPrompt="1"/>
          </p:nvPr>
        </p:nvSpPr>
        <p:spPr>
          <a:xfrm>
            <a:off x="5949204" y="497567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2" name="Picture Placeholder Middle Top">
            <a:extLst>
              <a:ext uri="{FF2B5EF4-FFF2-40B4-BE49-F238E27FC236}">
                <a16:creationId xmlns:a16="http://schemas.microsoft.com/office/drawing/2014/main" id="{7E897E7D-4773-46B2-8B57-11CEE3CF5B31}"/>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Middle Bottom">
            <a:extLst>
              <a:ext uri="{FF2B5EF4-FFF2-40B4-BE49-F238E27FC236}">
                <a16:creationId xmlns:a16="http://schemas.microsoft.com/office/drawing/2014/main" id="{B98F9FF1-312A-4492-BDDD-ED90116F2893}"/>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Picture Placeholder  Bottom">
            <a:extLst>
              <a:ext uri="{FF2B5EF4-FFF2-40B4-BE49-F238E27FC236}">
                <a16:creationId xmlns:a16="http://schemas.microsoft.com/office/drawing/2014/main" id="{359F4181-72B0-4010-AF8F-9C86B965AFF4}"/>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5" name="Subtitle Top">
            <a:extLst>
              <a:ext uri="{FF2B5EF4-FFF2-40B4-BE49-F238E27FC236}">
                <a16:creationId xmlns:a16="http://schemas.microsoft.com/office/drawing/2014/main" id="{14364ABF-6033-4505-8662-648F981E6E29}"/>
              </a:ext>
            </a:extLst>
          </p:cNvPr>
          <p:cNvSpPr>
            <a:spLocks noGrp="1"/>
          </p:cNvSpPr>
          <p:nvPr>
            <p:ph type="body" sz="quarter" idx="25" hasCustomPrompt="1"/>
          </p:nvPr>
        </p:nvSpPr>
        <p:spPr>
          <a:xfrm>
            <a:off x="5949204" y="1311956"/>
            <a:ext cx="2777490" cy="267545"/>
          </a:xfrm>
        </p:spPr>
        <p:txBody>
          <a:bodyPr anchor="t">
            <a:noAutofit/>
          </a:bodyPr>
          <a:lstStyle>
            <a:lvl1pPr marL="0" indent="0">
              <a:buNone/>
              <a:defRPr sz="1050">
                <a:solidFill>
                  <a:schemeClr val="accent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6" name="Picture Placeholder Top">
            <a:extLst>
              <a:ext uri="{FF2B5EF4-FFF2-40B4-BE49-F238E27FC236}">
                <a16:creationId xmlns:a16="http://schemas.microsoft.com/office/drawing/2014/main" id="{9D94F169-0DD8-4D69-B5C5-BFE273C7CA85}"/>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7" name="Text Placeholder 15">
            <a:extLst>
              <a:ext uri="{FF2B5EF4-FFF2-40B4-BE49-F238E27FC236}">
                <a16:creationId xmlns:a16="http://schemas.microsoft.com/office/drawing/2014/main" id="{8B249ADB-FB00-4DC8-86BA-C4A019138D34}"/>
              </a:ext>
            </a:extLst>
          </p:cNvPr>
          <p:cNvSpPr>
            <a:spLocks noGrp="1"/>
          </p:cNvSpPr>
          <p:nvPr>
            <p:ph type="body" sz="quarter" idx="29" hasCustomPrompt="1"/>
          </p:nvPr>
        </p:nvSpPr>
        <p:spPr>
          <a:xfrm>
            <a:off x="5949204"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8" name="Text Placeholder 25">
            <a:extLst>
              <a:ext uri="{FF2B5EF4-FFF2-40B4-BE49-F238E27FC236}">
                <a16:creationId xmlns:a16="http://schemas.microsoft.com/office/drawing/2014/main" id="{C9E64A6E-E4C5-45D3-8C11-ACE7DD3FD2E7}"/>
              </a:ext>
            </a:extLst>
          </p:cNvPr>
          <p:cNvSpPr>
            <a:spLocks noGrp="1"/>
          </p:cNvSpPr>
          <p:nvPr>
            <p:ph type="body" sz="quarter" idx="30" hasCustomPrompt="1"/>
          </p:nvPr>
        </p:nvSpPr>
        <p:spPr>
          <a:xfrm>
            <a:off x="5949204"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9" name="Text Placeholder 27">
            <a:extLst>
              <a:ext uri="{FF2B5EF4-FFF2-40B4-BE49-F238E27FC236}">
                <a16:creationId xmlns:a16="http://schemas.microsoft.com/office/drawing/2014/main" id="{7855A7B4-CD7B-4EF9-A196-22FC422B2D26}"/>
              </a:ext>
            </a:extLst>
          </p:cNvPr>
          <p:cNvSpPr>
            <a:spLocks noGrp="1"/>
          </p:cNvSpPr>
          <p:nvPr>
            <p:ph type="body" sz="quarter" idx="31" hasCustomPrompt="1"/>
          </p:nvPr>
        </p:nvSpPr>
        <p:spPr>
          <a:xfrm>
            <a:off x="5949204"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40" name="Text Placeholder 29">
            <a:extLst>
              <a:ext uri="{FF2B5EF4-FFF2-40B4-BE49-F238E27FC236}">
                <a16:creationId xmlns:a16="http://schemas.microsoft.com/office/drawing/2014/main" id="{354437EA-2FB4-49BC-B725-FC888BC72A70}"/>
              </a:ext>
            </a:extLst>
          </p:cNvPr>
          <p:cNvSpPr>
            <a:spLocks noGrp="1"/>
          </p:cNvSpPr>
          <p:nvPr>
            <p:ph type="body" sz="quarter" idx="32" hasCustomPrompt="1"/>
          </p:nvPr>
        </p:nvSpPr>
        <p:spPr>
          <a:xfrm>
            <a:off x="5949204"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E0448338-4063-435A-A203-856E6EEDADFE}"/>
              </a:ext>
            </a:extLst>
          </p:cNvPr>
          <p:cNvSpPr>
            <a:spLocks noGrp="1"/>
          </p:cNvSpPr>
          <p:nvPr>
            <p:ph type="body" sz="quarter" idx="15" hasCustomPrompt="1"/>
          </p:nvPr>
        </p:nvSpPr>
        <p:spPr>
          <a:xfrm>
            <a:off x="425279" y="5687045"/>
            <a:ext cx="3756422"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2" name="Group 21">
            <a:extLst>
              <a:ext uri="{FF2B5EF4-FFF2-40B4-BE49-F238E27FC236}">
                <a16:creationId xmlns:a16="http://schemas.microsoft.com/office/drawing/2014/main" id="{BB5E401E-E175-46B4-B38C-3BE87EF1488E}"/>
              </a:ext>
            </a:extLst>
          </p:cNvPr>
          <p:cNvGrpSpPr/>
          <p:nvPr/>
        </p:nvGrpSpPr>
        <p:grpSpPr>
          <a:xfrm>
            <a:off x="9196831" y="4218015"/>
            <a:ext cx="954405" cy="1049582"/>
            <a:chOff x="12262441" y="4218015"/>
            <a:chExt cx="1272540" cy="1049582"/>
          </a:xfrm>
        </p:grpSpPr>
        <p:sp>
          <p:nvSpPr>
            <p:cNvPr id="24" name="Rectangle 23">
              <a:extLst>
                <a:ext uri="{FF2B5EF4-FFF2-40B4-BE49-F238E27FC236}">
                  <a16:creationId xmlns:a16="http://schemas.microsoft.com/office/drawing/2014/main" id="{08FD67ED-3C56-4D97-B3C0-AB7A48DEB972}"/>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25" name="Picture 24">
              <a:extLst>
                <a:ext uri="{FF2B5EF4-FFF2-40B4-BE49-F238E27FC236}">
                  <a16:creationId xmlns:a16="http://schemas.microsoft.com/office/drawing/2014/main" id="{CDC139D3-D930-4E14-9BB2-7D930A24E06C}"/>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26" name="Straight Arrow Connector 25">
              <a:extLst>
                <a:ext uri="{FF2B5EF4-FFF2-40B4-BE49-F238E27FC236}">
                  <a16:creationId xmlns:a16="http://schemas.microsoft.com/office/drawing/2014/main" id="{BD86E295-5034-4CDE-9980-AC98287E9A35}"/>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73A26EF1-45D2-4918-AF48-B5F37199F715}"/>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534508172"/>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Icons 4 Columns + Content 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24D84AF-B6CE-4BB9-854B-27E48F8F7377}"/>
              </a:ext>
            </a:extLst>
          </p:cNvPr>
          <p:cNvSpPr/>
          <p:nvPr/>
        </p:nvSpPr>
        <p:spPr>
          <a:xfrm>
            <a:off x="4572000" y="0"/>
            <a:ext cx="4572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AA84DC2D-753E-41EB-8722-040FA9F7628C}"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8" name="Title 7">
            <a:extLst>
              <a:ext uri="{FF2B5EF4-FFF2-40B4-BE49-F238E27FC236}">
                <a16:creationId xmlns:a16="http://schemas.microsoft.com/office/drawing/2014/main" id="{23F69D6C-C0E1-4CEA-B661-CB08F30D9E46}"/>
              </a:ext>
            </a:extLst>
          </p:cNvPr>
          <p:cNvSpPr>
            <a:spLocks noGrp="1"/>
          </p:cNvSpPr>
          <p:nvPr>
            <p:ph type="title" hasCustomPrompt="1"/>
          </p:nvPr>
        </p:nvSpPr>
        <p:spPr>
          <a:xfrm>
            <a:off x="425279" y="652074"/>
            <a:ext cx="3758184" cy="402336"/>
          </a:xfrm>
        </p:spPr>
        <p:txBody>
          <a:bodyPr/>
          <a:lstStyle/>
          <a:p>
            <a:r>
              <a:rPr lang="en-US"/>
              <a:t>[Headline]</a:t>
            </a:r>
          </a:p>
        </p:txBody>
      </p:sp>
      <p:sp>
        <p:nvSpPr>
          <p:cNvPr id="21" name="Subtitle">
            <a:extLst>
              <a:ext uri="{FF2B5EF4-FFF2-40B4-BE49-F238E27FC236}">
                <a16:creationId xmlns:a16="http://schemas.microsoft.com/office/drawing/2014/main" id="{FF56B26C-4789-432C-A84C-D38182866E58}"/>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6">
            <a:extLst>
              <a:ext uri="{FF2B5EF4-FFF2-40B4-BE49-F238E27FC236}">
                <a16:creationId xmlns:a16="http://schemas.microsoft.com/office/drawing/2014/main" id="{807402B8-B31B-48CC-942C-99B8F022C6A4}"/>
              </a:ext>
            </a:extLst>
          </p:cNvPr>
          <p:cNvSpPr>
            <a:spLocks noGrp="1"/>
          </p:cNvSpPr>
          <p:nvPr>
            <p:ph sz="quarter" idx="24" hasCustomPrompt="1"/>
          </p:nvPr>
        </p:nvSpPr>
        <p:spPr>
          <a:xfrm>
            <a:off x="417909" y="1955800"/>
            <a:ext cx="3758184" cy="42433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8" name="Subtitle Middle Top">
            <a:extLst>
              <a:ext uri="{FF2B5EF4-FFF2-40B4-BE49-F238E27FC236}">
                <a16:creationId xmlns:a16="http://schemas.microsoft.com/office/drawing/2014/main" id="{B191154A-6D62-4537-B8C3-E17A29CEC39B}"/>
              </a:ext>
            </a:extLst>
          </p:cNvPr>
          <p:cNvSpPr>
            <a:spLocks noGrp="1"/>
          </p:cNvSpPr>
          <p:nvPr>
            <p:ph type="body" sz="quarter" idx="16" hasCustomPrompt="1"/>
          </p:nvPr>
        </p:nvSpPr>
        <p:spPr>
          <a:xfrm>
            <a:off x="5946599" y="2529589"/>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19" name="Subtitle Middle Bottom">
            <a:extLst>
              <a:ext uri="{FF2B5EF4-FFF2-40B4-BE49-F238E27FC236}">
                <a16:creationId xmlns:a16="http://schemas.microsoft.com/office/drawing/2014/main" id="{EFB4A26A-ACB4-4792-B582-D79775A9B0E3}"/>
              </a:ext>
            </a:extLst>
          </p:cNvPr>
          <p:cNvSpPr>
            <a:spLocks noGrp="1"/>
          </p:cNvSpPr>
          <p:nvPr>
            <p:ph type="body" sz="quarter" idx="17" hasCustomPrompt="1"/>
          </p:nvPr>
        </p:nvSpPr>
        <p:spPr>
          <a:xfrm>
            <a:off x="5946599" y="3752632"/>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20" name="Subtitle Bottom">
            <a:extLst>
              <a:ext uri="{FF2B5EF4-FFF2-40B4-BE49-F238E27FC236}">
                <a16:creationId xmlns:a16="http://schemas.microsoft.com/office/drawing/2014/main" id="{52A8F4DB-AFDE-481B-8195-1DACA708A2BC}"/>
              </a:ext>
            </a:extLst>
          </p:cNvPr>
          <p:cNvSpPr>
            <a:spLocks noGrp="1"/>
          </p:cNvSpPr>
          <p:nvPr>
            <p:ph type="body" sz="quarter" idx="19" hasCustomPrompt="1"/>
          </p:nvPr>
        </p:nvSpPr>
        <p:spPr>
          <a:xfrm>
            <a:off x="5946599" y="497567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1" name="Picture Placeholder Middle Top">
            <a:extLst>
              <a:ext uri="{FF2B5EF4-FFF2-40B4-BE49-F238E27FC236}">
                <a16:creationId xmlns:a16="http://schemas.microsoft.com/office/drawing/2014/main" id="{BBDECCA4-C486-4DC1-A844-AB2008D0431E}"/>
              </a:ext>
            </a:extLst>
          </p:cNvPr>
          <p:cNvSpPr>
            <a:spLocks noGrp="1"/>
          </p:cNvSpPr>
          <p:nvPr>
            <p:ph type="pic" sz="quarter" idx="21" hasCustomPrompt="1"/>
          </p:nvPr>
        </p:nvSpPr>
        <p:spPr>
          <a:xfrm>
            <a:off x="4958666" y="2529588"/>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2" name="Picture Placeholder  Middle Bottom">
            <a:extLst>
              <a:ext uri="{FF2B5EF4-FFF2-40B4-BE49-F238E27FC236}">
                <a16:creationId xmlns:a16="http://schemas.microsoft.com/office/drawing/2014/main" id="{DBD432B8-C319-4395-8691-854958FCB599}"/>
              </a:ext>
            </a:extLst>
          </p:cNvPr>
          <p:cNvSpPr>
            <a:spLocks noGrp="1"/>
          </p:cNvSpPr>
          <p:nvPr>
            <p:ph type="pic" sz="quarter" idx="22" hasCustomPrompt="1"/>
          </p:nvPr>
        </p:nvSpPr>
        <p:spPr>
          <a:xfrm>
            <a:off x="4958666" y="3752631"/>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3" name="Picture Placeholder  Bottom">
            <a:extLst>
              <a:ext uri="{FF2B5EF4-FFF2-40B4-BE49-F238E27FC236}">
                <a16:creationId xmlns:a16="http://schemas.microsoft.com/office/drawing/2014/main" id="{49549B62-D83B-4EC5-9D78-7415B53963E2}"/>
              </a:ext>
            </a:extLst>
          </p:cNvPr>
          <p:cNvSpPr>
            <a:spLocks noGrp="1"/>
          </p:cNvSpPr>
          <p:nvPr>
            <p:ph type="pic" sz="quarter" idx="23" hasCustomPrompt="1"/>
          </p:nvPr>
        </p:nvSpPr>
        <p:spPr>
          <a:xfrm>
            <a:off x="4957034" y="497567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4" name="Subtitle Top">
            <a:extLst>
              <a:ext uri="{FF2B5EF4-FFF2-40B4-BE49-F238E27FC236}">
                <a16:creationId xmlns:a16="http://schemas.microsoft.com/office/drawing/2014/main" id="{62EDF2B7-966E-4392-82B6-0014FB3E1BDF}"/>
              </a:ext>
            </a:extLst>
          </p:cNvPr>
          <p:cNvSpPr>
            <a:spLocks noGrp="1"/>
          </p:cNvSpPr>
          <p:nvPr>
            <p:ph type="body" sz="quarter" idx="25" hasCustomPrompt="1"/>
          </p:nvPr>
        </p:nvSpPr>
        <p:spPr>
          <a:xfrm>
            <a:off x="5946599" y="1311956"/>
            <a:ext cx="2777490" cy="267545"/>
          </a:xfrm>
        </p:spPr>
        <p:txBody>
          <a:bodyPr anchor="t">
            <a:noAutofit/>
          </a:bodyPr>
          <a:lstStyle>
            <a:lvl1pPr marL="0" indent="0">
              <a:buNone/>
              <a:defRPr sz="10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[Subtitle]</a:t>
            </a:r>
          </a:p>
        </p:txBody>
      </p:sp>
      <p:sp>
        <p:nvSpPr>
          <p:cNvPr id="35" name="Picture Placeholder Top">
            <a:extLst>
              <a:ext uri="{FF2B5EF4-FFF2-40B4-BE49-F238E27FC236}">
                <a16:creationId xmlns:a16="http://schemas.microsoft.com/office/drawing/2014/main" id="{F807A99E-6B83-4A4E-83C7-478C90866A54}"/>
              </a:ext>
            </a:extLst>
          </p:cNvPr>
          <p:cNvSpPr>
            <a:spLocks noGrp="1"/>
          </p:cNvSpPr>
          <p:nvPr>
            <p:ph type="pic" sz="quarter" idx="27" hasCustomPrompt="1"/>
          </p:nvPr>
        </p:nvSpPr>
        <p:spPr>
          <a:xfrm>
            <a:off x="4958666" y="1306545"/>
            <a:ext cx="548640" cy="731520"/>
          </a:xfrm>
        </p:spPr>
        <p:txBody>
          <a:bodyPr anchor="ctr">
            <a:normAutofit/>
          </a:bodyPr>
          <a:lstStyle>
            <a:lvl1pPr marL="0" indent="0" algn="ctr">
              <a:buNone/>
              <a:defRPr sz="825">
                <a:solidFill>
                  <a:schemeClr val="bg1"/>
                </a:solidFill>
              </a:defRPr>
            </a:lvl1pPr>
          </a:lstStyle>
          <a:p>
            <a:r>
              <a:rPr lang="en-US"/>
              <a:t>[Image] or remove and place icon here</a:t>
            </a:r>
          </a:p>
        </p:txBody>
      </p:sp>
      <p:sp>
        <p:nvSpPr>
          <p:cNvPr id="36" name="Text Placeholder 15">
            <a:extLst>
              <a:ext uri="{FF2B5EF4-FFF2-40B4-BE49-F238E27FC236}">
                <a16:creationId xmlns:a16="http://schemas.microsoft.com/office/drawing/2014/main" id="{69288928-F631-4B9F-AC75-C3EE1CCF69B5}"/>
              </a:ext>
            </a:extLst>
          </p:cNvPr>
          <p:cNvSpPr>
            <a:spLocks noGrp="1"/>
          </p:cNvSpPr>
          <p:nvPr>
            <p:ph type="body" sz="quarter" idx="29" hasCustomPrompt="1"/>
          </p:nvPr>
        </p:nvSpPr>
        <p:spPr>
          <a:xfrm>
            <a:off x="5946599" y="164341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7" name="Text Placeholder 25">
            <a:extLst>
              <a:ext uri="{FF2B5EF4-FFF2-40B4-BE49-F238E27FC236}">
                <a16:creationId xmlns:a16="http://schemas.microsoft.com/office/drawing/2014/main" id="{2CFAF5D3-B82C-472D-9C90-636CAC332044}"/>
              </a:ext>
            </a:extLst>
          </p:cNvPr>
          <p:cNvSpPr>
            <a:spLocks noGrp="1"/>
          </p:cNvSpPr>
          <p:nvPr>
            <p:ph type="body" sz="quarter" idx="30" hasCustomPrompt="1"/>
          </p:nvPr>
        </p:nvSpPr>
        <p:spPr>
          <a:xfrm>
            <a:off x="5946599" y="2862611"/>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solidFill>
                  <a:schemeClr val="bg1"/>
                </a:solidFill>
              </a:defRPr>
            </a:lvl4pPr>
            <a:lvl5pPr>
              <a:defRPr sz="900"/>
            </a:lvl5pPr>
          </a:lstStyle>
          <a:p>
            <a:pPr lvl="0"/>
            <a:r>
              <a:rPr lang="en-US"/>
              <a:t>[Click to add content]</a:t>
            </a:r>
          </a:p>
          <a:p>
            <a:pPr lvl="1"/>
            <a:r>
              <a:rPr lang="en-US"/>
              <a:t>Second level</a:t>
            </a:r>
          </a:p>
          <a:p>
            <a:pPr lvl="2"/>
            <a:r>
              <a:rPr lang="en-US"/>
              <a:t>Third level</a:t>
            </a:r>
          </a:p>
          <a:p>
            <a:pPr lvl="3"/>
            <a:endParaRPr lang="en-US"/>
          </a:p>
        </p:txBody>
      </p:sp>
      <p:sp>
        <p:nvSpPr>
          <p:cNvPr id="38" name="Text Placeholder 27">
            <a:extLst>
              <a:ext uri="{FF2B5EF4-FFF2-40B4-BE49-F238E27FC236}">
                <a16:creationId xmlns:a16="http://schemas.microsoft.com/office/drawing/2014/main" id="{1B5DAEBF-D381-427F-9FBB-4FD0D91BCD7D}"/>
              </a:ext>
            </a:extLst>
          </p:cNvPr>
          <p:cNvSpPr>
            <a:spLocks noGrp="1"/>
          </p:cNvSpPr>
          <p:nvPr>
            <p:ph type="body" sz="quarter" idx="31" hasCustomPrompt="1"/>
          </p:nvPr>
        </p:nvSpPr>
        <p:spPr>
          <a:xfrm>
            <a:off x="5946599" y="4086919"/>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39" name="Text Placeholder 29">
            <a:extLst>
              <a:ext uri="{FF2B5EF4-FFF2-40B4-BE49-F238E27FC236}">
                <a16:creationId xmlns:a16="http://schemas.microsoft.com/office/drawing/2014/main" id="{4B2C03EE-EBE4-4248-99DB-1391D20714B1}"/>
              </a:ext>
            </a:extLst>
          </p:cNvPr>
          <p:cNvSpPr>
            <a:spLocks noGrp="1"/>
          </p:cNvSpPr>
          <p:nvPr>
            <p:ph type="body" sz="quarter" idx="32" hasCustomPrompt="1"/>
          </p:nvPr>
        </p:nvSpPr>
        <p:spPr>
          <a:xfrm>
            <a:off x="5946599" y="5310882"/>
            <a:ext cx="2777490" cy="640080"/>
          </a:xfrm>
        </p:spPr>
        <p:txBody>
          <a:bodyPr/>
          <a:lstStyle>
            <a:lvl1pPr>
              <a:defRPr sz="900">
                <a:solidFill>
                  <a:schemeClr val="bg1"/>
                </a:solidFill>
              </a:defRPr>
            </a:lvl1pPr>
            <a:lvl2pPr>
              <a:defRPr sz="900">
                <a:solidFill>
                  <a:schemeClr val="bg1"/>
                </a:solidFill>
              </a:defRPr>
            </a:lvl2pPr>
            <a:lvl3pPr>
              <a:defRPr sz="900">
                <a:solidFill>
                  <a:schemeClr val="bg1"/>
                </a:solidFill>
              </a:defRPr>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44371BD4-91C5-4160-A2C1-4F7AE3421736}"/>
              </a:ext>
            </a:extLst>
          </p:cNvPr>
          <p:cNvSpPr>
            <a:spLocks noGrp="1"/>
          </p:cNvSpPr>
          <p:nvPr>
            <p:ph type="body" sz="quarter" idx="15" hasCustomPrompt="1"/>
          </p:nvPr>
        </p:nvSpPr>
        <p:spPr>
          <a:xfrm>
            <a:off x="425279" y="5687045"/>
            <a:ext cx="37581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grpSp>
        <p:nvGrpSpPr>
          <p:cNvPr id="28" name="Group 27">
            <a:extLst>
              <a:ext uri="{FF2B5EF4-FFF2-40B4-BE49-F238E27FC236}">
                <a16:creationId xmlns:a16="http://schemas.microsoft.com/office/drawing/2014/main" id="{8BA3E3EF-EAC0-43C6-89CE-A2CE2FC832DC}"/>
              </a:ext>
            </a:extLst>
          </p:cNvPr>
          <p:cNvGrpSpPr/>
          <p:nvPr/>
        </p:nvGrpSpPr>
        <p:grpSpPr>
          <a:xfrm>
            <a:off x="9196831" y="4218015"/>
            <a:ext cx="954405" cy="1049582"/>
            <a:chOff x="12262441" y="4218015"/>
            <a:chExt cx="1272540" cy="1049582"/>
          </a:xfrm>
        </p:grpSpPr>
        <p:sp>
          <p:nvSpPr>
            <p:cNvPr id="29" name="Rectangle 28">
              <a:extLst>
                <a:ext uri="{FF2B5EF4-FFF2-40B4-BE49-F238E27FC236}">
                  <a16:creationId xmlns:a16="http://schemas.microsoft.com/office/drawing/2014/main" id="{47841117-D919-49F5-BE2F-E3478E0B118A}"/>
                </a:ext>
              </a:extLst>
            </p:cNvPr>
            <p:cNvSpPr/>
            <p:nvPr/>
          </p:nvSpPr>
          <p:spPr>
            <a:xfrm>
              <a:off x="12262441" y="4218015"/>
              <a:ext cx="1272540" cy="1049582"/>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r>
                <a:rPr lang="en-US" sz="600">
                  <a:solidFill>
                    <a:srgbClr val="000000"/>
                  </a:solidFill>
                </a:rPr>
                <a:t>Image placeholders indicate where an icon can be manually placed. </a:t>
              </a:r>
            </a:p>
          </p:txBody>
        </p:sp>
        <p:pic>
          <p:nvPicPr>
            <p:cNvPr id="30" name="Picture 29">
              <a:extLst>
                <a:ext uri="{FF2B5EF4-FFF2-40B4-BE49-F238E27FC236}">
                  <a16:creationId xmlns:a16="http://schemas.microsoft.com/office/drawing/2014/main" id="{0F45C005-A30B-4ADE-81B3-CC6D9A09B39D}"/>
                </a:ext>
              </a:extLst>
            </p:cNvPr>
            <p:cNvPicPr>
              <a:picLocks noChangeAspect="1"/>
            </p:cNvPicPr>
            <p:nvPr/>
          </p:nvPicPr>
          <p:blipFill>
            <a:blip r:embed="rId2"/>
            <a:stretch>
              <a:fillRect/>
            </a:stretch>
          </p:blipFill>
          <p:spPr>
            <a:xfrm>
              <a:off x="12318081" y="4652913"/>
              <a:ext cx="468371" cy="461415"/>
            </a:xfrm>
            <a:prstGeom prst="rect">
              <a:avLst/>
            </a:prstGeom>
          </p:spPr>
        </p:pic>
        <p:cxnSp>
          <p:nvCxnSpPr>
            <p:cNvPr id="40" name="Straight Arrow Connector 39">
              <a:extLst>
                <a:ext uri="{FF2B5EF4-FFF2-40B4-BE49-F238E27FC236}">
                  <a16:creationId xmlns:a16="http://schemas.microsoft.com/office/drawing/2014/main" id="{9C9F06C4-D69F-41A7-8421-5E1F7C3980F0}"/>
                </a:ext>
              </a:extLst>
            </p:cNvPr>
            <p:cNvCxnSpPr/>
            <p:nvPr/>
          </p:nvCxnSpPr>
          <p:spPr>
            <a:xfrm>
              <a:off x="12807984" y="4877596"/>
              <a:ext cx="158563"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3BBEA4BB-8FD5-4BFE-88E8-95378FFDFE83}"/>
                </a:ext>
              </a:extLst>
            </p:cNvPr>
            <p:cNvSpPr txBox="1"/>
            <p:nvPr/>
          </p:nvSpPr>
          <p:spPr>
            <a:xfrm>
              <a:off x="13006282" y="4646076"/>
              <a:ext cx="515415" cy="363561"/>
            </a:xfrm>
            <a:prstGeom prst="rect">
              <a:avLst/>
            </a:prstGeom>
            <a:noFill/>
          </p:spPr>
          <p:txBody>
            <a:bodyPr wrap="square" lIns="0" tIns="0" rIns="0" bIns="0" rtlCol="0">
              <a:spAutoFit/>
            </a:bodyPr>
            <a:lstStyle/>
            <a:p>
              <a:pPr algn="l">
                <a:lnSpc>
                  <a:spcPct val="90000"/>
                </a:lnSpc>
              </a:pPr>
              <a:r>
                <a:rPr lang="en-US" sz="525" b="1">
                  <a:solidFill>
                    <a:srgbClr val="000000"/>
                  </a:solidFill>
                </a:rPr>
                <a:t>Remove placeholder and place an icon in its place. </a:t>
              </a:r>
            </a:p>
          </p:txBody>
        </p:sp>
      </p:grpSp>
    </p:spTree>
    <p:extLst>
      <p:ext uri="{BB962C8B-B14F-4D97-AF65-F5344CB8AC3E}">
        <p14:creationId xmlns:p14="http://schemas.microsoft.com/office/powerpoint/2010/main" val="4244452622"/>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CHARTS</a:t>
            </a:r>
          </a:p>
        </p:txBody>
      </p:sp>
      <p:cxnSp>
        <p:nvCxnSpPr>
          <p:cNvPr id="7" name="Straight Connector 6">
            <a:extLst>
              <a:ext uri="{FF2B5EF4-FFF2-40B4-BE49-F238E27FC236}">
                <a16:creationId xmlns:a16="http://schemas.microsoft.com/office/drawing/2014/main" id="{EBD3E18C-9605-4081-A33F-C38AEB401F20}"/>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A2E46E-888E-4B33-A263-D2E91E73F656}"/>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DB85F6F-B9EA-48F9-B67A-CE852A2240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512D5A3E-9164-4B0E-881B-40A2443EBF5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5B40A5C0-4A85-4F51-BC72-E0C87364807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70125387-254C-46B8-8BCD-4BB6EDABCF7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F4245FEE-8B98-4AE8-B16E-DC8B44BB8B0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AF2D69E-9896-46AF-B91E-8570DC0DA26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B2E55B7D-1F8C-4D9C-9DEE-A2B8356B0C4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DA49228E-D89D-42BE-A68C-02623984239E}"/>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44BE9E26-5CDE-409A-882D-2359B2F52D6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C1A53D4D-61AE-438B-9809-07FA9E87256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2D40F24A-B696-4B7D-B4B3-9F3F0B6F60C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711CD39C-AFD1-4FEB-930A-FC6FC777199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2F242FFF-2953-41FF-9A83-89A80F0D1FA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6BF7148-849E-4D5F-ADA1-2804639F2DE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3B7B8FB9-E7F2-4BBA-BD81-36EE4FF47C7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026AF96D-B785-4D9D-907E-2A13E26DE6A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EAC3ED8D-C5EB-415B-AE65-D218AA351FC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4E43F14B-A1F7-4771-9DA0-62E44C7C7535}"/>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2AA7B6EE-DBC8-47A6-866D-A16C2E60B95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E35A5478-E1D8-4202-B29B-060884ECC2C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25A47AD-7216-4E4A-B177-091F5A06CA06}"/>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F56AEA34-11C9-483E-B85E-F464DD53303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5F92DADB-05F7-4FAC-B533-C44B05C252E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6EE41A0F-6688-46BC-8C7E-B1117FB75E9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7F00DED1-9C67-4250-AB3B-4E72E1982CF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4C0C6F24-7D9A-4391-A0C9-32A1A4A4574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A19C846D-595C-47E0-A0B2-3E8BE589BE1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73EFD7C2-8853-47C5-8927-A17832AE5BA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D516F5BF-85ED-4A9E-9E88-65451A10E5B1}"/>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BCA6D830-803C-41F6-B4A8-3511BBD3A2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B69B34FB-292A-41A6-8D02-8575E330E44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C6873D3B-95B3-4F12-8A37-B7039D70CF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D2C18E99-F001-4419-9EF6-4A47FDB7F47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76695F89-4C1A-4011-B275-A4ECD8D0F5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6A0AEB98-3813-4568-8BF3-1020D9A879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DA06215E-2313-46DE-A882-57FE96488B8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753B3402-A1EE-4DC5-A9AB-0D623B50C18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A5409EDA-6D1D-4912-934E-8475334460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18C9667E-6D9F-4934-B446-963AA162C7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0C604F60-D829-4F98-86DC-A1790840F0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638F9E91-731E-4690-BEC9-A99A08C51F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2206624059"/>
      </p:ext>
    </p:extLst>
  </p:cSld>
  <p:clrMapOvr>
    <a:masterClrMapping/>
  </p:clrMapOvr>
  <p:hf hdr="0" ftr="0" dt="0"/>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Content + Chart 1">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1DC122B6-764C-40AA-9E0A-0B4A0FB14B93}"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itle 5">
            <a:extLst>
              <a:ext uri="{FF2B5EF4-FFF2-40B4-BE49-F238E27FC236}">
                <a16:creationId xmlns:a16="http://schemas.microsoft.com/office/drawing/2014/main" id="{55E326A6-F7D4-4F94-95F3-CF160EF77C51}"/>
              </a:ext>
            </a:extLst>
          </p:cNvPr>
          <p:cNvSpPr>
            <a:spLocks noGrp="1"/>
          </p:cNvSpPr>
          <p:nvPr>
            <p:ph type="title" hasCustomPrompt="1"/>
          </p:nvPr>
        </p:nvSpPr>
        <p:spPr>
          <a:xfrm>
            <a:off x="425279" y="652074"/>
            <a:ext cx="3758184" cy="402336"/>
          </a:xfrm>
        </p:spPr>
        <p:txBody>
          <a:bodyPr/>
          <a:lstStyle/>
          <a:p>
            <a:r>
              <a:rPr lang="en-US"/>
              <a:t>[Headline]</a:t>
            </a:r>
          </a:p>
        </p:txBody>
      </p:sp>
      <p:sp>
        <p:nvSpPr>
          <p:cNvPr id="16" name="Subtitle">
            <a:extLst>
              <a:ext uri="{FF2B5EF4-FFF2-40B4-BE49-F238E27FC236}">
                <a16:creationId xmlns:a16="http://schemas.microsoft.com/office/drawing/2014/main" id="{CC8B6AEB-2296-4549-87D0-49F08B4C71FF}"/>
              </a:ext>
            </a:extLst>
          </p:cNvPr>
          <p:cNvSpPr>
            <a:spLocks noGrp="1"/>
          </p:cNvSpPr>
          <p:nvPr>
            <p:ph type="body" sz="quarter" idx="14" hasCustomPrompt="1"/>
          </p:nvPr>
        </p:nvSpPr>
        <p:spPr>
          <a:xfrm>
            <a:off x="425279" y="1058237"/>
            <a:ext cx="3758184"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7" name="Content Placeholder 17">
            <a:extLst>
              <a:ext uri="{FF2B5EF4-FFF2-40B4-BE49-F238E27FC236}">
                <a16:creationId xmlns:a16="http://schemas.microsoft.com/office/drawing/2014/main" id="{57CDD6C3-53CF-450B-8B7B-8A52F71753C1}"/>
              </a:ext>
            </a:extLst>
          </p:cNvPr>
          <p:cNvSpPr>
            <a:spLocks noGrp="1"/>
          </p:cNvSpPr>
          <p:nvPr>
            <p:ph sz="quarter" idx="15" hasCustomPrompt="1"/>
          </p:nvPr>
        </p:nvSpPr>
        <p:spPr>
          <a:xfrm>
            <a:off x="4955381" y="658359"/>
            <a:ext cx="3770710" cy="5547179"/>
          </a:xfrm>
        </p:spPr>
        <p:txBody>
          <a:bodyPr anchor="ctr"/>
          <a:lstStyle>
            <a:lvl1pPr marL="0" indent="0" algn="ctr">
              <a:buNone/>
              <a:defRPr/>
            </a:lvl1pPr>
          </a:lstStyle>
          <a:p>
            <a:pPr lvl="0"/>
            <a:r>
              <a:rPr lang="en-US"/>
              <a:t>[Click respective icon to insert CHART or TABLE </a:t>
            </a:r>
            <a:br>
              <a:rPr lang="en-US"/>
            </a:br>
            <a:r>
              <a:rPr lang="en-US"/>
              <a:t>– not text]</a:t>
            </a:r>
          </a:p>
        </p:txBody>
      </p:sp>
      <p:sp>
        <p:nvSpPr>
          <p:cNvPr id="12" name="Content Placeholder 11">
            <a:extLst>
              <a:ext uri="{FF2B5EF4-FFF2-40B4-BE49-F238E27FC236}">
                <a16:creationId xmlns:a16="http://schemas.microsoft.com/office/drawing/2014/main" id="{DEA9980B-9E8C-48EE-BD53-C3492F26F282}"/>
              </a:ext>
            </a:extLst>
          </p:cNvPr>
          <p:cNvSpPr>
            <a:spLocks noGrp="1"/>
          </p:cNvSpPr>
          <p:nvPr>
            <p:ph sz="quarter" idx="16" hasCustomPrompt="1"/>
          </p:nvPr>
        </p:nvSpPr>
        <p:spPr>
          <a:xfrm>
            <a:off x="425053" y="1955800"/>
            <a:ext cx="3756422" cy="4268788"/>
          </a:xfrm>
        </p:spPr>
        <p:txBody>
          <a:body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52FB4F1E-E497-4D79-93C7-386C37A7B0A7}"/>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465299214"/>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Chart Horizontal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F418D80B-A5CF-4327-A51F-6000F69F8C09}"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963271"/>
            <a:ext cx="8300813" cy="519887"/>
          </a:xfrm>
        </p:spPr>
        <p:txBody>
          <a:bodyPr>
            <a:noAutofit/>
          </a:bodyPr>
          <a:lstStyle>
            <a:lvl1pPr marL="0" indent="0">
              <a:buFont typeface="Arial" panose="020B0604020202020204" pitchFamily="34" charset="0"/>
              <a:buChar char="​"/>
              <a:defRPr sz="9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chart description]</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8308181" cy="3579813"/>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13" name="Text Placeholder 11">
            <a:extLst>
              <a:ext uri="{FF2B5EF4-FFF2-40B4-BE49-F238E27FC236}">
                <a16:creationId xmlns:a16="http://schemas.microsoft.com/office/drawing/2014/main" id="{6562D629-70CF-4A6E-823A-4CE780E7E6EE}"/>
              </a:ext>
            </a:extLst>
          </p:cNvPr>
          <p:cNvSpPr>
            <a:spLocks noGrp="1"/>
          </p:cNvSpPr>
          <p:nvPr>
            <p:ph type="body" sz="quarter" idx="17"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980636547"/>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232">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Chart - Horizontal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372"/>
            <a:ext cx="8300813" cy="84691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8300812" cy="3580266"/>
          </a:xfrm>
        </p:spPr>
        <p:txBody>
          <a:bodyPr anchor="ctr"/>
          <a:lstStyle>
            <a:lvl1pPr marL="0" indent="0" algn="ctr">
              <a:buNone/>
              <a:defRPr/>
            </a:lvl1pPr>
            <a:lvl2pPr marL="127397" indent="0">
              <a:buNone/>
              <a:defRPr/>
            </a:lvl2pPr>
          </a:lstStyle>
          <a:p>
            <a:pPr lvl="0"/>
            <a:r>
              <a:rPr lang="en-US"/>
              <a:t>[Click respective icon to add CHART or TABLE - text]</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9509A895-CE51-44A1-94BD-95BA266C84DC}"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FDDBD480-B1AF-4EEE-8DD4-F0B03CCCA0FC}"/>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613035958"/>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Chart Comparis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D1793B0B-E50E-4C0F-9173-1EE4775A4F5F}"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lvl1pPr>
              <a:defRPr>
                <a:solidFill>
                  <a:schemeClr val="tx1"/>
                </a:solidFill>
              </a:defRPr>
            </a:lvl1p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80" y="2619376"/>
            <a:ext cx="3763565" cy="3580267"/>
          </a:xfrm>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620372"/>
            <a:ext cx="3756422"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0" name="Text Placeholder 9">
            <a:extLst>
              <a:ext uri="{FF2B5EF4-FFF2-40B4-BE49-F238E27FC236}">
                <a16:creationId xmlns:a16="http://schemas.microsoft.com/office/drawing/2014/main" id="{98D7469F-53F4-4AF0-A09F-A916E41A182F}"/>
              </a:ext>
            </a:extLst>
          </p:cNvPr>
          <p:cNvSpPr>
            <a:spLocks noGrp="1"/>
          </p:cNvSpPr>
          <p:nvPr>
            <p:ph type="body" sz="quarter" idx="18" hasCustomPrompt="1"/>
          </p:nvPr>
        </p:nvSpPr>
        <p:spPr>
          <a:xfrm>
            <a:off x="4955381" y="1626515"/>
            <a:ext cx="3768329" cy="860171"/>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13" name="Content Placeholder 12">
            <a:extLst>
              <a:ext uri="{FF2B5EF4-FFF2-40B4-BE49-F238E27FC236}">
                <a16:creationId xmlns:a16="http://schemas.microsoft.com/office/drawing/2014/main" id="{39ADCA5E-1AD1-499E-B9EF-61B9559227BF}"/>
              </a:ext>
            </a:extLst>
          </p:cNvPr>
          <p:cNvSpPr>
            <a:spLocks noGrp="1"/>
          </p:cNvSpPr>
          <p:nvPr>
            <p:ph sz="quarter" idx="19" hasCustomPrompt="1"/>
          </p:nvPr>
        </p:nvSpPr>
        <p:spPr>
          <a:xfrm>
            <a:off x="4955382" y="2631019"/>
            <a:ext cx="3770710" cy="3574520"/>
          </a:xfrm>
        </p:spPr>
        <p:txBody>
          <a:bodyPr anchor="ctr"/>
          <a:lstStyle>
            <a:lvl1pPr marL="0" indent="0" algn="ctr">
              <a:buNone/>
              <a:defRPr/>
            </a:lvl1pPr>
            <a:lvl2pPr marL="127397" indent="0" algn="ctr">
              <a:buNone/>
              <a:defRPr/>
            </a:lvl2pPr>
            <a:lvl3pPr marL="255984" indent="0" algn="ctr">
              <a:buNone/>
              <a:defRPr/>
            </a:lvl3pPr>
            <a:lvl4pPr marL="388144" indent="0" algn="ctr">
              <a:buNone/>
              <a:defRPr/>
            </a:lvl4pPr>
            <a:lvl5pPr marL="515540" indent="0" algn="ctr">
              <a:buNone/>
              <a:defRPr/>
            </a:lvl5pPr>
          </a:lstStyle>
          <a:p>
            <a:pPr lvl="0"/>
            <a:r>
              <a:rPr lang="en-US"/>
              <a:t>[Click respective icon to add CHART or TABL </a:t>
            </a:r>
            <a:br>
              <a:rPr lang="en-US"/>
            </a:br>
            <a:r>
              <a:rPr lang="en-US"/>
              <a:t>– not text]</a:t>
            </a:r>
          </a:p>
        </p:txBody>
      </p:sp>
      <p:sp>
        <p:nvSpPr>
          <p:cNvPr id="17" name="Text Placeholder 11">
            <a:extLst>
              <a:ext uri="{FF2B5EF4-FFF2-40B4-BE49-F238E27FC236}">
                <a16:creationId xmlns:a16="http://schemas.microsoft.com/office/drawing/2014/main" id="{00E0D18E-E349-4199-8AD8-798BD2B67B93}"/>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491963529"/>
      </p:ext>
    </p:extLst>
  </p:cSld>
  <p:clrMapOvr>
    <a:masterClrMapping/>
  </p:clrMapOvr>
  <p:hf hdr="0" ftr="0" dt="0"/>
  <p:extLst>
    <p:ext uri="{DCECCB84-F9BA-43D5-87BE-67443E8EF086}">
      <p15:sldGuideLst xmlns:p15="http://schemas.microsoft.com/office/powerpoint/2012/main">
        <p15:guide id="1" orient="horz" pos="1656">
          <p15:clr>
            <a:srgbClr val="FBAE40"/>
          </p15:clr>
        </p15:guide>
        <p15:guide id="2" orient="horz" pos="1022">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Chart + Statement 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endParaRP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40196"/>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2777988" y="2619376"/>
            <a:ext cx="5948104"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4" y="2619376"/>
            <a:ext cx="2263378"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4A0D5033-1383-4A3E-B39C-095AE64D2F81}"/>
              </a:ext>
            </a:extLst>
          </p:cNvPr>
          <p:cNvSpPr>
            <a:spLocks noGrp="1"/>
          </p:cNvSpPr>
          <p:nvPr>
            <p:ph type="body" sz="quarter" idx="18"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7C7DF463-1855-48AC-B3A0-55C33F1D02AF}"/>
              </a:ext>
            </a:extLst>
          </p:cNvPr>
          <p:cNvSpPr>
            <a:spLocks noGrp="1"/>
          </p:cNvSpPr>
          <p:nvPr>
            <p:ph type="dt" sz="half" idx="19"/>
          </p:nvPr>
        </p:nvSpPr>
        <p:spPr/>
        <p:txBody>
          <a:bodyPr/>
          <a:lstStyle/>
          <a:p>
            <a:fld id="{B831B734-A14F-45CC-8F05-A4027F436A02}" type="datetime4">
              <a:rPr lang="en-US" smtClean="0"/>
              <a:t>August 13, 2025</a:t>
            </a:fld>
            <a:endParaRPr lang="en-US"/>
          </a:p>
        </p:txBody>
      </p:sp>
      <p:sp>
        <p:nvSpPr>
          <p:cNvPr id="10" name="Footer Placeholder 9">
            <a:extLst>
              <a:ext uri="{FF2B5EF4-FFF2-40B4-BE49-F238E27FC236}">
                <a16:creationId xmlns:a16="http://schemas.microsoft.com/office/drawing/2014/main" id="{71C88B21-12B8-4D5F-8A52-929A02C861B4}"/>
              </a:ext>
            </a:extLst>
          </p:cNvPr>
          <p:cNvSpPr>
            <a:spLocks noGrp="1"/>
          </p:cNvSpPr>
          <p:nvPr>
            <p:ph type="ftr" sz="quarter" idx="20"/>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348F557C-D16B-4CE5-8BC7-3F8FFDF7BDA8}"/>
              </a:ext>
            </a:extLst>
          </p:cNvPr>
          <p:cNvSpPr>
            <a:spLocks noGrp="1"/>
          </p:cNvSpPr>
          <p:nvPr>
            <p:ph type="sldNum" sz="quarter" idx="21"/>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744605832"/>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1">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Chart + Statement 2">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18488"/>
            <a:ext cx="8300813" cy="833472"/>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25279" y="2619376"/>
            <a:ext cx="4146722" cy="3580266"/>
          </a:xfrm>
        </p:spPr>
        <p:txBody>
          <a:bodyPr anchor="ctr"/>
          <a:lstStyle>
            <a:lvl1pPr marL="0" indent="0" algn="ctr">
              <a:buNone/>
              <a:defRPr/>
            </a:lvl1pPr>
            <a:lvl2pPr marL="127397" indent="0">
              <a:buNone/>
              <a:defRPr/>
            </a:lvl2pPr>
          </a:lstStyle>
          <a:p>
            <a:pPr lvl="0"/>
            <a:r>
              <a:rPr lang="en-US"/>
              <a:t>[Click respective icon to add CHART or TABLE – not text]</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955382" y="2619376"/>
            <a:ext cx="3770711" cy="3580266"/>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87CA155A-6D49-4189-8F3E-D1285ED95A63}"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83E662A7-7337-4375-8FBD-2C58ABD0FD30}"/>
              </a:ext>
            </a:extLst>
          </p:cNvPr>
          <p:cNvSpPr>
            <a:spLocks noGrp="1"/>
          </p:cNvSpPr>
          <p:nvPr>
            <p:ph type="body" sz="quarter" idx="21"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647101151"/>
      </p:ext>
    </p:extLst>
  </p:cSld>
  <p:clrMapOvr>
    <a:masterClrMapping/>
  </p:clrMapOvr>
  <p:hf hdr="0" ftr="0" dt="0"/>
  <p:extLst>
    <p:ext uri="{DCECCB84-F9BA-43D5-87BE-67443E8EF086}">
      <p15:sldGuideLst xmlns:p15="http://schemas.microsoft.com/office/powerpoint/2012/main">
        <p15:guide id="1" orient="horz" pos="1648">
          <p15:clr>
            <a:srgbClr val="FBAE40"/>
          </p15:clr>
        </p15:guide>
        <p15:guide id="2" orient="horz" pos="1022">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Chart + Statement 3">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B21224C6-E79E-4B9A-9D01-EC6502019D64}"/>
              </a:ext>
            </a:extLst>
          </p:cNvPr>
          <p:cNvSpPr>
            <a:spLocks noGrp="1"/>
          </p:cNvSpPr>
          <p:nvPr>
            <p:ph sz="quarter" idx="16" hasCustomPrompt="1"/>
          </p:nvPr>
        </p:nvSpPr>
        <p:spPr>
          <a:xfrm>
            <a:off x="4955382" y="1620838"/>
            <a:ext cx="3768488" cy="4578804"/>
          </a:xfrm>
          <a:noFill/>
        </p:spPr>
        <p:txBody>
          <a:bodyPr anchor="ctr"/>
          <a:lstStyle>
            <a:lvl1pPr marL="0" indent="0" algn="ctr">
              <a:buNone/>
              <a:defRPr/>
            </a:lvl1pPr>
            <a:lvl2pPr marL="127397" indent="0">
              <a:buNone/>
              <a:defRPr/>
            </a:lvl2pPr>
          </a:lstStyle>
          <a:p>
            <a:pPr lvl="0"/>
            <a:r>
              <a:rPr lang="en-US"/>
              <a:t>[Click respective icon to add CHART or TABLE </a:t>
            </a:r>
            <a:br>
              <a:rPr lang="en-US"/>
            </a:br>
            <a:r>
              <a:rPr lang="en-US"/>
              <a:t>– not text]</a:t>
            </a:r>
          </a:p>
        </p:txBody>
      </p:sp>
      <p:sp>
        <p:nvSpPr>
          <p:cNvPr id="8" name="Text Placeholder 7">
            <a:extLst>
              <a:ext uri="{FF2B5EF4-FFF2-40B4-BE49-F238E27FC236}">
                <a16:creationId xmlns:a16="http://schemas.microsoft.com/office/drawing/2014/main" id="{AF270F92-8761-4DFC-80DC-CAD3932D1E74}"/>
              </a:ext>
            </a:extLst>
          </p:cNvPr>
          <p:cNvSpPr>
            <a:spLocks noGrp="1"/>
          </p:cNvSpPr>
          <p:nvPr>
            <p:ph type="body" sz="quarter" idx="15" hasCustomPrompt="1"/>
          </p:nvPr>
        </p:nvSpPr>
        <p:spPr>
          <a:xfrm>
            <a:off x="425278" y="1620839"/>
            <a:ext cx="3756197" cy="1380779"/>
          </a:xfrm>
        </p:spPr>
        <p:txBody>
          <a:bodyPr>
            <a:noAutofit/>
          </a:bodyPr>
          <a:lstStyle>
            <a:lvl1pPr marL="0" indent="0">
              <a:buFont typeface="Arial" panose="020B0604020202020204" pitchFamily="34" charset="0"/>
              <a:buChar char="​"/>
              <a:defRPr sz="1200"/>
            </a:lvl1pPr>
            <a:lvl2pPr marL="170260" indent="-170260">
              <a:defRPr sz="1200"/>
            </a:lvl2pPr>
            <a:lvl3pPr marL="345281" indent="-175022">
              <a:defRPr sz="1050"/>
            </a:lvl3pPr>
            <a:lvl4pPr marL="515541" indent="-170260">
              <a:defRPr sz="900"/>
            </a:lvl4pPr>
            <a:lvl5pPr marL="685800" indent="-170260">
              <a:defRPr sz="900"/>
            </a:lvl5pPr>
          </a:lstStyle>
          <a:p>
            <a:pPr lvl="0"/>
            <a:r>
              <a:rPr lang="en-US"/>
              <a:t>[Click to add statement]</a:t>
            </a: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tx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tx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279" y="3187148"/>
            <a:ext cx="3758184" cy="3012494"/>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DABA7C76-A2D7-4F01-B657-C2E195898C63}"/>
              </a:ext>
            </a:extLst>
          </p:cNvPr>
          <p:cNvSpPr>
            <a:spLocks noGrp="1"/>
          </p:cNvSpPr>
          <p:nvPr>
            <p:ph type="dt" sz="half" idx="18"/>
          </p:nvPr>
        </p:nvSpPr>
        <p:spPr/>
        <p:txBody>
          <a:bodyPr/>
          <a:lstStyle/>
          <a:p>
            <a:fld id="{1B4F4F77-9A2B-4737-BA70-D740FA483E31}" type="datetime4">
              <a:rPr lang="en-US" smtClean="0"/>
              <a:t>August 13, 2025</a:t>
            </a:fld>
            <a:endParaRPr lang="en-US"/>
          </a:p>
        </p:txBody>
      </p:sp>
      <p:sp>
        <p:nvSpPr>
          <p:cNvPr id="10" name="Footer Placeholder 9">
            <a:extLst>
              <a:ext uri="{FF2B5EF4-FFF2-40B4-BE49-F238E27FC236}">
                <a16:creationId xmlns:a16="http://schemas.microsoft.com/office/drawing/2014/main" id="{3D43AD57-E17D-466E-83DC-D87227B6E10E}"/>
              </a:ext>
            </a:extLst>
          </p:cNvPr>
          <p:cNvSpPr>
            <a:spLocks noGrp="1"/>
          </p:cNvSpPr>
          <p:nvPr>
            <p:ph type="ftr" sz="quarter" idx="19"/>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D6EBF3C5-CB54-4922-B264-70AF19B8E479}"/>
              </a:ext>
            </a:extLst>
          </p:cNvPr>
          <p:cNvSpPr>
            <a:spLocks noGrp="1"/>
          </p:cNvSpPr>
          <p:nvPr>
            <p:ph type="sldNum" sz="quarter" idx="20"/>
          </p:nvPr>
        </p:nvSpPr>
        <p:spPr/>
        <p:txBody>
          <a:bodyPr/>
          <a:lstStyle/>
          <a:p>
            <a:fld id="{5CFA18E4-D58E-4B28-B105-28D9665A8EBC}" type="slidenum">
              <a:rPr lang="en-US" smtClean="0"/>
              <a:pPr/>
              <a:t>‹#›</a:t>
            </a:fld>
            <a:endParaRPr lang="en-US"/>
          </a:p>
        </p:txBody>
      </p:sp>
      <p:sp>
        <p:nvSpPr>
          <p:cNvPr id="15" name="Text Placeholder 11">
            <a:extLst>
              <a:ext uri="{FF2B5EF4-FFF2-40B4-BE49-F238E27FC236}">
                <a16:creationId xmlns:a16="http://schemas.microsoft.com/office/drawing/2014/main" id="{584230B6-CE03-406A-A8B9-AF79603282F2}"/>
              </a:ext>
            </a:extLst>
          </p:cNvPr>
          <p:cNvSpPr>
            <a:spLocks noGrp="1"/>
          </p:cNvSpPr>
          <p:nvPr>
            <p:ph type="body" sz="quarter" idx="21" hasCustomPrompt="1"/>
          </p:nvPr>
        </p:nvSpPr>
        <p:spPr>
          <a:xfrm>
            <a:off x="425280" y="5687045"/>
            <a:ext cx="3756196"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3264592018"/>
      </p:ext>
    </p:extLst>
  </p:cSld>
  <p:clrMapOvr>
    <a:masterClrMapping/>
  </p:clrMapOvr>
  <p:hf hdr="0" ftr="0" dt="0"/>
  <p:extLst>
    <p:ext uri="{DCECCB84-F9BA-43D5-87BE-67443E8EF086}">
      <p15:sldGuideLst xmlns:p15="http://schemas.microsoft.com/office/powerpoint/2012/main">
        <p15:guide id="1" orient="horz" pos="102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p:cSld name="~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sz="10500" b="1">
                <a:solidFill>
                  <a:schemeClr val="tx1"/>
                </a:solidFill>
              </a:rPr>
              <a:t>STATEMENTS</a:t>
            </a:r>
          </a:p>
        </p:txBody>
      </p:sp>
      <p:cxnSp>
        <p:nvCxnSpPr>
          <p:cNvPr id="7" name="Straight Connector 6">
            <a:extLst>
              <a:ext uri="{FF2B5EF4-FFF2-40B4-BE49-F238E27FC236}">
                <a16:creationId xmlns:a16="http://schemas.microsoft.com/office/drawing/2014/main" id="{1DAF5C6A-388A-484C-AEAA-7BCB499E94DF}"/>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5888FA7-2A1A-4874-98B9-3B720BD792D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EC172B1-DF0E-4CE0-AEB3-F868FD9BB511}"/>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F11157C7-05A1-4D05-B093-C45200431401}"/>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53AB89-B579-40A2-A45F-C998312F234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8C9D9C7-E5A3-4D6B-815C-7C50ED95A662}"/>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90D678A-4A53-4825-A8C8-2E41F37538B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5A14AB5-498F-45C4-B959-F77686F7543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46" name="Rectangle 45">
            <a:extLst>
              <a:ext uri="{FF2B5EF4-FFF2-40B4-BE49-F238E27FC236}">
                <a16:creationId xmlns:a16="http://schemas.microsoft.com/office/drawing/2014/main" id="{27CF6AE5-5728-49B5-A091-838270986899}"/>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7" name="Group 46">
            <a:extLst>
              <a:ext uri="{FF2B5EF4-FFF2-40B4-BE49-F238E27FC236}">
                <a16:creationId xmlns:a16="http://schemas.microsoft.com/office/drawing/2014/main" id="{644E28C4-627F-4DC1-9867-5826935BBCAD}"/>
              </a:ext>
            </a:extLst>
          </p:cNvPr>
          <p:cNvGrpSpPr/>
          <p:nvPr/>
        </p:nvGrpSpPr>
        <p:grpSpPr>
          <a:xfrm>
            <a:off x="9192986" y="1051487"/>
            <a:ext cx="954405" cy="3085386"/>
            <a:chOff x="12257314" y="1051487"/>
            <a:chExt cx="1272540" cy="3085386"/>
          </a:xfrm>
        </p:grpSpPr>
        <p:sp>
          <p:nvSpPr>
            <p:cNvPr id="48" name="Rectangle 47">
              <a:extLst>
                <a:ext uri="{FF2B5EF4-FFF2-40B4-BE49-F238E27FC236}">
                  <a16:creationId xmlns:a16="http://schemas.microsoft.com/office/drawing/2014/main" id="{10FB4F55-AF46-48E0-8A55-A84790B2152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9" name="TextBox 48">
              <a:extLst>
                <a:ext uri="{FF2B5EF4-FFF2-40B4-BE49-F238E27FC236}">
                  <a16:creationId xmlns:a16="http://schemas.microsoft.com/office/drawing/2014/main" id="{91AF0EF9-C095-493D-8D58-CF0051BBC8AA}"/>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50" name="Freeform: Shape 49">
              <a:extLst>
                <a:ext uri="{FF2B5EF4-FFF2-40B4-BE49-F238E27FC236}">
                  <a16:creationId xmlns:a16="http://schemas.microsoft.com/office/drawing/2014/main" id="{7AF24E30-80E1-4A53-8234-8180FD9F3A1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1" name="TextBox 50">
              <a:extLst>
                <a:ext uri="{FF2B5EF4-FFF2-40B4-BE49-F238E27FC236}">
                  <a16:creationId xmlns:a16="http://schemas.microsoft.com/office/drawing/2014/main" id="{D4565451-C81A-4169-B074-B56587D2B4F9}"/>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52" name="Freeform: Shape 51">
              <a:extLst>
                <a:ext uri="{FF2B5EF4-FFF2-40B4-BE49-F238E27FC236}">
                  <a16:creationId xmlns:a16="http://schemas.microsoft.com/office/drawing/2014/main" id="{4E6E9D55-09A7-451C-B8F6-5F39D700EB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3" name="Freeform: Shape 52">
              <a:extLst>
                <a:ext uri="{FF2B5EF4-FFF2-40B4-BE49-F238E27FC236}">
                  <a16:creationId xmlns:a16="http://schemas.microsoft.com/office/drawing/2014/main" id="{5771A270-9236-45E7-BD6C-EC500D27E845}"/>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4" name="TextBox 53">
              <a:extLst>
                <a:ext uri="{FF2B5EF4-FFF2-40B4-BE49-F238E27FC236}">
                  <a16:creationId xmlns:a16="http://schemas.microsoft.com/office/drawing/2014/main" id="{489B6575-A703-4D35-8918-C3092A4E809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55" name="Picture 54">
              <a:extLst>
                <a:ext uri="{FF2B5EF4-FFF2-40B4-BE49-F238E27FC236}">
                  <a16:creationId xmlns:a16="http://schemas.microsoft.com/office/drawing/2014/main" id="{AFD99288-F9E7-4704-BC41-3A2C084EB48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56" name="Rectangle 55">
              <a:extLst>
                <a:ext uri="{FF2B5EF4-FFF2-40B4-BE49-F238E27FC236}">
                  <a16:creationId xmlns:a16="http://schemas.microsoft.com/office/drawing/2014/main" id="{12BD27E8-EDA0-4E6A-9739-6581B53A7C91}"/>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7" name="Rectangle 56">
              <a:extLst>
                <a:ext uri="{FF2B5EF4-FFF2-40B4-BE49-F238E27FC236}">
                  <a16:creationId xmlns:a16="http://schemas.microsoft.com/office/drawing/2014/main" id="{EF88D58F-4462-4DF3-BF0C-0F09DD04E76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8" name="Rectangle 57">
              <a:extLst>
                <a:ext uri="{FF2B5EF4-FFF2-40B4-BE49-F238E27FC236}">
                  <a16:creationId xmlns:a16="http://schemas.microsoft.com/office/drawing/2014/main" id="{FD5C9B5E-210E-433C-893D-A593ADD3307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9" name="Rectangle 58">
              <a:extLst>
                <a:ext uri="{FF2B5EF4-FFF2-40B4-BE49-F238E27FC236}">
                  <a16:creationId xmlns:a16="http://schemas.microsoft.com/office/drawing/2014/main" id="{40C2F764-2F27-4DAC-85C1-101A7DF994B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60" name="Group 59">
              <a:extLst>
                <a:ext uri="{FF2B5EF4-FFF2-40B4-BE49-F238E27FC236}">
                  <a16:creationId xmlns:a16="http://schemas.microsoft.com/office/drawing/2014/main" id="{00E64038-8A8E-4630-92AB-70AC9BBDCECB}"/>
                </a:ext>
              </a:extLst>
            </p:cNvPr>
            <p:cNvGrpSpPr/>
            <p:nvPr/>
          </p:nvGrpSpPr>
          <p:grpSpPr>
            <a:xfrm>
              <a:off x="12364752" y="2345932"/>
              <a:ext cx="1055431" cy="88186"/>
              <a:chOff x="914335" y="6913770"/>
              <a:chExt cx="1109884" cy="100584"/>
            </a:xfrm>
            <a:noFill/>
          </p:grpSpPr>
          <p:sp>
            <p:nvSpPr>
              <p:cNvPr id="110" name="Rectangle 109">
                <a:extLst>
                  <a:ext uri="{FF2B5EF4-FFF2-40B4-BE49-F238E27FC236}">
                    <a16:creationId xmlns:a16="http://schemas.microsoft.com/office/drawing/2014/main" id="{023E805E-EFAF-482C-8084-42F0D05C4C7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1" name="Rectangle 110">
                <a:extLst>
                  <a:ext uri="{FF2B5EF4-FFF2-40B4-BE49-F238E27FC236}">
                    <a16:creationId xmlns:a16="http://schemas.microsoft.com/office/drawing/2014/main" id="{F9EDA505-628C-4F2A-BB06-40C8004E7B9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2" name="Rectangle 111">
                <a:extLst>
                  <a:ext uri="{FF2B5EF4-FFF2-40B4-BE49-F238E27FC236}">
                    <a16:creationId xmlns:a16="http://schemas.microsoft.com/office/drawing/2014/main" id="{EB345A7A-249A-48EB-B843-7407729C566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3" name="Rectangle 112">
                <a:extLst>
                  <a:ext uri="{FF2B5EF4-FFF2-40B4-BE49-F238E27FC236}">
                    <a16:creationId xmlns:a16="http://schemas.microsoft.com/office/drawing/2014/main" id="{C2BE5264-C900-4080-AB09-BF134465C0F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4" name="Rectangle 113">
                <a:extLst>
                  <a:ext uri="{FF2B5EF4-FFF2-40B4-BE49-F238E27FC236}">
                    <a16:creationId xmlns:a16="http://schemas.microsoft.com/office/drawing/2014/main" id="{3845E0E6-DB45-440B-A034-E91F93DD1B9B}"/>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5" name="Rectangle 114">
                <a:extLst>
                  <a:ext uri="{FF2B5EF4-FFF2-40B4-BE49-F238E27FC236}">
                    <a16:creationId xmlns:a16="http://schemas.microsoft.com/office/drawing/2014/main" id="{F6D2A7E5-00F3-43EE-A90F-C3D40704CCB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6" name="Rectangle 115">
                <a:extLst>
                  <a:ext uri="{FF2B5EF4-FFF2-40B4-BE49-F238E27FC236}">
                    <a16:creationId xmlns:a16="http://schemas.microsoft.com/office/drawing/2014/main" id="{6E7B4A1F-4FE0-48D2-9D16-222D58BA05E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7" name="Rectangle 116">
                <a:extLst>
                  <a:ext uri="{FF2B5EF4-FFF2-40B4-BE49-F238E27FC236}">
                    <a16:creationId xmlns:a16="http://schemas.microsoft.com/office/drawing/2014/main" id="{A47CF8EE-3B1B-4923-985C-859F2358FD7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8" name="Rectangle 117">
                <a:extLst>
                  <a:ext uri="{FF2B5EF4-FFF2-40B4-BE49-F238E27FC236}">
                    <a16:creationId xmlns:a16="http://schemas.microsoft.com/office/drawing/2014/main" id="{C1849A1C-3156-43D7-A2FE-EF46E4E82F16}"/>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9" name="Rectangle 118">
                <a:extLst>
                  <a:ext uri="{FF2B5EF4-FFF2-40B4-BE49-F238E27FC236}">
                    <a16:creationId xmlns:a16="http://schemas.microsoft.com/office/drawing/2014/main" id="{F72FDDF5-C1B9-4586-A605-0182140AD94F}"/>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61" name="Graphic 60" descr="Close with solid fill">
              <a:extLst>
                <a:ext uri="{FF2B5EF4-FFF2-40B4-BE49-F238E27FC236}">
                  <a16:creationId xmlns:a16="http://schemas.microsoft.com/office/drawing/2014/main" id="{F9B7B91D-1668-457C-BA0A-33CFB01CB1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62" name="Graphic 61" descr="Close with solid fill">
              <a:extLst>
                <a:ext uri="{FF2B5EF4-FFF2-40B4-BE49-F238E27FC236}">
                  <a16:creationId xmlns:a16="http://schemas.microsoft.com/office/drawing/2014/main" id="{2A12989A-4407-4184-BCCD-74CCC326B45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2" name="Graphic 101" descr="Close with solid fill">
              <a:extLst>
                <a:ext uri="{FF2B5EF4-FFF2-40B4-BE49-F238E27FC236}">
                  <a16:creationId xmlns:a16="http://schemas.microsoft.com/office/drawing/2014/main" id="{13BBD901-B338-4FEA-8B21-FB62106433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3" name="Graphic 102" descr="Close with solid fill">
              <a:extLst>
                <a:ext uri="{FF2B5EF4-FFF2-40B4-BE49-F238E27FC236}">
                  <a16:creationId xmlns:a16="http://schemas.microsoft.com/office/drawing/2014/main" id="{88848E62-84F6-46AC-B2BE-67064B4173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4" name="Graphic 103" descr="Close with solid fill">
              <a:extLst>
                <a:ext uri="{FF2B5EF4-FFF2-40B4-BE49-F238E27FC236}">
                  <a16:creationId xmlns:a16="http://schemas.microsoft.com/office/drawing/2014/main" id="{EFC4B50D-7EB7-4B6A-A6F5-FE6B1E96BC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5" name="Graphic 104" descr="Close with solid fill">
              <a:extLst>
                <a:ext uri="{FF2B5EF4-FFF2-40B4-BE49-F238E27FC236}">
                  <a16:creationId xmlns:a16="http://schemas.microsoft.com/office/drawing/2014/main" id="{E43379E1-DC55-4140-9174-A06C030F19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6" name="Graphic 105" descr="Close with solid fill">
              <a:extLst>
                <a:ext uri="{FF2B5EF4-FFF2-40B4-BE49-F238E27FC236}">
                  <a16:creationId xmlns:a16="http://schemas.microsoft.com/office/drawing/2014/main" id="{EC3E32EA-3034-475A-9D02-FAA3C044C6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7" name="Graphic 106" descr="Close with solid fill">
              <a:extLst>
                <a:ext uri="{FF2B5EF4-FFF2-40B4-BE49-F238E27FC236}">
                  <a16:creationId xmlns:a16="http://schemas.microsoft.com/office/drawing/2014/main" id="{C90EF1DD-E0E5-4614-BED5-B6BA263E51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8" name="Graphic 107" descr="Close with solid fill">
              <a:extLst>
                <a:ext uri="{FF2B5EF4-FFF2-40B4-BE49-F238E27FC236}">
                  <a16:creationId xmlns:a16="http://schemas.microsoft.com/office/drawing/2014/main" id="{4CD71F67-DAFB-4BD7-8668-38DB781FDA3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9" name="Graphic 108" descr="Close with solid fill">
              <a:extLst>
                <a:ext uri="{FF2B5EF4-FFF2-40B4-BE49-F238E27FC236}">
                  <a16:creationId xmlns:a16="http://schemas.microsoft.com/office/drawing/2014/main" id="{46EE932B-B325-4C1E-8C86-9F9237EFA7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2316145922"/>
      </p:ext>
    </p:extLst>
  </p:cSld>
  <p:clrMapOvr>
    <a:masterClrMapping/>
  </p:clrMapOvr>
  <p:hf hdr="0" ftr="0" dt="0"/>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Statement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C6588-04E1-4131-BD9B-DCF315B19B69}"/>
              </a:ext>
            </a:extLst>
          </p:cNvPr>
          <p:cNvSpPr>
            <a:spLocks noGrp="1"/>
          </p:cNvSpPr>
          <p:nvPr>
            <p:ph type="title" hasCustomPrompt="1"/>
          </p:nvPr>
        </p:nvSpPr>
        <p:spPr>
          <a:xfrm>
            <a:off x="1118937" y="1298576"/>
            <a:ext cx="6911276" cy="4395787"/>
          </a:xfrm>
        </p:spPr>
        <p:txBody>
          <a:bodyPr anchor="ctr"/>
          <a:lstStyle>
            <a:lvl1pPr algn="ctr">
              <a:defRPr sz="4950">
                <a:solidFill>
                  <a:schemeClr val="bg1"/>
                </a:solidFill>
              </a:defRPr>
            </a:lvl1pPr>
          </a:lstStyle>
          <a:p>
            <a:r>
              <a:rPr lang="en-US"/>
              <a:t>[Add large heroic statement]</a:t>
            </a:r>
          </a:p>
        </p:txBody>
      </p:sp>
      <p:sp>
        <p:nvSpPr>
          <p:cNvPr id="8" name="Picture Placeholder 7">
            <a:extLst>
              <a:ext uri="{FF2B5EF4-FFF2-40B4-BE49-F238E27FC236}">
                <a16:creationId xmlns:a16="http://schemas.microsoft.com/office/drawing/2014/main" id="{BF7B47CD-8901-46EE-AB48-D0A3C468D400}"/>
              </a:ext>
            </a:extLst>
          </p:cNvPr>
          <p:cNvSpPr>
            <a:spLocks noGrp="1"/>
          </p:cNvSpPr>
          <p:nvPr>
            <p:ph type="pic" sz="quarter" idx="13" hasCustomPrompt="1"/>
          </p:nvPr>
        </p:nvSpPr>
        <p:spPr>
          <a:xfrm>
            <a:off x="0" y="0"/>
            <a:ext cx="9144000" cy="6858000"/>
          </a:xfrm>
          <a:blipFill>
            <a:blip r:embed="rId2"/>
            <a:stretch>
              <a:fillRect/>
            </a:stretch>
          </a:blipFill>
        </p:spPr>
        <p:txBody>
          <a:bodyPr anchor="ctr"/>
          <a:lstStyle>
            <a:lvl1pPr marL="0" indent="0" algn="ctr">
              <a:buNone/>
              <a:defRPr/>
            </a:lvl1pPr>
          </a:lstStyle>
          <a:p>
            <a:r>
              <a:rPr lang="en-US"/>
              <a:t>[Click to insert photo and then “Send to back” to place image in background and add statement text]</a:t>
            </a:r>
          </a:p>
        </p:txBody>
      </p:sp>
      <p:sp>
        <p:nvSpPr>
          <p:cNvPr id="3" name="Date Placeholder 2">
            <a:extLst>
              <a:ext uri="{FF2B5EF4-FFF2-40B4-BE49-F238E27FC236}">
                <a16:creationId xmlns:a16="http://schemas.microsoft.com/office/drawing/2014/main" id="{A98E6D8A-9554-4696-A034-5A1654A0755B}"/>
              </a:ext>
            </a:extLst>
          </p:cNvPr>
          <p:cNvSpPr>
            <a:spLocks noGrp="1"/>
          </p:cNvSpPr>
          <p:nvPr>
            <p:ph type="dt" sz="half" idx="10"/>
          </p:nvPr>
        </p:nvSpPr>
        <p:spPr/>
        <p:txBody>
          <a:bodyPr/>
          <a:lstStyle>
            <a:lvl1pPr>
              <a:defRPr>
                <a:solidFill>
                  <a:schemeClr val="bg1"/>
                </a:solidFill>
              </a:defRPr>
            </a:lvl1pPr>
          </a:lstStyle>
          <a:p>
            <a:fld id="{68707663-29EE-4A9F-A2A7-32FFF02326EF}" type="datetime4">
              <a:rPr lang="en-US" smtClean="0"/>
              <a:t>August 13, 2025</a:t>
            </a:fld>
            <a:endParaRPr lang="en-US"/>
          </a:p>
        </p:txBody>
      </p:sp>
      <p:sp>
        <p:nvSpPr>
          <p:cNvPr id="5" name="Slide Number Placeholder 4">
            <a:extLst>
              <a:ext uri="{FF2B5EF4-FFF2-40B4-BE49-F238E27FC236}">
                <a16:creationId xmlns:a16="http://schemas.microsoft.com/office/drawing/2014/main" id="{3FAE9242-AE57-42CB-99F5-9AFC9B96251A}"/>
              </a:ext>
            </a:extLst>
          </p:cNvPr>
          <p:cNvSpPr>
            <a:spLocks noGrp="1"/>
          </p:cNvSpPr>
          <p:nvPr>
            <p:ph type="sldNum" sz="quarter" idx="12"/>
          </p:nvPr>
        </p:nvSpPr>
        <p:spPr/>
        <p:txBody>
          <a:bodyPr/>
          <a:lstStyle>
            <a:lvl1pPr>
              <a:defRPr>
                <a:solidFill>
                  <a:schemeClr val="bg1"/>
                </a:solidFill>
              </a:defRPr>
            </a:lvl1pPr>
          </a:lstStyle>
          <a:p>
            <a:fld id="{5CFA18E4-D58E-4B28-B105-28D9665A8EBC}" type="slidenum">
              <a:rPr lang="en-US" smtClean="0"/>
              <a:pPr/>
              <a:t>‹#›</a:t>
            </a:fld>
            <a:endParaRPr lang="en-US"/>
          </a:p>
        </p:txBody>
      </p:sp>
      <p:sp>
        <p:nvSpPr>
          <p:cNvPr id="11" name="Floating Logo">
            <a:extLst>
              <a:ext uri="{FF2B5EF4-FFF2-40B4-BE49-F238E27FC236}">
                <a16:creationId xmlns:a16="http://schemas.microsoft.com/office/drawing/2014/main" id="{D19E0574-FA1E-41F6-9CE8-9CFC9DEDB950}"/>
              </a:ext>
            </a:extLst>
          </p:cNvPr>
          <p:cNvSpPr>
            <a:spLocks noGrp="1"/>
          </p:cNvSpPr>
          <p:nvPr>
            <p:ph type="media" sz="quarter" idx="14" hasCustomPrompt="1"/>
          </p:nvPr>
        </p:nvSpPr>
        <p:spPr>
          <a:xfrm>
            <a:off x="418422" y="6388488"/>
            <a:ext cx="1021842" cy="365760"/>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sz="100">
                <a:noFill/>
              </a:defRPr>
            </a:lvl1pPr>
          </a:lstStyle>
          <a:p>
            <a:r>
              <a:rPr lang="en-US"/>
              <a:t>.</a:t>
            </a:r>
          </a:p>
        </p:txBody>
      </p:sp>
      <p:sp>
        <p:nvSpPr>
          <p:cNvPr id="4" name="Footer Placeholder 3">
            <a:extLst>
              <a:ext uri="{FF2B5EF4-FFF2-40B4-BE49-F238E27FC236}">
                <a16:creationId xmlns:a16="http://schemas.microsoft.com/office/drawing/2014/main" id="{610AE6FA-0293-47D8-BFDE-558FA757AB35}"/>
              </a:ext>
            </a:extLst>
          </p:cNvPr>
          <p:cNvSpPr>
            <a:spLocks noGrp="1"/>
          </p:cNvSpPr>
          <p:nvPr>
            <p:ph type="ftr" sz="quarter" idx="11"/>
          </p:nvPr>
        </p:nvSpPr>
        <p:spPr/>
        <p:txBody>
          <a:bodyPr/>
          <a:lstStyle>
            <a:lvl1pPr>
              <a:defRPr>
                <a:solidFill>
                  <a:schemeClr val="bg1"/>
                </a:solidFill>
              </a:defRPr>
            </a:lvl1pPr>
          </a:lstStyle>
          <a:p>
            <a:r>
              <a:rPr lang="en-US"/>
              <a:t>S&amp;P Global Commodity Insights – Internal Use Only</a:t>
            </a:r>
          </a:p>
        </p:txBody>
      </p:sp>
    </p:spTree>
    <p:extLst>
      <p:ext uri="{BB962C8B-B14F-4D97-AF65-F5344CB8AC3E}">
        <p14:creationId xmlns:p14="http://schemas.microsoft.com/office/powerpoint/2010/main" val="2016425984"/>
      </p:ext>
    </p:extLst>
  </p:cSld>
  <p:clrMapOvr>
    <a:masterClrMapping/>
  </p:clrMapOvr>
  <p:hf hdr="0" ftr="0" dt="0"/>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p:cSld name="Statement 1">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29A5EA06-5AA7-4C4A-BB24-B846C0939AE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591" cy="402336"/>
          </a:xfrm>
        </p:spPr>
        <p:txBody>
          <a:bodyPr/>
          <a:lstStyle/>
          <a:p>
            <a:r>
              <a:rPr lang="en-US"/>
              <a:t>[Headline]</a:t>
            </a:r>
          </a:p>
        </p:txBody>
      </p:sp>
      <p:cxnSp>
        <p:nvCxnSpPr>
          <p:cNvPr id="14" name="Straight Connector 13">
            <a:extLst>
              <a:ext uri="{FF2B5EF4-FFF2-40B4-BE49-F238E27FC236}">
                <a16:creationId xmlns:a16="http://schemas.microsoft.com/office/drawing/2014/main" id="{5A42405A-5D83-4617-9FE2-B7A0CF9CA75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57E4AAC-4615-4520-950F-6DECB0F97A30}"/>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5A4FAF3-AAB7-4DE1-BE7D-735AAF585A3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4A35962A-EF6D-4DFF-BD5E-78D4F6405DF9}"/>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72" name="Group 71">
            <a:extLst>
              <a:ext uri="{FF2B5EF4-FFF2-40B4-BE49-F238E27FC236}">
                <a16:creationId xmlns:a16="http://schemas.microsoft.com/office/drawing/2014/main" id="{C9EF36A5-0C9F-40DE-8FDA-5693BB177AF1}"/>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D81B35B0-23B4-4E6C-AED2-049162C7FC29}"/>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5E324E88-6DC3-4C19-8B7E-477E395AE60B}"/>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DBB87E47-1C85-4019-81C5-CF5BBBEF54B6}"/>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D8E49A1-D77B-45C3-9556-B6020B4F2FC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6CC59DF-505F-44BE-A966-28D32E8B711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BA1CD1E-3999-4A4D-B21E-781C4DC428C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8C93A5-E521-4BB3-937C-E61DCCB955BB}"/>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5468C9-336C-4D1D-B9E1-18F7EC98BD42}"/>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54B7CF5-11F6-416B-91E5-FC3A132CF62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54D77718-9D7C-411F-A1A9-5BDFEF1885BC}"/>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06FD42-A7DB-46DF-8AAC-3BCB2CAA791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389FFFB7-D759-48BE-B967-C358B988C553}"/>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2D6BE6E-EA88-4988-AAC0-D25B66BBA9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EA53685-D3B1-4CD9-9DF8-7780BB32493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25061034-43D6-4814-895A-6D048C5F55FE}"/>
              </a:ext>
            </a:extLst>
          </p:cNvPr>
          <p:cNvGrpSpPr/>
          <p:nvPr/>
        </p:nvGrpSpPr>
        <p:grpSpPr>
          <a:xfrm>
            <a:off x="-994" y="6871034"/>
            <a:ext cx="9144000" cy="143299"/>
            <a:chOff x="-1325" y="6871033"/>
            <a:chExt cx="12192000" cy="143299"/>
          </a:xfrm>
        </p:grpSpPr>
        <p:sp>
          <p:nvSpPr>
            <p:cNvPr id="88" name="Rectangle 87">
              <a:extLst>
                <a:ext uri="{FF2B5EF4-FFF2-40B4-BE49-F238E27FC236}">
                  <a16:creationId xmlns:a16="http://schemas.microsoft.com/office/drawing/2014/main" id="{DCB14D5E-9792-4CE3-BD9C-FF75A24AFAE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89" name="Rectangle 88">
              <a:extLst>
                <a:ext uri="{FF2B5EF4-FFF2-40B4-BE49-F238E27FC236}">
                  <a16:creationId xmlns:a16="http://schemas.microsoft.com/office/drawing/2014/main" id="{29BBDE38-A88B-4DE4-83C9-D1C30C7F366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90" name="Rectangle 89">
            <a:extLst>
              <a:ext uri="{FF2B5EF4-FFF2-40B4-BE49-F238E27FC236}">
                <a16:creationId xmlns:a16="http://schemas.microsoft.com/office/drawing/2014/main" id="{A2AC1B44-487E-42F8-AD26-B41D6DCC03C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6" name="Rectangle 65">
            <a:extLst>
              <a:ext uri="{FF2B5EF4-FFF2-40B4-BE49-F238E27FC236}">
                <a16:creationId xmlns:a16="http://schemas.microsoft.com/office/drawing/2014/main" id="{0297C9D0-BCD0-44CB-AC47-5FBA2D59BC4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7" name="Group 66">
            <a:extLst>
              <a:ext uri="{FF2B5EF4-FFF2-40B4-BE49-F238E27FC236}">
                <a16:creationId xmlns:a16="http://schemas.microsoft.com/office/drawing/2014/main" id="{510E3827-127A-4825-960C-1B5D243AAEB3}"/>
              </a:ext>
            </a:extLst>
          </p:cNvPr>
          <p:cNvGrpSpPr/>
          <p:nvPr/>
        </p:nvGrpSpPr>
        <p:grpSpPr>
          <a:xfrm>
            <a:off x="9192986" y="1051487"/>
            <a:ext cx="954405" cy="3085386"/>
            <a:chOff x="12257314" y="1051487"/>
            <a:chExt cx="1272540" cy="3085386"/>
          </a:xfrm>
        </p:grpSpPr>
        <p:sp>
          <p:nvSpPr>
            <p:cNvPr id="68" name="Rectangle 67">
              <a:extLst>
                <a:ext uri="{FF2B5EF4-FFF2-40B4-BE49-F238E27FC236}">
                  <a16:creationId xmlns:a16="http://schemas.microsoft.com/office/drawing/2014/main" id="{C70EEEEA-F723-4CEB-AD92-EB70A4A8247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69" name="TextBox 68">
              <a:extLst>
                <a:ext uri="{FF2B5EF4-FFF2-40B4-BE49-F238E27FC236}">
                  <a16:creationId xmlns:a16="http://schemas.microsoft.com/office/drawing/2014/main" id="{71E7E9EB-73B1-4CB3-AFAB-90642BDFA4E3}"/>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0" name="Freeform: Shape 69">
              <a:extLst>
                <a:ext uri="{FF2B5EF4-FFF2-40B4-BE49-F238E27FC236}">
                  <a16:creationId xmlns:a16="http://schemas.microsoft.com/office/drawing/2014/main" id="{95453F72-3D9E-4513-BA9A-991BD9D0153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5" name="TextBox 124">
              <a:extLst>
                <a:ext uri="{FF2B5EF4-FFF2-40B4-BE49-F238E27FC236}">
                  <a16:creationId xmlns:a16="http://schemas.microsoft.com/office/drawing/2014/main" id="{888FAA3C-B2D2-4BF1-8DFA-DB26B9094A5B}"/>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26" name="Freeform: Shape 125">
              <a:extLst>
                <a:ext uri="{FF2B5EF4-FFF2-40B4-BE49-F238E27FC236}">
                  <a16:creationId xmlns:a16="http://schemas.microsoft.com/office/drawing/2014/main" id="{453173D5-5B01-43C4-A1B7-A11B66DC6E2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7" name="Freeform: Shape 126">
              <a:extLst>
                <a:ext uri="{FF2B5EF4-FFF2-40B4-BE49-F238E27FC236}">
                  <a16:creationId xmlns:a16="http://schemas.microsoft.com/office/drawing/2014/main" id="{494AE2AC-956F-42C7-B9CD-33D6C3FFB94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8" name="TextBox 127">
              <a:extLst>
                <a:ext uri="{FF2B5EF4-FFF2-40B4-BE49-F238E27FC236}">
                  <a16:creationId xmlns:a16="http://schemas.microsoft.com/office/drawing/2014/main" id="{E16440AB-0342-44FB-B9D8-8900CDE6D1E4}"/>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29" name="Picture 128">
              <a:extLst>
                <a:ext uri="{FF2B5EF4-FFF2-40B4-BE49-F238E27FC236}">
                  <a16:creationId xmlns:a16="http://schemas.microsoft.com/office/drawing/2014/main" id="{060F8DDD-E0AB-4C62-A873-B8A380D556A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30" name="Rectangle 129">
              <a:extLst>
                <a:ext uri="{FF2B5EF4-FFF2-40B4-BE49-F238E27FC236}">
                  <a16:creationId xmlns:a16="http://schemas.microsoft.com/office/drawing/2014/main" id="{28C2DBDC-B004-48A0-8DBE-7C2CE99CC06F}"/>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31" name="Rectangle 130">
              <a:extLst>
                <a:ext uri="{FF2B5EF4-FFF2-40B4-BE49-F238E27FC236}">
                  <a16:creationId xmlns:a16="http://schemas.microsoft.com/office/drawing/2014/main" id="{A6FB9589-26A1-4B96-BB53-E76006A2CF3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2" name="Rectangle 131">
              <a:extLst>
                <a:ext uri="{FF2B5EF4-FFF2-40B4-BE49-F238E27FC236}">
                  <a16:creationId xmlns:a16="http://schemas.microsoft.com/office/drawing/2014/main" id="{D987A984-CA4B-4FAD-A192-60298D6F66DC}"/>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33" name="Rectangle 132">
              <a:extLst>
                <a:ext uri="{FF2B5EF4-FFF2-40B4-BE49-F238E27FC236}">
                  <a16:creationId xmlns:a16="http://schemas.microsoft.com/office/drawing/2014/main" id="{E2A21E2F-AC74-46A5-A8B2-ED280F5A0924}"/>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34" name="Group 133">
              <a:extLst>
                <a:ext uri="{FF2B5EF4-FFF2-40B4-BE49-F238E27FC236}">
                  <a16:creationId xmlns:a16="http://schemas.microsoft.com/office/drawing/2014/main" id="{C991D2D1-37BD-4DB5-8C15-E509488FD147}"/>
                </a:ext>
              </a:extLst>
            </p:cNvPr>
            <p:cNvGrpSpPr/>
            <p:nvPr/>
          </p:nvGrpSpPr>
          <p:grpSpPr>
            <a:xfrm>
              <a:off x="12364752" y="2345932"/>
              <a:ext cx="1055431" cy="88186"/>
              <a:chOff x="914335" y="6913770"/>
              <a:chExt cx="1109884" cy="100584"/>
            </a:xfrm>
            <a:noFill/>
          </p:grpSpPr>
          <p:sp>
            <p:nvSpPr>
              <p:cNvPr id="145" name="Rectangle 144">
                <a:extLst>
                  <a:ext uri="{FF2B5EF4-FFF2-40B4-BE49-F238E27FC236}">
                    <a16:creationId xmlns:a16="http://schemas.microsoft.com/office/drawing/2014/main" id="{6F86FE8A-D0F3-4FB1-A530-438ADB2AF07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46" name="Rectangle 145">
                <a:extLst>
                  <a:ext uri="{FF2B5EF4-FFF2-40B4-BE49-F238E27FC236}">
                    <a16:creationId xmlns:a16="http://schemas.microsoft.com/office/drawing/2014/main" id="{FD46E44C-6113-4275-AA96-3D95006864AB}"/>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47" name="Rectangle 146">
                <a:extLst>
                  <a:ext uri="{FF2B5EF4-FFF2-40B4-BE49-F238E27FC236}">
                    <a16:creationId xmlns:a16="http://schemas.microsoft.com/office/drawing/2014/main" id="{1E3BB438-AA01-451D-94A9-5498B89060F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48" name="Rectangle 147">
                <a:extLst>
                  <a:ext uri="{FF2B5EF4-FFF2-40B4-BE49-F238E27FC236}">
                    <a16:creationId xmlns:a16="http://schemas.microsoft.com/office/drawing/2014/main" id="{79B99A97-B69B-46F7-BCE8-84B3E99244BB}"/>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49" name="Rectangle 148">
                <a:extLst>
                  <a:ext uri="{FF2B5EF4-FFF2-40B4-BE49-F238E27FC236}">
                    <a16:creationId xmlns:a16="http://schemas.microsoft.com/office/drawing/2014/main" id="{29455D27-8897-459E-8721-0DDA7823B55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50" name="Rectangle 149">
                <a:extLst>
                  <a:ext uri="{FF2B5EF4-FFF2-40B4-BE49-F238E27FC236}">
                    <a16:creationId xmlns:a16="http://schemas.microsoft.com/office/drawing/2014/main" id="{87FADDB2-5C72-4901-8998-E973D33AEE90}"/>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51" name="Rectangle 150">
                <a:extLst>
                  <a:ext uri="{FF2B5EF4-FFF2-40B4-BE49-F238E27FC236}">
                    <a16:creationId xmlns:a16="http://schemas.microsoft.com/office/drawing/2014/main" id="{9523858B-646D-4E18-A740-82E192BDB5D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52" name="Rectangle 151">
                <a:extLst>
                  <a:ext uri="{FF2B5EF4-FFF2-40B4-BE49-F238E27FC236}">
                    <a16:creationId xmlns:a16="http://schemas.microsoft.com/office/drawing/2014/main" id="{BB123319-FC29-4C57-B255-F46BD2FAF26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53" name="Rectangle 152">
                <a:extLst>
                  <a:ext uri="{FF2B5EF4-FFF2-40B4-BE49-F238E27FC236}">
                    <a16:creationId xmlns:a16="http://schemas.microsoft.com/office/drawing/2014/main" id="{4CA01E45-8A22-420C-A847-D454B168C865}"/>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54" name="Rectangle 153">
                <a:extLst>
                  <a:ext uri="{FF2B5EF4-FFF2-40B4-BE49-F238E27FC236}">
                    <a16:creationId xmlns:a16="http://schemas.microsoft.com/office/drawing/2014/main" id="{963634B5-AAC3-44B5-B0D3-628E57C9FD6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35" name="Graphic 134" descr="Close with solid fill">
              <a:extLst>
                <a:ext uri="{FF2B5EF4-FFF2-40B4-BE49-F238E27FC236}">
                  <a16:creationId xmlns:a16="http://schemas.microsoft.com/office/drawing/2014/main" id="{8D2279F7-0C9C-4E51-9FB4-5E6623AD1C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36" name="Graphic 135" descr="Close with solid fill">
              <a:extLst>
                <a:ext uri="{FF2B5EF4-FFF2-40B4-BE49-F238E27FC236}">
                  <a16:creationId xmlns:a16="http://schemas.microsoft.com/office/drawing/2014/main" id="{0C31225C-1ADB-4355-99BB-904BB6A51D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37" name="Graphic 136" descr="Close with solid fill">
              <a:extLst>
                <a:ext uri="{FF2B5EF4-FFF2-40B4-BE49-F238E27FC236}">
                  <a16:creationId xmlns:a16="http://schemas.microsoft.com/office/drawing/2014/main" id="{44579A1A-1733-4E11-B026-998B84CA12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38" name="Graphic 137" descr="Close with solid fill">
              <a:extLst>
                <a:ext uri="{FF2B5EF4-FFF2-40B4-BE49-F238E27FC236}">
                  <a16:creationId xmlns:a16="http://schemas.microsoft.com/office/drawing/2014/main" id="{ADA88A87-03D6-4584-8836-B230DC60AB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39" name="Graphic 138" descr="Close with solid fill">
              <a:extLst>
                <a:ext uri="{FF2B5EF4-FFF2-40B4-BE49-F238E27FC236}">
                  <a16:creationId xmlns:a16="http://schemas.microsoft.com/office/drawing/2014/main" id="{AE3F76C9-0210-42C4-B398-C5E011481E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40" name="Graphic 139" descr="Close with solid fill">
              <a:extLst>
                <a:ext uri="{FF2B5EF4-FFF2-40B4-BE49-F238E27FC236}">
                  <a16:creationId xmlns:a16="http://schemas.microsoft.com/office/drawing/2014/main" id="{03E12753-F9F3-45F7-BBF6-98126B643E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41" name="Graphic 140" descr="Close with solid fill">
              <a:extLst>
                <a:ext uri="{FF2B5EF4-FFF2-40B4-BE49-F238E27FC236}">
                  <a16:creationId xmlns:a16="http://schemas.microsoft.com/office/drawing/2014/main" id="{21FACDFF-5BE9-4FDB-AD4E-80529CBCF0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42" name="Graphic 141" descr="Close with solid fill">
              <a:extLst>
                <a:ext uri="{FF2B5EF4-FFF2-40B4-BE49-F238E27FC236}">
                  <a16:creationId xmlns:a16="http://schemas.microsoft.com/office/drawing/2014/main" id="{4CF35E32-76F3-4C85-BDBB-4421C6776E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43" name="Graphic 142" descr="Close with solid fill">
              <a:extLst>
                <a:ext uri="{FF2B5EF4-FFF2-40B4-BE49-F238E27FC236}">
                  <a16:creationId xmlns:a16="http://schemas.microsoft.com/office/drawing/2014/main" id="{05239F2F-1535-4B76-B809-47DFDD07DA5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44" name="Graphic 143" descr="Close with solid fill">
              <a:extLst>
                <a:ext uri="{FF2B5EF4-FFF2-40B4-BE49-F238E27FC236}">
                  <a16:creationId xmlns:a16="http://schemas.microsoft.com/office/drawing/2014/main" id="{18B9E725-ACCF-439F-B592-2C4DCD3A875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92" name="SPG Commodity Insights Red White Small">
            <a:extLst>
              <a:ext uri="{FF2B5EF4-FFF2-40B4-BE49-F238E27FC236}">
                <a16:creationId xmlns:a16="http://schemas.microsoft.com/office/drawing/2014/main" id="{C74394C8-9C9A-4290-8639-76FCE67CCF4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691029739"/>
      </p:ext>
    </p:extLst>
  </p:cSld>
  <p:clrMapOvr>
    <a:overrideClrMapping bg1="dk1" tx1="lt1" bg2="dk2" tx2="lt2" accent1="accent1" accent2="accent2" accent3="accent3" accent4="accent4" accent5="accent5" accent6="accent6" hlink="hlink" folHlink="folHlink"/>
  </p:clrMapOvr>
  <p:hf hdr="0" ftr="0" dt="0"/>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FFC5683F-73CD-4288-B18D-5283064A4C0E}"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sp>
        <p:nvSpPr>
          <p:cNvPr id="2" name="Title 1">
            <a:extLst>
              <a:ext uri="{FF2B5EF4-FFF2-40B4-BE49-F238E27FC236}">
                <a16:creationId xmlns:a16="http://schemas.microsoft.com/office/drawing/2014/main" id="{101B079F-BF60-44C9-A538-F1F4179D486D}"/>
              </a:ext>
            </a:extLst>
          </p:cNvPr>
          <p:cNvSpPr>
            <a:spLocks noGrp="1"/>
          </p:cNvSpPr>
          <p:nvPr>
            <p:ph type="title" hasCustomPrompt="1"/>
          </p:nvPr>
        </p:nvSpPr>
        <p:spPr>
          <a:xfrm>
            <a:off x="425279" y="651300"/>
            <a:ext cx="8298180" cy="402336"/>
          </a:xfrm>
        </p:spPr>
        <p:txBody>
          <a:bodyPr/>
          <a:lstStyle/>
          <a:p>
            <a:r>
              <a:rPr lang="en-US"/>
              <a:t>[Headline]</a:t>
            </a:r>
          </a:p>
        </p:txBody>
      </p:sp>
      <p:cxnSp>
        <p:nvCxnSpPr>
          <p:cNvPr id="13" name="Straight Connector 12">
            <a:extLst>
              <a:ext uri="{FF2B5EF4-FFF2-40B4-BE49-F238E27FC236}">
                <a16:creationId xmlns:a16="http://schemas.microsoft.com/office/drawing/2014/main" id="{E2B33203-91A6-4922-866A-9512AB1994C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E600078-6923-4E76-A031-9A136210DC7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F120EED7-676D-4E71-9B26-36360D4AAA94}"/>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89660DCA-5654-4FF6-9E58-703676E163C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spTree>
    <p:extLst>
      <p:ext uri="{BB962C8B-B14F-4D97-AF65-F5344CB8AC3E}">
        <p14:creationId xmlns:p14="http://schemas.microsoft.com/office/powerpoint/2010/main" val="2454700471"/>
      </p:ext>
    </p:extLst>
  </p:cSld>
  <p:clrMapOvr>
    <a:overrideClrMapping bg1="lt1" tx1="dk1" bg2="lt2" tx2="dk2" accent1="accent1" accent2="accent2" accent3="accent3" accent4="accent4" accent5="accent5" accent6="accent6" hlink="hlink" folHlink="folHlink"/>
  </p:clrMapOvr>
  <p:hf hdr="0" ftr="0" dt="0"/>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p:cSld name="Statement 3">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0CCAE01-59DC-4E88-921F-BE5E9D9EB4FB}"/>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BD76DF5-41AA-496E-AD7A-32322B736E9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EE3360EA-5FA6-4D08-9718-F1BF67A6AD8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8F89F633-8F0A-4463-94A9-D54366C94E8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6B05127F-839A-4F66-86C2-D800184D100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F77EA60-4120-4924-A485-FA03B46FCCC3}"/>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47EFF73C-4D7F-43FB-84FE-B1473BBA8C2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E56D527E-7050-4614-BA55-88F48FDC4AF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CFC66347-E73B-493C-B928-B6BE1E675437}"/>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3D9D576-7829-4468-8DE6-C38299223D6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49D99A-5D11-43C1-90E6-9FE97FC1ED8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CB601F2-7B85-435F-BB06-36317A2C9EA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B2B95BE-1474-4867-852C-47DCA74C6366}"/>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321C0D12-E9BD-451A-B9EC-6554EDF2FE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EF7B9D41-9CEF-4F78-A5DB-F9F9C8636C75}"/>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EA5AF599-DAF4-488A-B747-AF4312CBE34C}"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B3AAFD20-A15B-4A93-9447-65969ACB32EB}"/>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09A8B49A-889B-4A3E-9EF2-CBEB09152E4D}"/>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68FE3A5A-F8EE-4F91-82BA-79DDB2E057D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483E81-87D1-4D03-B83D-B596FE544F2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9D6D768-6506-4EF7-A74E-1E5BDEB67863}"/>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44A5A426-D0E5-4F75-933B-61F9FD642CE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EDA9AB74-C540-4FBB-92AD-C6F948ED2F82}"/>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B4A642CD-E837-4841-B3AC-730FA6F9A26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0F7ABF8A-5E41-484F-87C8-6AA11BD4FCD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B50D30E-021E-4F9A-9577-883CBDE389E0}"/>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6754433-1F0E-404A-AD88-DCB10D23766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C9244C70-215F-4F8E-AE58-256A7580B477}"/>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E2BA885-F367-4431-890E-C17203431A25}"/>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DBDE51A7-D85C-4504-84CE-D89B06F042D1}"/>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B09D9DAB-39E4-4C71-947E-9F5E9D271A5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C078F8B6-1D4E-4B65-88E4-4642BA1B1AA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29322ACD-563F-47B0-BFF5-F9438ECFA396}"/>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F0EA45D4-B7FB-4A58-9739-77A77C5FAB6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920C5DDE-7DBC-4AFF-8943-F99A3815F94C}"/>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FDDB24A8-E3B4-4344-B5FB-63223B28D0F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B305AC3C-E5D5-4243-BF8B-8FDC3D86646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41CD2842-B43C-4E64-B84B-5F5A147F9B6F}"/>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FE5F16B3-2535-40CD-B74C-C0E53BFC3D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DBF89313-228E-473B-BEA0-8665ABCF5EC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174A8482-0540-461F-9571-2062BDF3E330}"/>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4937793B-6924-4642-9990-3CB721E5E98B}"/>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828A350E-6A8B-422A-BA42-78DB87FD1733}"/>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D6A99137-27FB-4892-89AF-959056D6AF0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BCB3F922-4F4B-4D8C-B4A2-0FAD2314B2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7ED8D7A1-2F06-4258-8DB2-18216B6E327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0B9D59CA-6F1E-4568-BCF0-8EFD342FCD2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9A715CD3-04D9-4C40-922E-D2377012EB8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8D42AD0F-4048-4ACC-9791-BF3D257942D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4558E6B7-6E50-400B-90FC-F0DD3F01893A}"/>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041357B8-CCC9-4A65-856D-D4C71997B77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94689AE3-3181-4FFC-A6AF-0383FC6E28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2A812D76-EC0E-4190-AB82-EFCCC43C902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809F1796-2844-4A26-B32D-7E16ACC5C3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3EA69EA2-4F0E-4771-A963-2E9E4FE11D9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0BFFEDDD-38F6-4B12-AEF0-41EAACCE178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E5F2301C-8A20-4F32-857F-F3F395F789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24A10FC8-967F-47BD-B6F1-A156518C4AD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DAA5347F-DC4E-425C-A5CA-322AA37B9F1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AAB34BA6-D8E1-45E0-B2ED-337163FF4A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B670BC10-F70D-429C-A715-42AD2FBAD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8" name="SPG Commodity Insights White Small">
            <a:extLst>
              <a:ext uri="{FF2B5EF4-FFF2-40B4-BE49-F238E27FC236}">
                <a16:creationId xmlns:a16="http://schemas.microsoft.com/office/drawing/2014/main" id="{9A3F9BDF-9B2C-455B-919D-F638032C52D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084842916"/>
      </p:ext>
    </p:extLst>
  </p:cSld>
  <p:clrMapOvr>
    <a:overrideClrMapping bg1="dk1" tx1="lt1" bg2="dk2" tx2="lt2" accent1="accent1" accent2="accent2" accent3="accent3" accent4="accent4" accent5="accent5" accent6="accent6" hlink="hlink" folHlink="folHlink"/>
  </p:clrMapOvr>
  <p:hf hdr="0" ftr="0" dt="0"/>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p:cSld name="Statement 4">
    <p:bg>
      <p:bgPr>
        <a:solidFill>
          <a:schemeClr val="accent4"/>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976289ED-5297-4B40-8A7D-2AF1FD9D8982}"/>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14933C35-8FB7-4792-A546-9B624E51758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BDA9D6CB-6B55-4666-A248-8F48F4E4B9D7}"/>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9D806C6E-553C-41D0-9D8B-3FAB01CCDB3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EF4A1F6-37A8-4B3A-B701-1DB303B530A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4BAF6428-B544-4B1A-9B4E-B3228C12D724}"/>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CBE92EA-2E06-48AE-BE3D-899F8C358059}"/>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379289E-9F5B-474E-9823-1846DBA30BDE}"/>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1D058AB-B84D-45A7-BC1C-5F86C0DC1B4D}"/>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CA609629-0E68-4142-8D3A-A8CBCE218A5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3089B6F-C903-4B4B-B22E-B56A23C6B33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B7200BF-34D6-4C70-82BB-DE21C9BFABE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04FE2A4-8751-44F2-90C8-8E70E4611F1E}"/>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DFD487B-56F4-48EC-98BB-2DF393B374DF}"/>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D8DFF91-8285-49D4-B144-DC3528A06E42}"/>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26986B1-8E07-4822-A2D4-3DA23FF7E269}"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6651F310-4473-492A-8646-71B135833BB8}"/>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41399F9B-1E1A-49D1-A8A2-8A8C029F9DA0}"/>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cxnSp>
        <p:nvCxnSpPr>
          <p:cNvPr id="15" name="Straight Connector 14">
            <a:extLst>
              <a:ext uri="{FF2B5EF4-FFF2-40B4-BE49-F238E27FC236}">
                <a16:creationId xmlns:a16="http://schemas.microsoft.com/office/drawing/2014/main" id="{3CCF4DD8-9D93-479A-BEE6-CDEDE668D795}"/>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D31F34B2-BC24-46A8-93BC-F4F95FE89ED5}"/>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8A315E0-6708-4324-B051-6101E838E9BE}"/>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69FC3DA2-C873-4C85-8A4C-55C762CB52B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272ECFE0-AA29-44E0-B78C-31603FA5C245}"/>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F0F70B8-F60C-4007-B731-B9A5D7B0EAB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018BCF-2E0C-4722-BC3B-6D150AF2B010}"/>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A5A77783-0DC1-41E5-A5E2-857F79AB477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A35FFAB8-E1D2-498F-A755-FAFD34D989B8}"/>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FD7E9518-F330-4C5E-8460-EB44A39095F2}"/>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AC6831B8-F288-499B-8848-7D97804A841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B8698CE5-6336-45F4-B645-706CFDF54E98}"/>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765757BE-A972-4929-BD53-61956A64E9E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A6992559-8EC0-4C53-B88E-8BA45734CC7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3F33F490-8CAD-42F3-BBBE-E86F9A521FF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C99AB6F7-2946-4E7D-8A42-DB059E06DBB2}"/>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937482F5-77B2-443A-89C5-EAF55DD8544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61143E3F-86AE-4E13-B8EA-F219B4E176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EA768CD6-011E-4C4F-9434-E4B16D88BFE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B122D149-DD80-408D-95C6-AE87FB0F358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E75EC1F7-FA2F-4A12-9445-47E68FBCD1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3EE81256-556B-4774-9F67-79A3835C3CF2}"/>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89E8B432-6AE5-4631-AA4B-866BAC589107}"/>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D9395D4A-E53A-452D-919A-92B10159539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58D0FD11-853A-43B3-AAA1-29F1C8641D5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9846DDDE-EE7E-448B-B821-61968322CD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692FF33-425E-422C-B5AE-520F2F52CF4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5E9D8C32-5DAD-482C-B778-1A98276C582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D2DF2E17-9F90-40DB-BA30-972014620CF6}"/>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8623FAC2-3BF3-481C-91D7-891AAD922DA9}"/>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18E72956-5827-4177-8A1F-06C8F75252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B8B1EBC-1BB5-4F02-B89A-571DDE687D2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41C15DF4-BB39-4DDA-B291-1D25AEF4A96E}"/>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9532E042-934A-47CC-A6A8-CE8ABD8B9EE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906E3CA1-927C-4C36-AF0B-B50CA9D868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25D31776-1DEF-4706-8B33-40F4658A31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2D0578BC-2454-443D-ADD5-DD80CA4C33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5F4FD564-71C1-4B9E-86C2-F5169172E5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63977EC0-E843-45B4-B898-743BC3CA93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3A8E0FB0-90D9-4DFC-90E6-85EFA5817EC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F7DF3498-3B50-4B23-B23A-2C47C49BAD6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FB73A2E0-B42E-4C83-A8EB-C23B326FD5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71AC6924-89E3-4DA7-BC00-7F1E5D85207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White Small">
            <a:extLst>
              <a:ext uri="{FF2B5EF4-FFF2-40B4-BE49-F238E27FC236}">
                <a16:creationId xmlns:a16="http://schemas.microsoft.com/office/drawing/2014/main" id="{033B8F3E-65F6-44F1-88AD-63E9673ECCA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440520948"/>
      </p:ext>
    </p:extLst>
  </p:cSld>
  <p:clrMapOvr>
    <a:overrideClrMapping bg1="dk1" tx1="lt1" bg2="dk2" tx2="lt2" accent1="accent1" accent2="accent2" accent3="accent3" accent4="accent4" accent5="accent5" accent6="accent6" hlink="hlink" folHlink="folHlink"/>
  </p:clrMapOvr>
  <p:hf hdr="0" ftr="0" dt="0"/>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Statement 5">
    <p:bg>
      <p:bgPr>
        <a:solidFill>
          <a:schemeClr val="accent5"/>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18EF48A9-D409-4CD2-B12F-CD0E3467DB33}"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 name="Title 1">
            <a:extLst>
              <a:ext uri="{FF2B5EF4-FFF2-40B4-BE49-F238E27FC236}">
                <a16:creationId xmlns:a16="http://schemas.microsoft.com/office/drawing/2014/main" id="{08BF8C1C-6553-43E5-9AD8-C06D5DDCE690}"/>
              </a:ext>
            </a:extLst>
          </p:cNvPr>
          <p:cNvSpPr>
            <a:spLocks noGrp="1"/>
          </p:cNvSpPr>
          <p:nvPr>
            <p:ph type="title" hasCustomPrompt="1"/>
          </p:nvPr>
        </p:nvSpPr>
        <p:spPr>
          <a:xfrm>
            <a:off x="425279" y="651300"/>
            <a:ext cx="8298591" cy="402336"/>
          </a:xfrm>
        </p:spPr>
        <p:txBody>
          <a:bodyPr/>
          <a:lstStyle/>
          <a:p>
            <a:r>
              <a:rPr lang="en-US"/>
              <a:t>[Headline]</a:t>
            </a:r>
          </a:p>
        </p:txBody>
      </p:sp>
      <p:sp>
        <p:nvSpPr>
          <p:cNvPr id="14" name="Text Placeholder 6">
            <a:extLst>
              <a:ext uri="{FF2B5EF4-FFF2-40B4-BE49-F238E27FC236}">
                <a16:creationId xmlns:a16="http://schemas.microsoft.com/office/drawing/2014/main" id="{81460202-F953-41C0-950B-F5D53280F7F2}"/>
              </a:ext>
            </a:extLst>
          </p:cNvPr>
          <p:cNvSpPr>
            <a:spLocks noGrp="1"/>
          </p:cNvSpPr>
          <p:nvPr>
            <p:ph type="body" sz="quarter" idx="13" hasCustomPrompt="1"/>
          </p:nvPr>
        </p:nvSpPr>
        <p:spPr>
          <a:xfrm>
            <a:off x="425280" y="1306286"/>
            <a:ext cx="5335524" cy="3804462"/>
          </a:xfrm>
        </p:spPr>
        <p:txBody>
          <a:bodyPr>
            <a:normAutofit/>
          </a:bodyPr>
          <a:lstStyle>
            <a:lvl1pPr marL="0" indent="0">
              <a:buNone/>
              <a:defRPr sz="2700">
                <a:latin typeface="+mj-lt"/>
                <a:cs typeface="+mj-cs"/>
              </a:defRPr>
            </a:lvl1pPr>
            <a:lvl2pPr marL="0" indent="0">
              <a:buNone/>
              <a:defRPr/>
            </a:lvl2pPr>
            <a:lvl3pPr marL="0" indent="0">
              <a:buNone/>
              <a:defRPr/>
            </a:lvl3pPr>
            <a:lvl4pPr marL="0" indent="0">
              <a:buNone/>
              <a:defRPr/>
            </a:lvl4pPr>
            <a:lvl5pPr marL="0" indent="0">
              <a:buNone/>
              <a:defRPr/>
            </a:lvl5pPr>
          </a:lstStyle>
          <a:p>
            <a:pPr lvl="0"/>
            <a:r>
              <a:rPr lang="en-US"/>
              <a:t>[Add statement/content]</a:t>
            </a:r>
          </a:p>
        </p:txBody>
      </p:sp>
      <p:grpSp>
        <p:nvGrpSpPr>
          <p:cNvPr id="15" name="Group 14">
            <a:extLst>
              <a:ext uri="{FF2B5EF4-FFF2-40B4-BE49-F238E27FC236}">
                <a16:creationId xmlns:a16="http://schemas.microsoft.com/office/drawing/2014/main" id="{6C6F5A30-072E-41F9-B5B4-35C55EF64A72}"/>
              </a:ext>
            </a:extLst>
          </p:cNvPr>
          <p:cNvGrpSpPr/>
          <p:nvPr/>
        </p:nvGrpSpPr>
        <p:grpSpPr>
          <a:xfrm>
            <a:off x="-97614" y="647701"/>
            <a:ext cx="97614" cy="5046663"/>
            <a:chOff x="-130152" y="647700"/>
            <a:chExt cx="130152" cy="5046663"/>
          </a:xfrm>
        </p:grpSpPr>
        <p:cxnSp>
          <p:nvCxnSpPr>
            <p:cNvPr id="16" name="Straight Connector 15">
              <a:extLst>
                <a:ext uri="{FF2B5EF4-FFF2-40B4-BE49-F238E27FC236}">
                  <a16:creationId xmlns:a16="http://schemas.microsoft.com/office/drawing/2014/main" id="{1F6B153C-357E-4E48-83C6-7D0EF7BB218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0218739-5378-4A9E-AEC9-084FFA23A1F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5002770-FC2F-4924-852E-DA6EE2C99C84}"/>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DEEC14B-8A71-4818-8A05-545CEFD68CE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EEA7E54-9B9A-408A-AB31-E34E722A414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3423015-BF1B-456F-A9EF-BE79B22823FA}"/>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06BD24F0-D264-4E9C-889E-8B4273E0BD8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DF3B670-A160-4DA9-A8BA-6A4B5C2A918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A4EA6C0F-7D77-4EEC-82B3-1412F2CE6BD5}"/>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1FF9CB83-7E2F-43F7-8BC7-FD66B434B01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19405582-004E-4419-A097-10D11706A26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TextBox 61">
            <a:extLst>
              <a:ext uri="{FF2B5EF4-FFF2-40B4-BE49-F238E27FC236}">
                <a16:creationId xmlns:a16="http://schemas.microsoft.com/office/drawing/2014/main" id="{9CBBD714-A8EA-4961-8C2C-E63E43B1C0C8}"/>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56" name="Rectangle 55">
            <a:extLst>
              <a:ext uri="{FF2B5EF4-FFF2-40B4-BE49-F238E27FC236}">
                <a16:creationId xmlns:a16="http://schemas.microsoft.com/office/drawing/2014/main" id="{87DCE17B-8B18-42F2-A4B4-B6B83A50F45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3E3E4456-D8CB-4655-A604-A5531030D7B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FE95FED7-6851-4CFC-95C7-6FA3592C7BF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8" name="TextBox 97">
              <a:extLst>
                <a:ext uri="{FF2B5EF4-FFF2-40B4-BE49-F238E27FC236}">
                  <a16:creationId xmlns:a16="http://schemas.microsoft.com/office/drawing/2014/main" id="{9DEA6500-498D-4AEE-87CC-7EE4CBBBD20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9" name="Freeform: Shape 98">
              <a:extLst>
                <a:ext uri="{FF2B5EF4-FFF2-40B4-BE49-F238E27FC236}">
                  <a16:creationId xmlns:a16="http://schemas.microsoft.com/office/drawing/2014/main" id="{A0FBFD20-3C9B-4E70-B583-78C85DF4365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TextBox 99">
              <a:extLst>
                <a:ext uri="{FF2B5EF4-FFF2-40B4-BE49-F238E27FC236}">
                  <a16:creationId xmlns:a16="http://schemas.microsoft.com/office/drawing/2014/main" id="{41DA9AAA-5FED-4332-878A-B9C84E5C253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1" name="Freeform: Shape 100">
              <a:extLst>
                <a:ext uri="{FF2B5EF4-FFF2-40B4-BE49-F238E27FC236}">
                  <a16:creationId xmlns:a16="http://schemas.microsoft.com/office/drawing/2014/main" id="{19B6BE9A-1012-4881-AF55-6CCED55F5DB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Freeform: Shape 101">
              <a:extLst>
                <a:ext uri="{FF2B5EF4-FFF2-40B4-BE49-F238E27FC236}">
                  <a16:creationId xmlns:a16="http://schemas.microsoft.com/office/drawing/2014/main" id="{D9F2B17B-4718-4053-B2B1-689E32B3A37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3" name="TextBox 102">
              <a:extLst>
                <a:ext uri="{FF2B5EF4-FFF2-40B4-BE49-F238E27FC236}">
                  <a16:creationId xmlns:a16="http://schemas.microsoft.com/office/drawing/2014/main" id="{63D7AD67-9155-4E18-ADBD-5FB3F1C54AF6}"/>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4" name="Picture 103">
              <a:extLst>
                <a:ext uri="{FF2B5EF4-FFF2-40B4-BE49-F238E27FC236}">
                  <a16:creationId xmlns:a16="http://schemas.microsoft.com/office/drawing/2014/main" id="{246626FB-5306-476C-B12D-F60434C9873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5" name="Rectangle 104">
              <a:extLst>
                <a:ext uri="{FF2B5EF4-FFF2-40B4-BE49-F238E27FC236}">
                  <a16:creationId xmlns:a16="http://schemas.microsoft.com/office/drawing/2014/main" id="{4D055EDD-4867-4FEF-BCF3-78D7B05E267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6" name="Rectangle 105">
              <a:extLst>
                <a:ext uri="{FF2B5EF4-FFF2-40B4-BE49-F238E27FC236}">
                  <a16:creationId xmlns:a16="http://schemas.microsoft.com/office/drawing/2014/main" id="{8D309420-D2CC-4F2A-A1FB-3D8803A0E35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47C4773-C89A-4F61-B45E-15665B12CE0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8" name="Rectangle 107">
              <a:extLst>
                <a:ext uri="{FF2B5EF4-FFF2-40B4-BE49-F238E27FC236}">
                  <a16:creationId xmlns:a16="http://schemas.microsoft.com/office/drawing/2014/main" id="{09C3FB76-23C5-4146-BCDD-AF453D9CA18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9" name="Group 108">
              <a:extLst>
                <a:ext uri="{FF2B5EF4-FFF2-40B4-BE49-F238E27FC236}">
                  <a16:creationId xmlns:a16="http://schemas.microsoft.com/office/drawing/2014/main" id="{47BF5F82-CCD9-4778-BB03-8063DB283A88}"/>
                </a:ext>
              </a:extLst>
            </p:cNvPr>
            <p:cNvGrpSpPr/>
            <p:nvPr/>
          </p:nvGrpSpPr>
          <p:grpSpPr>
            <a:xfrm>
              <a:off x="12364752" y="2345932"/>
              <a:ext cx="1055431" cy="88186"/>
              <a:chOff x="914335" y="6913770"/>
              <a:chExt cx="1109884" cy="100584"/>
            </a:xfrm>
            <a:noFill/>
          </p:grpSpPr>
          <p:sp>
            <p:nvSpPr>
              <p:cNvPr id="120" name="Rectangle 119">
                <a:extLst>
                  <a:ext uri="{FF2B5EF4-FFF2-40B4-BE49-F238E27FC236}">
                    <a16:creationId xmlns:a16="http://schemas.microsoft.com/office/drawing/2014/main" id="{C0F17B18-2434-4BE4-91A8-78F28A0D076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1" name="Rectangle 120">
                <a:extLst>
                  <a:ext uri="{FF2B5EF4-FFF2-40B4-BE49-F238E27FC236}">
                    <a16:creationId xmlns:a16="http://schemas.microsoft.com/office/drawing/2014/main" id="{6C8CB6E6-9282-46FB-B663-1D5605977F8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2" name="Rectangle 121">
                <a:extLst>
                  <a:ext uri="{FF2B5EF4-FFF2-40B4-BE49-F238E27FC236}">
                    <a16:creationId xmlns:a16="http://schemas.microsoft.com/office/drawing/2014/main" id="{69C6F6CF-732E-478E-9F1B-AEABE6AE87B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3" name="Rectangle 122">
                <a:extLst>
                  <a:ext uri="{FF2B5EF4-FFF2-40B4-BE49-F238E27FC236}">
                    <a16:creationId xmlns:a16="http://schemas.microsoft.com/office/drawing/2014/main" id="{D4096C5A-F816-4948-9C1B-0EFC6AAB9D7E}"/>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4" name="Rectangle 123">
                <a:extLst>
                  <a:ext uri="{FF2B5EF4-FFF2-40B4-BE49-F238E27FC236}">
                    <a16:creationId xmlns:a16="http://schemas.microsoft.com/office/drawing/2014/main" id="{473A6253-8FE1-4584-B969-F915CCBDB642}"/>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5" name="Rectangle 124">
                <a:extLst>
                  <a:ext uri="{FF2B5EF4-FFF2-40B4-BE49-F238E27FC236}">
                    <a16:creationId xmlns:a16="http://schemas.microsoft.com/office/drawing/2014/main" id="{A43250C0-4FB6-437A-9677-64C470BFF2D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6" name="Rectangle 125">
                <a:extLst>
                  <a:ext uri="{FF2B5EF4-FFF2-40B4-BE49-F238E27FC236}">
                    <a16:creationId xmlns:a16="http://schemas.microsoft.com/office/drawing/2014/main" id="{A7EAA12B-BDE5-441B-9CD4-799CE8DA45F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7" name="Rectangle 126">
                <a:extLst>
                  <a:ext uri="{FF2B5EF4-FFF2-40B4-BE49-F238E27FC236}">
                    <a16:creationId xmlns:a16="http://schemas.microsoft.com/office/drawing/2014/main" id="{FEDA3910-F0F2-4261-851F-ABAF24EFFCDE}"/>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8" name="Rectangle 127">
                <a:extLst>
                  <a:ext uri="{FF2B5EF4-FFF2-40B4-BE49-F238E27FC236}">
                    <a16:creationId xmlns:a16="http://schemas.microsoft.com/office/drawing/2014/main" id="{36F6D8CF-F8B0-43D5-9A3A-2A156E1245A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9" name="Rectangle 128">
                <a:extLst>
                  <a:ext uri="{FF2B5EF4-FFF2-40B4-BE49-F238E27FC236}">
                    <a16:creationId xmlns:a16="http://schemas.microsoft.com/office/drawing/2014/main" id="{07050D47-FB60-405E-93AD-AAA68AFAA105}"/>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10" name="Graphic 109" descr="Close with solid fill">
              <a:extLst>
                <a:ext uri="{FF2B5EF4-FFF2-40B4-BE49-F238E27FC236}">
                  <a16:creationId xmlns:a16="http://schemas.microsoft.com/office/drawing/2014/main" id="{CE97C73C-2D7B-4F30-96C5-CBE7625760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11" name="Graphic 110" descr="Close with solid fill">
              <a:extLst>
                <a:ext uri="{FF2B5EF4-FFF2-40B4-BE49-F238E27FC236}">
                  <a16:creationId xmlns:a16="http://schemas.microsoft.com/office/drawing/2014/main" id="{7D696A83-DCBA-450A-8CC3-C871CFD8019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2" name="Graphic 111" descr="Close with solid fill">
              <a:extLst>
                <a:ext uri="{FF2B5EF4-FFF2-40B4-BE49-F238E27FC236}">
                  <a16:creationId xmlns:a16="http://schemas.microsoft.com/office/drawing/2014/main" id="{C37A2E90-238C-45E7-8499-B57E600165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3" name="Graphic 112" descr="Close with solid fill">
              <a:extLst>
                <a:ext uri="{FF2B5EF4-FFF2-40B4-BE49-F238E27FC236}">
                  <a16:creationId xmlns:a16="http://schemas.microsoft.com/office/drawing/2014/main" id="{AA3D9BCE-EB01-4E61-842A-73CA7B4526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4" name="Graphic 113" descr="Close with solid fill">
              <a:extLst>
                <a:ext uri="{FF2B5EF4-FFF2-40B4-BE49-F238E27FC236}">
                  <a16:creationId xmlns:a16="http://schemas.microsoft.com/office/drawing/2014/main" id="{ADD9AEAD-CCDE-4CBE-8582-80B2F453C0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5" name="Graphic 114" descr="Close with solid fill">
              <a:extLst>
                <a:ext uri="{FF2B5EF4-FFF2-40B4-BE49-F238E27FC236}">
                  <a16:creationId xmlns:a16="http://schemas.microsoft.com/office/drawing/2014/main" id="{B0B0F4F7-1B50-493F-BF47-5200364BB5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6" name="Graphic 115" descr="Close with solid fill">
              <a:extLst>
                <a:ext uri="{FF2B5EF4-FFF2-40B4-BE49-F238E27FC236}">
                  <a16:creationId xmlns:a16="http://schemas.microsoft.com/office/drawing/2014/main" id="{3FD31DD9-3D43-4521-954F-D9658CE3E2A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7" name="Graphic 116" descr="Close with solid fill">
              <a:extLst>
                <a:ext uri="{FF2B5EF4-FFF2-40B4-BE49-F238E27FC236}">
                  <a16:creationId xmlns:a16="http://schemas.microsoft.com/office/drawing/2014/main" id="{D9A9270B-BD08-4395-8090-1750DB4EC8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8" name="Graphic 117" descr="Close with solid fill">
              <a:extLst>
                <a:ext uri="{FF2B5EF4-FFF2-40B4-BE49-F238E27FC236}">
                  <a16:creationId xmlns:a16="http://schemas.microsoft.com/office/drawing/2014/main" id="{F6A51834-059B-4182-8D41-FEF97CBD48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9" name="Graphic 118" descr="Close with solid fill">
              <a:extLst>
                <a:ext uri="{FF2B5EF4-FFF2-40B4-BE49-F238E27FC236}">
                  <a16:creationId xmlns:a16="http://schemas.microsoft.com/office/drawing/2014/main" id="{3C357E23-4978-4CE3-A51D-3FE1292927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5" name="SPG Commodity Insights Black Small">
            <a:extLst>
              <a:ext uri="{FF2B5EF4-FFF2-40B4-BE49-F238E27FC236}">
                <a16:creationId xmlns:a16="http://schemas.microsoft.com/office/drawing/2014/main" id="{A2FE7B4F-FE96-4707-ACA7-5CCA3E04FD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029868022"/>
      </p:ext>
    </p:extLst>
  </p:cSld>
  <p:clrMapOvr>
    <a:overrideClrMapping bg1="lt1" tx1="dk1" bg2="lt2" tx2="dk2" accent1="accent1" accent2="accent2" accent3="accent3" accent4="accent4" accent5="accent5" accent6="accent6" hlink="hlink" folHlink="folHlink"/>
  </p:clrMapOvr>
  <p:hf hdr="0" ftr="0" dt="0"/>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Statement +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6EF78FE-55F0-47B3-AE87-B3FBB8E2789A}"/>
              </a:ext>
            </a:extLst>
          </p:cNvPr>
          <p:cNvSpPr/>
          <p:nvPr/>
        </p:nvSpPr>
        <p:spPr>
          <a:xfrm>
            <a:off x="0" y="0"/>
            <a:ext cx="9144000" cy="14904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bg1"/>
              </a:solidFill>
              <a:latin typeface="+mn-lt"/>
            </a:endParaRPr>
          </a:p>
        </p:txBody>
      </p:sp>
      <p:sp>
        <p:nvSpPr>
          <p:cNvPr id="7" name="Title 6">
            <a:extLst>
              <a:ext uri="{FF2B5EF4-FFF2-40B4-BE49-F238E27FC236}">
                <a16:creationId xmlns:a16="http://schemas.microsoft.com/office/drawing/2014/main" id="{15F79711-05B1-4D3C-996C-49F4EF1420FA}"/>
              </a:ext>
            </a:extLst>
          </p:cNvPr>
          <p:cNvSpPr>
            <a:spLocks noGrp="1"/>
          </p:cNvSpPr>
          <p:nvPr>
            <p:ph type="title" hasCustomPrompt="1"/>
          </p:nvPr>
        </p:nvSpPr>
        <p:spPr>
          <a:xfrm>
            <a:off x="425279" y="652074"/>
            <a:ext cx="8298591" cy="402336"/>
          </a:xfrm>
        </p:spPr>
        <p:txBody>
          <a:bodyPr/>
          <a:lstStyle>
            <a:lvl1pPr>
              <a:defRPr>
                <a:solidFill>
                  <a:schemeClr val="bg1"/>
                </a:solidFill>
              </a:defRPr>
            </a:lvl1pPr>
          </a:lstStyle>
          <a:p>
            <a:r>
              <a:rPr lang="en-US"/>
              <a:t>[Headline]</a:t>
            </a:r>
          </a:p>
        </p:txBody>
      </p:sp>
      <p:sp>
        <p:nvSpPr>
          <p:cNvPr id="18" name="Subtitle">
            <a:extLst>
              <a:ext uri="{FF2B5EF4-FFF2-40B4-BE49-F238E27FC236}">
                <a16:creationId xmlns:a16="http://schemas.microsoft.com/office/drawing/2014/main" id="{5D3B4169-E1C5-48A2-8497-73D0FD32D442}"/>
              </a:ext>
            </a:extLst>
          </p:cNvPr>
          <p:cNvSpPr>
            <a:spLocks noGrp="1"/>
          </p:cNvSpPr>
          <p:nvPr>
            <p:ph type="body" sz="quarter" idx="14" hasCustomPrompt="1"/>
          </p:nvPr>
        </p:nvSpPr>
        <p:spPr>
          <a:xfrm>
            <a:off x="425280" y="1058237"/>
            <a:ext cx="8297863" cy="311304"/>
          </a:xfrm>
        </p:spPr>
        <p:txBody>
          <a:bodyPr>
            <a:noAutofit/>
          </a:bodyPr>
          <a:lstStyle>
            <a:lvl1pPr marL="0" indent="0">
              <a:buNone/>
              <a:defRPr sz="1350">
                <a:solidFill>
                  <a:schemeClr val="bg1"/>
                </a:solidFill>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9" name="Text Placeholder 8">
            <a:extLst>
              <a:ext uri="{FF2B5EF4-FFF2-40B4-BE49-F238E27FC236}">
                <a16:creationId xmlns:a16="http://schemas.microsoft.com/office/drawing/2014/main" id="{E7FA85A4-463C-4B14-BE65-A31A117ABFDD}"/>
              </a:ext>
            </a:extLst>
          </p:cNvPr>
          <p:cNvSpPr>
            <a:spLocks noGrp="1"/>
          </p:cNvSpPr>
          <p:nvPr>
            <p:ph type="body" sz="quarter" idx="17" hasCustomPrompt="1"/>
          </p:nvPr>
        </p:nvSpPr>
        <p:spPr>
          <a:xfrm>
            <a:off x="425053" y="1963320"/>
            <a:ext cx="8301038" cy="1251211"/>
          </a:xfrm>
        </p:spPr>
        <p:txBody>
          <a:bodyPr/>
          <a:lstStyle>
            <a:lvl1pPr>
              <a:defRPr sz="1200"/>
            </a:lvl1pPr>
            <a:lvl2pPr>
              <a:defRPr sz="1200"/>
            </a:lvl2pPr>
            <a:lvl3pPr>
              <a:defRPr sz="1200"/>
            </a:lvl3pPr>
            <a:lvl4pPr>
              <a:defRPr sz="900"/>
            </a:lvl4pPr>
            <a:lvl5pPr>
              <a:defRPr sz="900"/>
            </a:lvl5pPr>
          </a:lstStyle>
          <a:p>
            <a:pPr lvl="0"/>
            <a:r>
              <a:rPr lang="en-US"/>
              <a:t>[Click to add content]</a:t>
            </a:r>
          </a:p>
          <a:p>
            <a:pPr lvl="1"/>
            <a:r>
              <a:rPr lang="en-US"/>
              <a:t>Second level</a:t>
            </a:r>
          </a:p>
          <a:p>
            <a:pPr lvl="2"/>
            <a:r>
              <a:rPr lang="en-US"/>
              <a:t>Third level</a:t>
            </a:r>
          </a:p>
        </p:txBody>
      </p:sp>
      <p:sp>
        <p:nvSpPr>
          <p:cNvPr id="8" name="Text Placeholder 7">
            <a:extLst>
              <a:ext uri="{FF2B5EF4-FFF2-40B4-BE49-F238E27FC236}">
                <a16:creationId xmlns:a16="http://schemas.microsoft.com/office/drawing/2014/main" id="{527A69F6-AB10-48DB-9027-6D849C8B4490}"/>
              </a:ext>
            </a:extLst>
          </p:cNvPr>
          <p:cNvSpPr>
            <a:spLocks noGrp="1"/>
          </p:cNvSpPr>
          <p:nvPr>
            <p:ph type="body" sz="quarter" idx="18" hasCustomPrompt="1"/>
          </p:nvPr>
        </p:nvSpPr>
        <p:spPr>
          <a:xfrm>
            <a:off x="417910" y="3429001"/>
            <a:ext cx="8308181" cy="2776538"/>
          </a:xfrm>
        </p:spPr>
        <p:txBody>
          <a:bodyPr/>
          <a:lstStyle>
            <a:lvl1pPr>
              <a:defRPr sz="1050"/>
            </a:lvl1pPr>
            <a:lvl2pPr>
              <a:defRPr sz="1050"/>
            </a:lvl2pPr>
            <a:lvl3pPr>
              <a:defRPr sz="1050"/>
            </a:lvl3pPr>
            <a:lvl4pPr>
              <a:defRPr sz="1050"/>
            </a:lvl4pPr>
            <a:lvl5pPr>
              <a:defRPr sz="105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FBB03C0C-4895-4A64-974C-F3AABFC2C552}"/>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
        <p:nvSpPr>
          <p:cNvPr id="2" name="Date Placeholder 1">
            <a:extLst>
              <a:ext uri="{FF2B5EF4-FFF2-40B4-BE49-F238E27FC236}">
                <a16:creationId xmlns:a16="http://schemas.microsoft.com/office/drawing/2014/main" id="{261F79D1-2E46-453A-990A-D5AF7C6873AA}"/>
              </a:ext>
            </a:extLst>
          </p:cNvPr>
          <p:cNvSpPr>
            <a:spLocks noGrp="1"/>
          </p:cNvSpPr>
          <p:nvPr>
            <p:ph type="dt" sz="half" idx="19"/>
          </p:nvPr>
        </p:nvSpPr>
        <p:spPr/>
        <p:txBody>
          <a:bodyPr/>
          <a:lstStyle/>
          <a:p>
            <a:fld id="{FF2FEC50-BE2C-445F-9DEA-893D097E16C5}" type="datetime4">
              <a:rPr lang="en-US" smtClean="0"/>
              <a:t>August 13, 2025</a:t>
            </a:fld>
            <a:endParaRPr lang="en-US"/>
          </a:p>
        </p:txBody>
      </p:sp>
      <p:sp>
        <p:nvSpPr>
          <p:cNvPr id="10" name="Footer Placeholder 9">
            <a:extLst>
              <a:ext uri="{FF2B5EF4-FFF2-40B4-BE49-F238E27FC236}">
                <a16:creationId xmlns:a16="http://schemas.microsoft.com/office/drawing/2014/main" id="{55D50608-2065-4D18-9843-577F5BCC1EEB}"/>
              </a:ext>
            </a:extLst>
          </p:cNvPr>
          <p:cNvSpPr>
            <a:spLocks noGrp="1"/>
          </p:cNvSpPr>
          <p:nvPr>
            <p:ph type="ftr" sz="quarter" idx="20"/>
          </p:nvPr>
        </p:nvSpPr>
        <p:spPr/>
        <p:txBody>
          <a:bodyPr/>
          <a:lstStyle/>
          <a:p>
            <a:r>
              <a:rPr lang="en-US"/>
              <a:t>S&amp;P Global Commodity Insights – Internal Use Only</a:t>
            </a:r>
          </a:p>
        </p:txBody>
      </p:sp>
      <p:sp>
        <p:nvSpPr>
          <p:cNvPr id="11" name="Slide Number Placeholder 10">
            <a:extLst>
              <a:ext uri="{FF2B5EF4-FFF2-40B4-BE49-F238E27FC236}">
                <a16:creationId xmlns:a16="http://schemas.microsoft.com/office/drawing/2014/main" id="{3433C9ED-4FCE-45EC-BD32-7FF840D66228}"/>
              </a:ext>
            </a:extLst>
          </p:cNvPr>
          <p:cNvSpPr>
            <a:spLocks noGrp="1"/>
          </p:cNvSpPr>
          <p:nvPr>
            <p:ph type="sldNum" sz="quarter" idx="21"/>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1878097568"/>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Statement - 2 Colum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29940B1-2F58-478C-9279-907F3B75F27F}"/>
              </a:ext>
            </a:extLst>
          </p:cNvPr>
          <p:cNvSpPr>
            <a:spLocks noGrp="1"/>
          </p:cNvSpPr>
          <p:nvPr>
            <p:ph type="dt" sz="half" idx="10"/>
          </p:nvPr>
        </p:nvSpPr>
        <p:spPr/>
        <p:txBody>
          <a:bodyPr/>
          <a:lstStyle/>
          <a:p>
            <a:fld id="{674722AA-061D-4706-9AC0-C0831CB1BD27}" type="datetime4">
              <a:rPr lang="en-US" smtClean="0"/>
              <a:t>August 13, 2025</a:t>
            </a:fld>
            <a:endParaRPr lang="en-US"/>
          </a:p>
        </p:txBody>
      </p:sp>
      <p:sp>
        <p:nvSpPr>
          <p:cNvPr id="4" name="Footer Placeholder 3">
            <a:extLst>
              <a:ext uri="{FF2B5EF4-FFF2-40B4-BE49-F238E27FC236}">
                <a16:creationId xmlns:a16="http://schemas.microsoft.com/office/drawing/2014/main" id="{195F75FF-32B2-4D03-BB2D-5F198E663B98}"/>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B0862F50-D7AA-4A1E-9B6A-F951D2D7E3E4}"/>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6" name="Title 5">
            <a:extLst>
              <a:ext uri="{FF2B5EF4-FFF2-40B4-BE49-F238E27FC236}">
                <a16:creationId xmlns:a16="http://schemas.microsoft.com/office/drawing/2014/main" id="{C2A14B5A-1F3C-4377-8BE2-B3230F361D35}"/>
              </a:ext>
            </a:extLst>
          </p:cNvPr>
          <p:cNvSpPr>
            <a:spLocks noGrp="1"/>
          </p:cNvSpPr>
          <p:nvPr>
            <p:ph type="title" hasCustomPrompt="1"/>
          </p:nvPr>
        </p:nvSpPr>
        <p:spPr>
          <a:xfrm>
            <a:off x="425279" y="652074"/>
            <a:ext cx="8298591" cy="402336"/>
          </a:xfrm>
        </p:spPr>
        <p:txBody>
          <a:bodyPr/>
          <a:lstStyle/>
          <a:p>
            <a:r>
              <a:rPr lang="en-US"/>
              <a:t>[Headline]</a:t>
            </a:r>
          </a:p>
        </p:txBody>
      </p:sp>
      <p:sp>
        <p:nvSpPr>
          <p:cNvPr id="19" name="Subtitle">
            <a:extLst>
              <a:ext uri="{FF2B5EF4-FFF2-40B4-BE49-F238E27FC236}">
                <a16:creationId xmlns:a16="http://schemas.microsoft.com/office/drawing/2014/main" id="{09BFB21D-CA4F-49E4-B689-3D48185263EF}"/>
              </a:ext>
            </a:extLst>
          </p:cNvPr>
          <p:cNvSpPr>
            <a:spLocks noGrp="1"/>
          </p:cNvSpPr>
          <p:nvPr>
            <p:ph type="body" sz="quarter" idx="14" hasCustomPrompt="1"/>
          </p:nvPr>
        </p:nvSpPr>
        <p:spPr>
          <a:xfrm>
            <a:off x="425280" y="1058237"/>
            <a:ext cx="8297863" cy="493776"/>
          </a:xfrm>
        </p:spPr>
        <p:txBody>
          <a:bodyPr>
            <a:noAutofit/>
          </a:bodyPr>
          <a:lstStyle>
            <a:lvl1pPr marL="0" indent="0">
              <a:buNone/>
              <a:defRPr sz="1350">
                <a:latin typeface="+mn-lt"/>
                <a:cs typeface="+mj-cs"/>
              </a:defRPr>
            </a:lvl1pPr>
            <a:lvl2pPr marL="0" indent="0">
              <a:buNone/>
              <a:defRPr sz="1500">
                <a:latin typeface="+mj-lt"/>
                <a:cs typeface="+mj-cs"/>
              </a:defRPr>
            </a:lvl2pPr>
            <a:lvl3pPr marL="0" indent="0">
              <a:buNone/>
              <a:defRPr sz="1500">
                <a:latin typeface="+mj-lt"/>
                <a:cs typeface="+mj-cs"/>
              </a:defRPr>
            </a:lvl3pPr>
            <a:lvl4pPr marL="0" indent="0">
              <a:buNone/>
              <a:defRPr sz="1500">
                <a:latin typeface="+mj-lt"/>
                <a:cs typeface="+mj-cs"/>
              </a:defRPr>
            </a:lvl4pPr>
            <a:lvl5pPr marL="0" indent="0">
              <a:buNone/>
              <a:defRPr sz="1500">
                <a:latin typeface="+mj-lt"/>
                <a:cs typeface="+mj-cs"/>
              </a:defRPr>
            </a:lvl5pPr>
          </a:lstStyle>
          <a:p>
            <a:pPr lvl="0"/>
            <a:r>
              <a:rPr lang="en-US"/>
              <a:t>[Sub-headline]</a:t>
            </a:r>
          </a:p>
        </p:txBody>
      </p:sp>
      <p:sp>
        <p:nvSpPr>
          <p:cNvPr id="21" name="Text Placeholder 20">
            <a:extLst>
              <a:ext uri="{FF2B5EF4-FFF2-40B4-BE49-F238E27FC236}">
                <a16:creationId xmlns:a16="http://schemas.microsoft.com/office/drawing/2014/main" id="{EE29C1C4-7BA5-4EFE-9D43-A52A5745A791}"/>
              </a:ext>
            </a:extLst>
          </p:cNvPr>
          <p:cNvSpPr>
            <a:spLocks noGrp="1"/>
          </p:cNvSpPr>
          <p:nvPr>
            <p:ph type="body" sz="quarter" idx="24" hasCustomPrompt="1"/>
          </p:nvPr>
        </p:nvSpPr>
        <p:spPr>
          <a:xfrm>
            <a:off x="425279" y="1955229"/>
            <a:ext cx="3756197" cy="4251960"/>
          </a:xfrm>
        </p:spPr>
        <p:txBody>
          <a:bodyPr/>
          <a:lstStyle>
            <a:lvl1pPr>
              <a:defRPr sz="1200"/>
            </a:lvl1pPr>
            <a:lvl2pPr>
              <a:defRPr sz="1200"/>
            </a:lvl2pPr>
            <a:lvl3pPr>
              <a:defRPr sz="1200"/>
            </a:lvl3pPr>
            <a:lvl4pPr>
              <a:defRPr sz="1200"/>
            </a:lvl4pPr>
            <a:lvl5pPr>
              <a:defRPr sz="12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23" name="Text Placeholder 22">
            <a:extLst>
              <a:ext uri="{FF2B5EF4-FFF2-40B4-BE49-F238E27FC236}">
                <a16:creationId xmlns:a16="http://schemas.microsoft.com/office/drawing/2014/main" id="{AF2D1654-53B4-42CE-A01F-0302CA4FF56E}"/>
              </a:ext>
            </a:extLst>
          </p:cNvPr>
          <p:cNvSpPr>
            <a:spLocks noGrp="1"/>
          </p:cNvSpPr>
          <p:nvPr>
            <p:ph type="body" sz="quarter" idx="25" hasCustomPrompt="1"/>
          </p:nvPr>
        </p:nvSpPr>
        <p:spPr>
          <a:xfrm>
            <a:off x="4955381" y="1955800"/>
            <a:ext cx="3771105" cy="4251960"/>
          </a:xfrm>
        </p:spPr>
        <p:txBody>
          <a:bodyPr/>
          <a:lstStyle>
            <a:lvl1pPr>
              <a:defRPr sz="900"/>
            </a:lvl1pPr>
            <a:lvl2pPr>
              <a:defRPr sz="900"/>
            </a:lvl2pPr>
            <a:lvl3pPr>
              <a:defRPr sz="900"/>
            </a:lvl3pPr>
            <a:lvl4pPr>
              <a:defRPr sz="900"/>
            </a:lvl4pPr>
            <a:lvl5pPr>
              <a:defRPr sz="9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111CA301-5EF6-4FA4-A727-DA73EF6617D6}"/>
              </a:ext>
            </a:extLst>
          </p:cNvPr>
          <p:cNvSpPr>
            <a:spLocks noGrp="1"/>
          </p:cNvSpPr>
          <p:nvPr>
            <p:ph type="body" sz="quarter" idx="15" hasCustomPrompt="1"/>
          </p:nvPr>
        </p:nvSpPr>
        <p:spPr>
          <a:xfrm>
            <a:off x="425279" y="5687045"/>
            <a:ext cx="8295684" cy="525368"/>
          </a:xfrm>
        </p:spPr>
        <p:txBody>
          <a:bodyPr tIns="0" bIns="0" anchor="b"/>
          <a:lstStyle>
            <a:lvl1pPr marL="0" indent="0">
              <a:lnSpc>
                <a:spcPct val="70000"/>
              </a:lnSpc>
              <a:spcBef>
                <a:spcPts val="0"/>
              </a:spcBef>
              <a:spcAft>
                <a:spcPts val="150"/>
              </a:spcAft>
              <a:buSzPct val="25000"/>
              <a:buFont typeface="Arial" panose="020B0604020202020204" pitchFamily="34" charset="0"/>
              <a:buNone/>
              <a:defRPr sz="52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[Source / Legal disclaimer]</a:t>
            </a:r>
          </a:p>
        </p:txBody>
      </p:sp>
    </p:spTree>
    <p:extLst>
      <p:ext uri="{BB962C8B-B14F-4D97-AF65-F5344CB8AC3E}">
        <p14:creationId xmlns:p14="http://schemas.microsoft.com/office/powerpoint/2010/main" val="1463453663"/>
      </p:ext>
    </p:extLst>
  </p:cSld>
  <p:clrMapOvr>
    <a:masterClrMapping/>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
    <p:bg>
      <p:bgPr>
        <a:solidFill>
          <a:schemeClr val="bg2"/>
        </a:solidFill>
        <a:effectLst/>
      </p:bgPr>
    </p:bg>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F97D9B01-4EE9-405A-B323-759A409509CB}"/>
              </a:ext>
            </a:extLst>
          </p:cNvPr>
          <p:cNvGrpSpPr/>
          <p:nvPr/>
        </p:nvGrpSpPr>
        <p:grpSpPr>
          <a:xfrm>
            <a:off x="9144747" y="647701"/>
            <a:ext cx="104748" cy="5046663"/>
            <a:chOff x="12192996" y="647700"/>
            <a:chExt cx="139664" cy="5046663"/>
          </a:xfrm>
        </p:grpSpPr>
        <p:cxnSp>
          <p:nvCxnSpPr>
            <p:cNvPr id="64" name="Straight Connector 63">
              <a:extLst>
                <a:ext uri="{FF2B5EF4-FFF2-40B4-BE49-F238E27FC236}">
                  <a16:creationId xmlns:a16="http://schemas.microsoft.com/office/drawing/2014/main" id="{EC1AE271-DC97-4E2D-B2B9-A55E44892AF3}"/>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BF7CA70E-203A-424A-A537-768612EB6C9C}"/>
                </a:ext>
              </a:extLst>
            </p:cNvPr>
            <p:cNvGrpSpPr/>
            <p:nvPr/>
          </p:nvGrpSpPr>
          <p:grpSpPr>
            <a:xfrm>
              <a:off x="12202508" y="647700"/>
              <a:ext cx="130152" cy="5046663"/>
              <a:chOff x="12202508" y="647700"/>
              <a:chExt cx="130152" cy="5046663"/>
            </a:xfrm>
          </p:grpSpPr>
          <p:cxnSp>
            <p:nvCxnSpPr>
              <p:cNvPr id="66" name="Straight Connector 65">
                <a:extLst>
                  <a:ext uri="{FF2B5EF4-FFF2-40B4-BE49-F238E27FC236}">
                    <a16:creationId xmlns:a16="http://schemas.microsoft.com/office/drawing/2014/main" id="{A3291374-7E15-4421-89F4-93F8C88525C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A62E436E-7ED7-407F-90B7-31ADB11D808B}"/>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6CE46D9-B434-4DF0-881D-58936609A63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E513A32-FAEF-462E-B81F-F302AFFFC8C0}"/>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AC824F-341C-43EF-8F24-55416905023F}"/>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1" name="Group 70">
            <a:extLst>
              <a:ext uri="{FF2B5EF4-FFF2-40B4-BE49-F238E27FC236}">
                <a16:creationId xmlns:a16="http://schemas.microsoft.com/office/drawing/2014/main" id="{29B89FD7-AAEF-47E4-8DAE-202240104942}"/>
              </a:ext>
            </a:extLst>
          </p:cNvPr>
          <p:cNvGrpSpPr/>
          <p:nvPr/>
        </p:nvGrpSpPr>
        <p:grpSpPr>
          <a:xfrm>
            <a:off x="-97614" y="647701"/>
            <a:ext cx="97614" cy="5046663"/>
            <a:chOff x="-130152" y="647700"/>
            <a:chExt cx="130152" cy="5046663"/>
          </a:xfrm>
        </p:grpSpPr>
        <p:cxnSp>
          <p:nvCxnSpPr>
            <p:cNvPr id="72" name="Straight Connector 71">
              <a:extLst>
                <a:ext uri="{FF2B5EF4-FFF2-40B4-BE49-F238E27FC236}">
                  <a16:creationId xmlns:a16="http://schemas.microsoft.com/office/drawing/2014/main" id="{4CC25BF9-3067-4F36-85AB-AD96BCBE0264}"/>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8E7C50E-8B2D-4536-94B4-79495861EA14}"/>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C94739D-F99F-418D-9F17-A5B0832D6C87}"/>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933F45A-D2B4-4DB3-82FC-71CEE31C57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C45257D-E709-4903-94B8-5DF85626B3B3}"/>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BFD32685-A4F5-476E-8A09-D8E8DECD7371}"/>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A84C3E0C-55B5-4DE0-B5B2-69464524EA73}"/>
              </a:ext>
            </a:extLst>
          </p:cNvPr>
          <p:cNvSpPr/>
          <p:nvPr/>
        </p:nvSpPr>
        <p:spPr>
          <a:xfrm>
            <a:off x="0" y="0"/>
            <a:ext cx="9144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DIVIDERS</a:t>
            </a:r>
          </a:p>
        </p:txBody>
      </p:sp>
      <p:cxnSp>
        <p:nvCxnSpPr>
          <p:cNvPr id="7" name="Straight Connector 6">
            <a:extLst>
              <a:ext uri="{FF2B5EF4-FFF2-40B4-BE49-F238E27FC236}">
                <a16:creationId xmlns:a16="http://schemas.microsoft.com/office/drawing/2014/main" id="{6829BB4F-08CC-4CE1-B14F-D0A63C33AE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350315-1225-4029-8AF9-68C5E7EC4ED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F74DE2C-437B-4FB9-9733-AABB882E807D}"/>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0" name="TextBox 9">
            <a:extLst>
              <a:ext uri="{FF2B5EF4-FFF2-40B4-BE49-F238E27FC236}">
                <a16:creationId xmlns:a16="http://schemas.microsoft.com/office/drawing/2014/main" id="{FFFB1744-461A-4270-9195-26FC0B16915F}"/>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9" name="Group 58">
            <a:extLst>
              <a:ext uri="{FF2B5EF4-FFF2-40B4-BE49-F238E27FC236}">
                <a16:creationId xmlns:a16="http://schemas.microsoft.com/office/drawing/2014/main" id="{F3A680A6-2913-4F0E-86F4-FABF0B107C20}"/>
              </a:ext>
            </a:extLst>
          </p:cNvPr>
          <p:cNvGrpSpPr/>
          <p:nvPr/>
        </p:nvGrpSpPr>
        <p:grpSpPr>
          <a:xfrm>
            <a:off x="-994" y="6871034"/>
            <a:ext cx="9144000" cy="143299"/>
            <a:chOff x="-1325" y="6871033"/>
            <a:chExt cx="12192000" cy="143299"/>
          </a:xfrm>
        </p:grpSpPr>
        <p:sp>
          <p:nvSpPr>
            <p:cNvPr id="60" name="Rectangle 59">
              <a:extLst>
                <a:ext uri="{FF2B5EF4-FFF2-40B4-BE49-F238E27FC236}">
                  <a16:creationId xmlns:a16="http://schemas.microsoft.com/office/drawing/2014/main" id="{CC5C8B82-D9B4-499C-940B-1342C8A4C8B8}"/>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1" name="Rectangle 60">
              <a:extLst>
                <a:ext uri="{FF2B5EF4-FFF2-40B4-BE49-F238E27FC236}">
                  <a16:creationId xmlns:a16="http://schemas.microsoft.com/office/drawing/2014/main" id="{F0FD566A-0DE2-40A2-8821-B0BA941494CF}"/>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2" name="Rectangle 61">
            <a:extLst>
              <a:ext uri="{FF2B5EF4-FFF2-40B4-BE49-F238E27FC236}">
                <a16:creationId xmlns:a16="http://schemas.microsoft.com/office/drawing/2014/main" id="{61068D94-5676-4EC0-A7AA-92EFA39045E9}"/>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78" name="Rectangle 77">
            <a:extLst>
              <a:ext uri="{FF2B5EF4-FFF2-40B4-BE49-F238E27FC236}">
                <a16:creationId xmlns:a16="http://schemas.microsoft.com/office/drawing/2014/main" id="{0FC098C1-9BBE-4416-890F-774A1F526034}"/>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79" name="Group 78">
            <a:extLst>
              <a:ext uri="{FF2B5EF4-FFF2-40B4-BE49-F238E27FC236}">
                <a16:creationId xmlns:a16="http://schemas.microsoft.com/office/drawing/2014/main" id="{6A31A299-1939-4506-B55B-D58387614190}"/>
              </a:ext>
            </a:extLst>
          </p:cNvPr>
          <p:cNvGrpSpPr/>
          <p:nvPr/>
        </p:nvGrpSpPr>
        <p:grpSpPr>
          <a:xfrm>
            <a:off x="9192986" y="1051487"/>
            <a:ext cx="954405" cy="3085386"/>
            <a:chOff x="12257314" y="1051487"/>
            <a:chExt cx="1272540" cy="3085386"/>
          </a:xfrm>
        </p:grpSpPr>
        <p:sp>
          <p:nvSpPr>
            <p:cNvPr id="80" name="Rectangle 79">
              <a:extLst>
                <a:ext uri="{FF2B5EF4-FFF2-40B4-BE49-F238E27FC236}">
                  <a16:creationId xmlns:a16="http://schemas.microsoft.com/office/drawing/2014/main" id="{0DFBBDB7-A393-4C6B-BF8E-AF9AF6A9D70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1" name="TextBox 80">
              <a:extLst>
                <a:ext uri="{FF2B5EF4-FFF2-40B4-BE49-F238E27FC236}">
                  <a16:creationId xmlns:a16="http://schemas.microsoft.com/office/drawing/2014/main" id="{FD647390-56BF-4481-B90C-4C67B108F7B2}"/>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2" name="Freeform: Shape 81">
              <a:extLst>
                <a:ext uri="{FF2B5EF4-FFF2-40B4-BE49-F238E27FC236}">
                  <a16:creationId xmlns:a16="http://schemas.microsoft.com/office/drawing/2014/main" id="{8D6B2335-245F-4E0E-960D-322C9651081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3" name="TextBox 82">
              <a:extLst>
                <a:ext uri="{FF2B5EF4-FFF2-40B4-BE49-F238E27FC236}">
                  <a16:creationId xmlns:a16="http://schemas.microsoft.com/office/drawing/2014/main" id="{E4D0378B-3B96-4455-81E3-2D11A36549F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4" name="Freeform: Shape 83">
              <a:extLst>
                <a:ext uri="{FF2B5EF4-FFF2-40B4-BE49-F238E27FC236}">
                  <a16:creationId xmlns:a16="http://schemas.microsoft.com/office/drawing/2014/main" id="{7B71B409-C54D-4130-9871-B3C51053EDFF}"/>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5" name="Freeform: Shape 84">
              <a:extLst>
                <a:ext uri="{FF2B5EF4-FFF2-40B4-BE49-F238E27FC236}">
                  <a16:creationId xmlns:a16="http://schemas.microsoft.com/office/drawing/2014/main" id="{12F8D349-53F8-4BB4-8085-34FCD3789B79}"/>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6" name="TextBox 85">
              <a:extLst>
                <a:ext uri="{FF2B5EF4-FFF2-40B4-BE49-F238E27FC236}">
                  <a16:creationId xmlns:a16="http://schemas.microsoft.com/office/drawing/2014/main" id="{E84FE060-372F-4B17-8A5D-89334039045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87" name="Picture 86">
              <a:extLst>
                <a:ext uri="{FF2B5EF4-FFF2-40B4-BE49-F238E27FC236}">
                  <a16:creationId xmlns:a16="http://schemas.microsoft.com/office/drawing/2014/main" id="{9DBEF9C3-8353-4ACE-9912-D2CA8D5C70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88" name="Rectangle 87">
              <a:extLst>
                <a:ext uri="{FF2B5EF4-FFF2-40B4-BE49-F238E27FC236}">
                  <a16:creationId xmlns:a16="http://schemas.microsoft.com/office/drawing/2014/main" id="{AC8C7AFC-242E-4F17-9268-D8EDEA8320C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89" name="Rectangle 88">
              <a:extLst>
                <a:ext uri="{FF2B5EF4-FFF2-40B4-BE49-F238E27FC236}">
                  <a16:creationId xmlns:a16="http://schemas.microsoft.com/office/drawing/2014/main" id="{CEA3A095-757A-4B7C-9135-910245E27557}"/>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0" name="Rectangle 89">
              <a:extLst>
                <a:ext uri="{FF2B5EF4-FFF2-40B4-BE49-F238E27FC236}">
                  <a16:creationId xmlns:a16="http://schemas.microsoft.com/office/drawing/2014/main" id="{A3A5498E-DED9-41F6-8460-79ABD50AD85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1" name="Rectangle 90">
              <a:extLst>
                <a:ext uri="{FF2B5EF4-FFF2-40B4-BE49-F238E27FC236}">
                  <a16:creationId xmlns:a16="http://schemas.microsoft.com/office/drawing/2014/main" id="{AE33AE17-705B-4893-8ED6-B7664EE0166B}"/>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2" name="Group 91">
              <a:extLst>
                <a:ext uri="{FF2B5EF4-FFF2-40B4-BE49-F238E27FC236}">
                  <a16:creationId xmlns:a16="http://schemas.microsoft.com/office/drawing/2014/main" id="{67035856-6E01-436D-8B6C-99E2531DA9C9}"/>
                </a:ext>
              </a:extLst>
            </p:cNvPr>
            <p:cNvGrpSpPr/>
            <p:nvPr/>
          </p:nvGrpSpPr>
          <p:grpSpPr>
            <a:xfrm>
              <a:off x="12364752" y="2345932"/>
              <a:ext cx="1055431" cy="88186"/>
              <a:chOff x="914335" y="6913770"/>
              <a:chExt cx="1109884" cy="100584"/>
            </a:xfrm>
            <a:noFill/>
          </p:grpSpPr>
          <p:sp>
            <p:nvSpPr>
              <p:cNvPr id="103" name="Rectangle 102">
                <a:extLst>
                  <a:ext uri="{FF2B5EF4-FFF2-40B4-BE49-F238E27FC236}">
                    <a16:creationId xmlns:a16="http://schemas.microsoft.com/office/drawing/2014/main" id="{2F6D9850-8819-4EAA-ABFF-26C0D67B866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4" name="Rectangle 103">
                <a:extLst>
                  <a:ext uri="{FF2B5EF4-FFF2-40B4-BE49-F238E27FC236}">
                    <a16:creationId xmlns:a16="http://schemas.microsoft.com/office/drawing/2014/main" id="{218B05BE-4FDD-4A09-B53B-A229116CE22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5" name="Rectangle 104">
                <a:extLst>
                  <a:ext uri="{FF2B5EF4-FFF2-40B4-BE49-F238E27FC236}">
                    <a16:creationId xmlns:a16="http://schemas.microsoft.com/office/drawing/2014/main" id="{5CC7C662-E98D-4511-8EC4-F901F8A6150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6" name="Rectangle 105">
                <a:extLst>
                  <a:ext uri="{FF2B5EF4-FFF2-40B4-BE49-F238E27FC236}">
                    <a16:creationId xmlns:a16="http://schemas.microsoft.com/office/drawing/2014/main" id="{2D393584-0DD9-4C47-AB8F-2C3EA5E0D976}"/>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7" name="Rectangle 106">
                <a:extLst>
                  <a:ext uri="{FF2B5EF4-FFF2-40B4-BE49-F238E27FC236}">
                    <a16:creationId xmlns:a16="http://schemas.microsoft.com/office/drawing/2014/main" id="{EDEA0CF3-A9F2-46F5-8BC0-B1D22E1A3096}"/>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8" name="Rectangle 107">
                <a:extLst>
                  <a:ext uri="{FF2B5EF4-FFF2-40B4-BE49-F238E27FC236}">
                    <a16:creationId xmlns:a16="http://schemas.microsoft.com/office/drawing/2014/main" id="{CDC6B097-0109-4DC8-8657-90757B5605E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9" name="Rectangle 108">
                <a:extLst>
                  <a:ext uri="{FF2B5EF4-FFF2-40B4-BE49-F238E27FC236}">
                    <a16:creationId xmlns:a16="http://schemas.microsoft.com/office/drawing/2014/main" id="{CD23788A-48CA-4141-B8B5-BCEE3666AC6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0" name="Rectangle 109">
                <a:extLst>
                  <a:ext uri="{FF2B5EF4-FFF2-40B4-BE49-F238E27FC236}">
                    <a16:creationId xmlns:a16="http://schemas.microsoft.com/office/drawing/2014/main" id="{66DAE851-F4BD-49A7-8627-37CD5656688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1" name="Rectangle 110">
                <a:extLst>
                  <a:ext uri="{FF2B5EF4-FFF2-40B4-BE49-F238E27FC236}">
                    <a16:creationId xmlns:a16="http://schemas.microsoft.com/office/drawing/2014/main" id="{98694BEA-9E72-48D5-9441-773E40EAD2F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2" name="Rectangle 111">
                <a:extLst>
                  <a:ext uri="{FF2B5EF4-FFF2-40B4-BE49-F238E27FC236}">
                    <a16:creationId xmlns:a16="http://schemas.microsoft.com/office/drawing/2014/main" id="{614E8D66-E3F2-40A2-A4CA-7E6CDFE07DF3}"/>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3" name="Graphic 92" descr="Close with solid fill">
              <a:extLst>
                <a:ext uri="{FF2B5EF4-FFF2-40B4-BE49-F238E27FC236}">
                  <a16:creationId xmlns:a16="http://schemas.microsoft.com/office/drawing/2014/main" id="{6E510E2E-9861-4D7E-A0B2-0AB356EFC7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4" name="Graphic 93" descr="Close with solid fill">
              <a:extLst>
                <a:ext uri="{FF2B5EF4-FFF2-40B4-BE49-F238E27FC236}">
                  <a16:creationId xmlns:a16="http://schemas.microsoft.com/office/drawing/2014/main" id="{AF98A8B1-4BDC-4946-A43E-EA439DB59EA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95" name="Graphic 94" descr="Close with solid fill">
              <a:extLst>
                <a:ext uri="{FF2B5EF4-FFF2-40B4-BE49-F238E27FC236}">
                  <a16:creationId xmlns:a16="http://schemas.microsoft.com/office/drawing/2014/main" id="{52D7DA1F-DF4E-40AF-8C07-B2E8E7D497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96" name="Graphic 95" descr="Close with solid fill">
              <a:extLst>
                <a:ext uri="{FF2B5EF4-FFF2-40B4-BE49-F238E27FC236}">
                  <a16:creationId xmlns:a16="http://schemas.microsoft.com/office/drawing/2014/main" id="{1EFD7489-A7AD-422E-B127-A61947ECF3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97" name="Graphic 96" descr="Close with solid fill">
              <a:extLst>
                <a:ext uri="{FF2B5EF4-FFF2-40B4-BE49-F238E27FC236}">
                  <a16:creationId xmlns:a16="http://schemas.microsoft.com/office/drawing/2014/main" id="{3B22A305-B784-4ABA-B65B-F9C94CAACB9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98" name="Graphic 97" descr="Close with solid fill">
              <a:extLst>
                <a:ext uri="{FF2B5EF4-FFF2-40B4-BE49-F238E27FC236}">
                  <a16:creationId xmlns:a16="http://schemas.microsoft.com/office/drawing/2014/main" id="{9335F6F1-7B1E-41A9-88CE-6BD0C9F09FD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99" name="Graphic 98" descr="Close with solid fill">
              <a:extLst>
                <a:ext uri="{FF2B5EF4-FFF2-40B4-BE49-F238E27FC236}">
                  <a16:creationId xmlns:a16="http://schemas.microsoft.com/office/drawing/2014/main" id="{A3C3D38F-D3B3-401B-A5F7-C42D15F04E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0" name="Graphic 99" descr="Close with solid fill">
              <a:extLst>
                <a:ext uri="{FF2B5EF4-FFF2-40B4-BE49-F238E27FC236}">
                  <a16:creationId xmlns:a16="http://schemas.microsoft.com/office/drawing/2014/main" id="{8C7DA7ED-F652-446D-9842-9170A8DFA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1" name="Graphic 100" descr="Close with solid fill">
              <a:extLst>
                <a:ext uri="{FF2B5EF4-FFF2-40B4-BE49-F238E27FC236}">
                  <a16:creationId xmlns:a16="http://schemas.microsoft.com/office/drawing/2014/main" id="{0ADC3A27-3884-43BE-8019-E4980D7BB66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2" name="Graphic 101" descr="Close with solid fill">
              <a:extLst>
                <a:ext uri="{FF2B5EF4-FFF2-40B4-BE49-F238E27FC236}">
                  <a16:creationId xmlns:a16="http://schemas.microsoft.com/office/drawing/2014/main" id="{0DC90BA0-C836-4787-8CD0-8C8FBCF58D1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3955788844"/>
      </p:ext>
    </p:extLst>
  </p:cSld>
  <p:clrMapOvr>
    <a:masterClrMapping/>
  </p:clrMapOvr>
  <p:hf hdr="0" ftr="0" dt="0"/>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92ED7CB0-ADE9-4F18-8BD4-BE730D39A5A1}"/>
              </a:ext>
            </a:extLst>
          </p:cNvPr>
          <p:cNvGrpSpPr/>
          <p:nvPr/>
        </p:nvGrpSpPr>
        <p:grpSpPr>
          <a:xfrm>
            <a:off x="9144747" y="647701"/>
            <a:ext cx="104748" cy="5046663"/>
            <a:chOff x="12192996" y="647700"/>
            <a:chExt cx="139664" cy="5046663"/>
          </a:xfrm>
        </p:grpSpPr>
        <p:cxnSp>
          <p:nvCxnSpPr>
            <p:cNvPr id="72" name="Straight Connector 71">
              <a:extLst>
                <a:ext uri="{FF2B5EF4-FFF2-40B4-BE49-F238E27FC236}">
                  <a16:creationId xmlns:a16="http://schemas.microsoft.com/office/drawing/2014/main" id="{66977672-F003-43F7-A135-50F1D7F6B1C4}"/>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0DE95D60-41C5-4155-BFD9-529B18113D39}"/>
                </a:ext>
              </a:extLst>
            </p:cNvPr>
            <p:cNvGrpSpPr/>
            <p:nvPr/>
          </p:nvGrpSpPr>
          <p:grpSpPr>
            <a:xfrm>
              <a:off x="12202508" y="647700"/>
              <a:ext cx="130152" cy="5046663"/>
              <a:chOff x="12202508" y="647700"/>
              <a:chExt cx="130152" cy="5046663"/>
            </a:xfrm>
          </p:grpSpPr>
          <p:cxnSp>
            <p:nvCxnSpPr>
              <p:cNvPr id="74" name="Straight Connector 73">
                <a:extLst>
                  <a:ext uri="{FF2B5EF4-FFF2-40B4-BE49-F238E27FC236}">
                    <a16:creationId xmlns:a16="http://schemas.microsoft.com/office/drawing/2014/main" id="{629B8D45-7D9F-47C9-A66A-654B9EF01CBE}"/>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8A512E9E-9476-405E-AF8F-44A897970F2A}"/>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2CBF8AC7-1BD9-4818-A360-526D80E111D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FC773FD3-A6AE-4D51-86B9-C7736AE5F52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836CFBF-9564-49FD-AB1E-CA8608BD345D}"/>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79" name="Group 78">
            <a:extLst>
              <a:ext uri="{FF2B5EF4-FFF2-40B4-BE49-F238E27FC236}">
                <a16:creationId xmlns:a16="http://schemas.microsoft.com/office/drawing/2014/main" id="{18D46921-07F6-4337-B376-C1DFA5F8D987}"/>
              </a:ext>
            </a:extLst>
          </p:cNvPr>
          <p:cNvGrpSpPr/>
          <p:nvPr/>
        </p:nvGrpSpPr>
        <p:grpSpPr>
          <a:xfrm>
            <a:off x="-97614" y="647701"/>
            <a:ext cx="97614" cy="5046663"/>
            <a:chOff x="-130152" y="647700"/>
            <a:chExt cx="130152" cy="5046663"/>
          </a:xfrm>
        </p:grpSpPr>
        <p:cxnSp>
          <p:nvCxnSpPr>
            <p:cNvPr id="80" name="Straight Connector 79">
              <a:extLst>
                <a:ext uri="{FF2B5EF4-FFF2-40B4-BE49-F238E27FC236}">
                  <a16:creationId xmlns:a16="http://schemas.microsoft.com/office/drawing/2014/main" id="{6DBD62E8-221F-41C1-918D-9A5C9F41FD5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A770BA35-F414-467C-83B3-D3ED8D946A7D}"/>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55D68D2-B979-42D2-BBF8-6C53B67F1D02}"/>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A103A52-F38C-42A3-825B-C82FA7885E62}"/>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A6076BD-2EA6-4061-B073-BC2DB2BE109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4B0F75E-152D-451E-AD93-FB4A027CC97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hasCustomPrompt="1"/>
          </p:nvPr>
        </p:nvSpPr>
        <p:spPr>
          <a:xfrm>
            <a:off x="419099" y="1955800"/>
            <a:ext cx="3044952" cy="4245407"/>
          </a:xfrm>
          <a:prstGeom prst="rect">
            <a:avLst/>
          </a:prstGeom>
        </p:spPr>
        <p:txBody>
          <a:bodyPr anchor="t">
            <a:normAutofit/>
          </a:bodyPr>
          <a:lstStyle>
            <a:lvl1pPr>
              <a:defRPr sz="3000"/>
            </a:lvl1pPr>
          </a:lstStyle>
          <a:p>
            <a:r>
              <a:rPr lang="en-US"/>
              <a:t>[Add divider slide title]</a:t>
            </a:r>
          </a:p>
        </p:txBody>
      </p:sp>
      <p:sp>
        <p:nvSpPr>
          <p:cNvPr id="3" name="Text Placeholder 2"/>
          <p:cNvSpPr>
            <a:spLocks noGrp="1"/>
          </p:cNvSpPr>
          <p:nvPr>
            <p:ph type="body" idx="1" hasCustomPrompt="1"/>
          </p:nvPr>
        </p:nvSpPr>
        <p:spPr>
          <a:xfrm>
            <a:off x="4955382" y="1955800"/>
            <a:ext cx="3768548" cy="4245408"/>
          </a:xfrm>
        </p:spPr>
        <p:txBody>
          <a:bodyPr>
            <a:normAutofit/>
          </a:bodyPr>
          <a:lstStyle>
            <a:lvl1pPr marL="0" indent="0">
              <a:buNone/>
              <a:defRPr sz="12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[Add optional content]</a:t>
            </a:r>
          </a:p>
        </p:txBody>
      </p:sp>
      <p:sp>
        <p:nvSpPr>
          <p:cNvPr id="4" name="Date Placeholder 3"/>
          <p:cNvSpPr>
            <a:spLocks noGrp="1"/>
          </p:cNvSpPr>
          <p:nvPr>
            <p:ph type="dt" sz="half" idx="10"/>
          </p:nvPr>
        </p:nvSpPr>
        <p:spPr/>
        <p:txBody>
          <a:bodyPr/>
          <a:lstStyle/>
          <a:p>
            <a:fld id="{3B1C7E28-4A29-423F-A233-459935A3233D}" type="datetime4">
              <a:rPr lang="en-US" smtClean="0"/>
              <a:t>August 13, 2025</a:t>
            </a:fld>
            <a:endParaRPr lang="en-US"/>
          </a:p>
        </p:txBody>
      </p:sp>
      <p:sp>
        <p:nvSpPr>
          <p:cNvPr id="5" name="Footer Placeholder 4"/>
          <p:cNvSpPr>
            <a:spLocks noGrp="1"/>
          </p:cNvSpPr>
          <p:nvPr>
            <p:ph type="ftr" sz="quarter" idx="11"/>
          </p:nvPr>
        </p:nvSpPr>
        <p:spPr/>
        <p:txBody>
          <a:bodyPr/>
          <a:lstStyle/>
          <a:p>
            <a:r>
              <a:rPr lang="en-US"/>
              <a:t>S&amp;P Global Commodity Insights – Internal Use Only</a:t>
            </a:r>
          </a:p>
        </p:txBody>
      </p:sp>
      <p:sp>
        <p:nvSpPr>
          <p:cNvPr id="6" name="Slide Number Placeholder 5"/>
          <p:cNvSpPr>
            <a:spLocks noGrp="1"/>
          </p:cNvSpPr>
          <p:nvPr>
            <p:ph type="sldNum" sz="quarter" idx="12"/>
          </p:nvPr>
        </p:nvSpPr>
        <p:spPr/>
        <p:txBody>
          <a:bodyPr/>
          <a:lstStyle/>
          <a:p>
            <a:fld id="{5CFA18E4-D58E-4B28-B105-28D9665A8EBC}" type="slidenum">
              <a:rPr lang="en-US" smtClean="0"/>
              <a:t>‹#›</a:t>
            </a:fld>
            <a:endParaRPr lang="en-US"/>
          </a:p>
        </p:txBody>
      </p:sp>
      <p:cxnSp>
        <p:nvCxnSpPr>
          <p:cNvPr id="14" name="Straight Connector 13">
            <a:extLst>
              <a:ext uri="{FF2B5EF4-FFF2-40B4-BE49-F238E27FC236}">
                <a16:creationId xmlns:a16="http://schemas.microsoft.com/office/drawing/2014/main" id="{F8FE2CD4-ED5B-4B13-BB69-5C2C6676FCD9}"/>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0635CFE-5927-4810-A9CC-792D3D481848}"/>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4B88345-4B9E-4728-BC7E-79AC0BB9A200}"/>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2" name="TextBox 21">
            <a:extLst>
              <a:ext uri="{FF2B5EF4-FFF2-40B4-BE49-F238E27FC236}">
                <a16:creationId xmlns:a16="http://schemas.microsoft.com/office/drawing/2014/main" id="{4C681F36-AB35-43CF-A45E-D2B6CE927BE3}"/>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43297D9-7020-459D-8E48-CDD8229E0A1F}"/>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A18E115-4FDB-45B7-A373-9FC90BE86AC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2D0917E-073F-42C3-BD01-9307A71DBA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2F2CFE9-8545-4D15-A23C-E3DF9EE7E35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6" name="Rectangle 85">
            <a:extLst>
              <a:ext uri="{FF2B5EF4-FFF2-40B4-BE49-F238E27FC236}">
                <a16:creationId xmlns:a16="http://schemas.microsoft.com/office/drawing/2014/main" id="{1EF9221C-FEDA-45CC-A47B-01D745AE31C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7" name="Group 86">
            <a:extLst>
              <a:ext uri="{FF2B5EF4-FFF2-40B4-BE49-F238E27FC236}">
                <a16:creationId xmlns:a16="http://schemas.microsoft.com/office/drawing/2014/main" id="{F536DAFD-EC1C-4F7A-AC0C-45E681CC0321}"/>
              </a:ext>
            </a:extLst>
          </p:cNvPr>
          <p:cNvGrpSpPr/>
          <p:nvPr/>
        </p:nvGrpSpPr>
        <p:grpSpPr>
          <a:xfrm>
            <a:off x="9192986" y="1051487"/>
            <a:ext cx="954405" cy="3085386"/>
            <a:chOff x="12257314" y="1051487"/>
            <a:chExt cx="1272540" cy="3085386"/>
          </a:xfrm>
        </p:grpSpPr>
        <p:sp>
          <p:nvSpPr>
            <p:cNvPr id="88" name="Rectangle 87">
              <a:extLst>
                <a:ext uri="{FF2B5EF4-FFF2-40B4-BE49-F238E27FC236}">
                  <a16:creationId xmlns:a16="http://schemas.microsoft.com/office/drawing/2014/main" id="{5549B9F1-EFB8-4875-BF8E-48D0B9FCCC6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89" name="TextBox 88">
              <a:extLst>
                <a:ext uri="{FF2B5EF4-FFF2-40B4-BE49-F238E27FC236}">
                  <a16:creationId xmlns:a16="http://schemas.microsoft.com/office/drawing/2014/main" id="{963624FD-7DDC-48B2-8D02-8BEF52553EA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0" name="Freeform: Shape 89">
              <a:extLst>
                <a:ext uri="{FF2B5EF4-FFF2-40B4-BE49-F238E27FC236}">
                  <a16:creationId xmlns:a16="http://schemas.microsoft.com/office/drawing/2014/main" id="{18B9C253-5AAA-48EC-94EC-3A9BAD6723B1}"/>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C7250D-B0A3-483A-96E6-0764D69E4F7D}"/>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2" name="Freeform: Shape 91">
              <a:extLst>
                <a:ext uri="{FF2B5EF4-FFF2-40B4-BE49-F238E27FC236}">
                  <a16:creationId xmlns:a16="http://schemas.microsoft.com/office/drawing/2014/main" id="{EE405DD1-55DF-4848-96B7-E0B2584EAD2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Freeform: Shape 92">
              <a:extLst>
                <a:ext uri="{FF2B5EF4-FFF2-40B4-BE49-F238E27FC236}">
                  <a16:creationId xmlns:a16="http://schemas.microsoft.com/office/drawing/2014/main" id="{18C93582-DE21-47EB-997F-5148CCD2D5FC}"/>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15DF2510-32BC-44D5-B88A-F9BF6FD88F8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5" name="Picture 94">
              <a:extLst>
                <a:ext uri="{FF2B5EF4-FFF2-40B4-BE49-F238E27FC236}">
                  <a16:creationId xmlns:a16="http://schemas.microsoft.com/office/drawing/2014/main" id="{CF136169-A73B-4418-90EA-F4D56980EE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6" name="Rectangle 95">
              <a:extLst>
                <a:ext uri="{FF2B5EF4-FFF2-40B4-BE49-F238E27FC236}">
                  <a16:creationId xmlns:a16="http://schemas.microsoft.com/office/drawing/2014/main" id="{00A63680-F954-4545-BEEA-A5950E63278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7" name="Rectangle 96">
              <a:extLst>
                <a:ext uri="{FF2B5EF4-FFF2-40B4-BE49-F238E27FC236}">
                  <a16:creationId xmlns:a16="http://schemas.microsoft.com/office/drawing/2014/main" id="{062E79ED-E819-4FEF-9DE7-CBB78CC54D1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8" name="Rectangle 97">
              <a:extLst>
                <a:ext uri="{FF2B5EF4-FFF2-40B4-BE49-F238E27FC236}">
                  <a16:creationId xmlns:a16="http://schemas.microsoft.com/office/drawing/2014/main" id="{AB9B9091-E701-454B-ADB2-60CB4A639F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706FA976-5A6C-4ABA-91AB-797B439C9A1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0" name="Group 99">
              <a:extLst>
                <a:ext uri="{FF2B5EF4-FFF2-40B4-BE49-F238E27FC236}">
                  <a16:creationId xmlns:a16="http://schemas.microsoft.com/office/drawing/2014/main" id="{A260E66C-2AE5-4091-A0A3-904FE6A3A9EC}"/>
                </a:ext>
              </a:extLst>
            </p:cNvPr>
            <p:cNvGrpSpPr/>
            <p:nvPr/>
          </p:nvGrpSpPr>
          <p:grpSpPr>
            <a:xfrm>
              <a:off x="12364752" y="2345932"/>
              <a:ext cx="1055431" cy="88186"/>
              <a:chOff x="914335" y="6913770"/>
              <a:chExt cx="1109884" cy="100584"/>
            </a:xfrm>
            <a:noFill/>
          </p:grpSpPr>
          <p:sp>
            <p:nvSpPr>
              <p:cNvPr id="111" name="Rectangle 110">
                <a:extLst>
                  <a:ext uri="{FF2B5EF4-FFF2-40B4-BE49-F238E27FC236}">
                    <a16:creationId xmlns:a16="http://schemas.microsoft.com/office/drawing/2014/main" id="{B68716A8-C2C3-4190-8CFA-92B1B145282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2" name="Rectangle 111">
                <a:extLst>
                  <a:ext uri="{FF2B5EF4-FFF2-40B4-BE49-F238E27FC236}">
                    <a16:creationId xmlns:a16="http://schemas.microsoft.com/office/drawing/2014/main" id="{38FD885B-08F3-4ABA-A047-29039E10AC3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3" name="Rectangle 112">
                <a:extLst>
                  <a:ext uri="{FF2B5EF4-FFF2-40B4-BE49-F238E27FC236}">
                    <a16:creationId xmlns:a16="http://schemas.microsoft.com/office/drawing/2014/main" id="{9E63D017-5BCC-4A04-9507-B9EDC67E22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4" name="Rectangle 113">
                <a:extLst>
                  <a:ext uri="{FF2B5EF4-FFF2-40B4-BE49-F238E27FC236}">
                    <a16:creationId xmlns:a16="http://schemas.microsoft.com/office/drawing/2014/main" id="{D28DE929-F84B-47BC-A7DD-6A477C8074B4}"/>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5" name="Rectangle 114">
                <a:extLst>
                  <a:ext uri="{FF2B5EF4-FFF2-40B4-BE49-F238E27FC236}">
                    <a16:creationId xmlns:a16="http://schemas.microsoft.com/office/drawing/2014/main" id="{A4435342-558D-44B3-83D1-17C910F64575}"/>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6" name="Rectangle 115">
                <a:extLst>
                  <a:ext uri="{FF2B5EF4-FFF2-40B4-BE49-F238E27FC236}">
                    <a16:creationId xmlns:a16="http://schemas.microsoft.com/office/drawing/2014/main" id="{37FD7CA8-03CA-4E11-8B03-C18C45F3628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7" name="Rectangle 116">
                <a:extLst>
                  <a:ext uri="{FF2B5EF4-FFF2-40B4-BE49-F238E27FC236}">
                    <a16:creationId xmlns:a16="http://schemas.microsoft.com/office/drawing/2014/main" id="{C280BDB2-AEF4-484D-98CF-3F0AD5A615B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8" name="Rectangle 117">
                <a:extLst>
                  <a:ext uri="{FF2B5EF4-FFF2-40B4-BE49-F238E27FC236}">
                    <a16:creationId xmlns:a16="http://schemas.microsoft.com/office/drawing/2014/main" id="{4D1E4514-736E-4B61-A072-D87AB9DB92C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9" name="Rectangle 118">
                <a:extLst>
                  <a:ext uri="{FF2B5EF4-FFF2-40B4-BE49-F238E27FC236}">
                    <a16:creationId xmlns:a16="http://schemas.microsoft.com/office/drawing/2014/main" id="{2174B71C-69CD-428C-9925-4D065D026A0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0" name="Rectangle 119">
                <a:extLst>
                  <a:ext uri="{FF2B5EF4-FFF2-40B4-BE49-F238E27FC236}">
                    <a16:creationId xmlns:a16="http://schemas.microsoft.com/office/drawing/2014/main" id="{432D8D04-01AD-4ABB-B8DC-90F7C78B76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1" name="Graphic 100" descr="Close with solid fill">
              <a:extLst>
                <a:ext uri="{FF2B5EF4-FFF2-40B4-BE49-F238E27FC236}">
                  <a16:creationId xmlns:a16="http://schemas.microsoft.com/office/drawing/2014/main" id="{266C302C-3041-42FB-AB57-082316EADA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2" name="Graphic 101" descr="Close with solid fill">
              <a:extLst>
                <a:ext uri="{FF2B5EF4-FFF2-40B4-BE49-F238E27FC236}">
                  <a16:creationId xmlns:a16="http://schemas.microsoft.com/office/drawing/2014/main" id="{7F15BA99-ECAE-4F50-8539-7C9E485084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3" name="Graphic 102" descr="Close with solid fill">
              <a:extLst>
                <a:ext uri="{FF2B5EF4-FFF2-40B4-BE49-F238E27FC236}">
                  <a16:creationId xmlns:a16="http://schemas.microsoft.com/office/drawing/2014/main" id="{4356FE64-056C-4BF7-9E8E-219BEB1D637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4" name="Graphic 103" descr="Close with solid fill">
              <a:extLst>
                <a:ext uri="{FF2B5EF4-FFF2-40B4-BE49-F238E27FC236}">
                  <a16:creationId xmlns:a16="http://schemas.microsoft.com/office/drawing/2014/main" id="{378E698D-0F49-4DA7-B342-477BF1465E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5" name="Graphic 104" descr="Close with solid fill">
              <a:extLst>
                <a:ext uri="{FF2B5EF4-FFF2-40B4-BE49-F238E27FC236}">
                  <a16:creationId xmlns:a16="http://schemas.microsoft.com/office/drawing/2014/main" id="{5B15F0BD-D740-49C7-85BF-1F33E671BCC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6" name="Graphic 105" descr="Close with solid fill">
              <a:extLst>
                <a:ext uri="{FF2B5EF4-FFF2-40B4-BE49-F238E27FC236}">
                  <a16:creationId xmlns:a16="http://schemas.microsoft.com/office/drawing/2014/main" id="{827CAB72-59E3-4981-822E-5E7A94CA75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7" name="Graphic 106" descr="Close with solid fill">
              <a:extLst>
                <a:ext uri="{FF2B5EF4-FFF2-40B4-BE49-F238E27FC236}">
                  <a16:creationId xmlns:a16="http://schemas.microsoft.com/office/drawing/2014/main" id="{19E149BC-AD1A-44EB-864C-52817A7FFE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8" name="Graphic 107" descr="Close with solid fill">
              <a:extLst>
                <a:ext uri="{FF2B5EF4-FFF2-40B4-BE49-F238E27FC236}">
                  <a16:creationId xmlns:a16="http://schemas.microsoft.com/office/drawing/2014/main" id="{277DED78-A6C4-45CD-B04D-319D956523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9" name="Graphic 108" descr="Close with solid fill">
              <a:extLst>
                <a:ext uri="{FF2B5EF4-FFF2-40B4-BE49-F238E27FC236}">
                  <a16:creationId xmlns:a16="http://schemas.microsoft.com/office/drawing/2014/main" id="{5B5F34EA-4CDB-4F8E-BA7C-1D5024E0BA2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0" name="Graphic 109" descr="Close with solid fill">
              <a:extLst>
                <a:ext uri="{FF2B5EF4-FFF2-40B4-BE49-F238E27FC236}">
                  <a16:creationId xmlns:a16="http://schemas.microsoft.com/office/drawing/2014/main" id="{45DB239B-1FDD-4EBE-BBF4-0C7824F25A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E659A11C-AB71-47B7-BADF-1E67A8C4394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3975598078"/>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p:cSld name="Divider Photo 1">
    <p:bg>
      <p:bgPr>
        <a:solidFill>
          <a:schemeClr val="bg1"/>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A2432D56-F8A2-4DA5-A336-41EBF7AC1530}"/>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02A79C16-BE87-4999-B9CF-F8179B01B58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1DBC6E5-7901-4016-8F59-70C00F32B8A3}"/>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31E46A5E-3904-4311-8A3F-135D94C26AB1}"/>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80FB336-18C7-4071-8DBD-14950A893A73}"/>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29EDD6D-20EB-4458-B044-18B1D2B746A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1E68460-94F6-4D86-9480-20532A22F131}"/>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A03D035-DE73-476E-858A-8B103ABA3532}"/>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2F21D42A-4E6D-451E-B7F6-E93ADE6F9FF0}"/>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AD7E55A9-AA4D-42F0-AB9C-0DD5CDD0E720}"/>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22F0C7EC-1A52-4514-B8F1-CDCD291EEE50}"/>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A14825F-BC4C-4F21-8566-3DDA4806FAF8}"/>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EC002CB4-473A-4E91-9A44-D7D0F186AB9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802845F6-7175-4F7F-8B42-102829BE8D60}"/>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D0BF221-A139-450C-9276-59A53911383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700019B2-EC0E-4755-BBDB-565BF3410B8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9" name="Title 1">
            <a:extLst>
              <a:ext uri="{FF2B5EF4-FFF2-40B4-BE49-F238E27FC236}">
                <a16:creationId xmlns:a16="http://schemas.microsoft.com/office/drawing/2014/main" id="{33D0D42F-6D70-4CBF-9C23-59E66728E7FD}"/>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1" name="Picture Placeholder 6">
            <a:extLst>
              <a:ext uri="{FF2B5EF4-FFF2-40B4-BE49-F238E27FC236}">
                <a16:creationId xmlns:a16="http://schemas.microsoft.com/office/drawing/2014/main" id="{946FFBFE-E614-4E08-AC48-326C482E697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8" name="Straight Connector 17">
            <a:extLst>
              <a:ext uri="{FF2B5EF4-FFF2-40B4-BE49-F238E27FC236}">
                <a16:creationId xmlns:a16="http://schemas.microsoft.com/office/drawing/2014/main" id="{7710A16D-C4ED-4367-9DCF-54DF4596390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6EFDAB2-4D7E-4399-8027-8BDF93B41B82}"/>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1BBD7D7-8C09-49F8-B32F-B3ADF75D1BA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259B4B73-25F1-4A55-92B5-9B67E53EEC2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CCB73371-4FF4-4870-921A-065D0810371E}"/>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035AE41D-9DD4-4B9B-9F3F-EFE5A4879E16}"/>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7690224B-8351-4102-9010-5C9D625096FC}"/>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2EC42F4A-E30C-4642-B587-43863FDC87EF}"/>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5E1EF29E-3D70-4274-B188-9C2029FBA17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8ACE3DB3-0335-4FA8-ADB0-CA4C8B8C1D02}"/>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CCE6463C-F632-4103-A2F6-AA03A574DBBE}"/>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249994D2-CD59-4CCE-AB0F-BF90E602EF10}"/>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9D6D3566-8DE1-455C-A549-E061BC14E62F}"/>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E70F5246-B8FA-4558-9549-97FE952BFB4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52F2DD68-E7BB-4BAB-8042-007CF1F77D4C}"/>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6FB9D54-4038-4F36-A0BB-39E65856AED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DF34693A-D0E4-42D5-97C9-6407EC8250C8}"/>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0F570732-9C7F-4287-A199-1325260DAAF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D3B2F370-3A86-4483-A77B-B52B8BD78CAC}"/>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105BBAE1-7640-4152-89D8-BC2233B3E25A}"/>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92D4B346-71A5-46A3-8A17-7A5CC167159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AE2B7C-AFB0-4BD5-AFD7-6EF2BB64034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CEF0E8EC-DD9C-4B0D-8D54-203125E9D1C0}"/>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545575B1-076C-41B1-BD6B-7F45853E7949}"/>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F07620DF-AF2E-4910-BF2D-78906737830C}"/>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4322022F-3331-47F5-90A4-B241DD63D58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FFCF4FAB-E823-473E-9D0F-D11A18FD46D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D47FCFAD-2C5B-44D2-8CC2-0746D5633BB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3838E6D6-715D-4235-9CB0-CA95292953EC}"/>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09289944-6C32-4433-8C2F-6038B67544C8}"/>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90BC90E8-18C3-4943-B246-DFC241CF499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AFB47AC6-B67B-4656-B641-7CDB14B79DB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2CF30231-2821-478F-8A46-918503F6FA5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D88932A9-8E71-4409-AE63-6D575DC03AE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35B71AD-EA68-4047-A067-81558BFE449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9B558106-925D-4391-9860-BFBAD7D64EE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7B8ECB49-2AA6-44DB-A144-2A2665C4F4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339E224E-0FA7-4EA5-89A5-F70684C81E5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58DEDE8F-BBA9-4E1C-82AC-3CAC7B6FAA3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64B2EA9B-7C84-45CC-927D-CF35E373D67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1BC5EADF-8A31-4785-8E46-AA3F83AF48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1B86A086-9BAF-4A61-8623-38D316C4BA1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831CFFD2-44B7-44A8-B4DD-991335BC82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9" name="SPG Commodity Insights Red White Small">
            <a:extLst>
              <a:ext uri="{FF2B5EF4-FFF2-40B4-BE49-F238E27FC236}">
                <a16:creationId xmlns:a16="http://schemas.microsoft.com/office/drawing/2014/main" id="{D16FAA03-C8EB-4E20-A69A-315D5B569D4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038091343"/>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Divider 2">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2A3A8F5-FB69-4BDE-ACBD-B7732138CE4F}"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2" name="Text Placeholder 6">
            <a:extLst>
              <a:ext uri="{FF2B5EF4-FFF2-40B4-BE49-F238E27FC236}">
                <a16:creationId xmlns:a16="http://schemas.microsoft.com/office/drawing/2014/main" id="{DEBE0202-C83B-4CDF-99B4-51D3CE5F8F85}"/>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spTree>
    <p:extLst>
      <p:ext uri="{BB962C8B-B14F-4D97-AF65-F5344CB8AC3E}">
        <p14:creationId xmlns:p14="http://schemas.microsoft.com/office/powerpoint/2010/main" val="3482130687"/>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Divider Photo 2">
    <p:bg>
      <p:bgRef idx="1001">
        <a:schemeClr val="bg1"/>
      </p:bgRef>
    </p:bg>
    <p:spTree>
      <p:nvGrpSpPr>
        <p:cNvPr id="1" name=""/>
        <p:cNvGrpSpPr/>
        <p:nvPr/>
      </p:nvGrpSpPr>
      <p:grpSpPr>
        <a:xfrm>
          <a:off x="0" y="0"/>
          <a:ext cx="0" cy="0"/>
          <a:chOff x="0" y="0"/>
          <a:chExt cx="0" cy="0"/>
        </a:xfrm>
      </p:grpSpPr>
      <p:sp>
        <p:nvSpPr>
          <p:cNvPr id="18" name="Picture Placeholder 6">
            <a:extLst>
              <a:ext uri="{FF2B5EF4-FFF2-40B4-BE49-F238E27FC236}">
                <a16:creationId xmlns:a16="http://schemas.microsoft.com/office/drawing/2014/main" id="{BADCD994-4FE4-4DB8-9BBD-1D4E0B4689B1}"/>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3"/>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B4BD908-98C6-482B-B5BC-73441D08D071}"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cxnSp>
        <p:nvCxnSpPr>
          <p:cNvPr id="19" name="Straight Connector 18">
            <a:extLst>
              <a:ext uri="{FF2B5EF4-FFF2-40B4-BE49-F238E27FC236}">
                <a16:creationId xmlns:a16="http://schemas.microsoft.com/office/drawing/2014/main" id="{65F9EC67-A3A8-4754-9906-717F97AE3BD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7480308"/>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p:cSld name="Divider 3">
    <p:bg>
      <p:bgPr>
        <a:solidFill>
          <a:schemeClr val="accent1"/>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045B5524-216D-4A78-AB4A-263637C3A18E}"/>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EF4BF149-F200-47AD-BC67-85AF2E2A1B3B}"/>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4ECC84A2-2923-44D5-8969-62B0585DA274}"/>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0F04747B-AE26-463E-AAE5-A13D5CCAB5D5}"/>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C6FCEE7-38DD-4610-96B3-849F2E459B90}"/>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B46F845-6532-436C-BFCC-92ED8CA28AE1}"/>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71967DD-4E94-4FD5-BE84-9BB9A6E6F41E}"/>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15AF121-2A0C-4DC3-ABA3-9558041FD4E9}"/>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F3964BC1-184A-4956-8E28-02E6B69A60C9}"/>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9537BF68-E597-42EB-B049-C709C48ED62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D0F21424-DF2F-40FA-A256-214AF4A2F1D9}"/>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2B7296B3-6E7F-4B5F-BEA7-5468FFFB7F4F}"/>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89F0864F-6E9B-4645-BB2F-BAA4CCC195E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4BC1142-2DA1-4992-8C40-5FC817AD93CE}"/>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41AA18C-E6A5-4C9F-8FD8-D09D176CD174}"/>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A26BBCD2-D531-4447-8B56-C259436F0A36}"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19" name="Title 1">
            <a:extLst>
              <a:ext uri="{FF2B5EF4-FFF2-40B4-BE49-F238E27FC236}">
                <a16:creationId xmlns:a16="http://schemas.microsoft.com/office/drawing/2014/main" id="{95501395-6232-4D37-BBF0-E0A18B0CF430}"/>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20" name="Text Placeholder 6">
            <a:extLst>
              <a:ext uri="{FF2B5EF4-FFF2-40B4-BE49-F238E27FC236}">
                <a16:creationId xmlns:a16="http://schemas.microsoft.com/office/drawing/2014/main" id="{66D505EF-31B6-40FB-9F74-E5C91F0D33DE}"/>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cxnSp>
        <p:nvCxnSpPr>
          <p:cNvPr id="21" name="Straight Connector 20">
            <a:extLst>
              <a:ext uri="{FF2B5EF4-FFF2-40B4-BE49-F238E27FC236}">
                <a16:creationId xmlns:a16="http://schemas.microsoft.com/office/drawing/2014/main" id="{E56828AC-076E-459F-B356-BF9CC2CA83C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A4CFD94-8A25-44F2-A9B1-C103181A7F4C}"/>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86A3D48-0AA2-49E7-B234-35F7F18AFCFF}"/>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4" name="TextBox 23">
            <a:extLst>
              <a:ext uri="{FF2B5EF4-FFF2-40B4-BE49-F238E27FC236}">
                <a16:creationId xmlns:a16="http://schemas.microsoft.com/office/drawing/2014/main" id="{80B7583B-C91F-47DA-9CA6-484BACFFDBD0}"/>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CBE0426-684F-494A-AEDB-755BADFC98C3}"/>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5E53CD89-4186-4F80-AE8B-ABB24D95C3C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4A22A1F2-BED1-47C3-A642-FCE4072FDB9E}"/>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D606F6C-32FA-4265-80F7-6513355A58F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C8975DE4-5B78-424F-BAC1-7145393C42A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BE47EEF4-19DD-4F77-901A-690B58D16393}"/>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35FCC5E7-2F86-4825-8AB1-652256ADD11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A4DC5CD3-5C73-423C-8C95-F1647010111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BCF35F30-B114-45EA-9B02-8A146E3B4DF0}"/>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D8605FE1-3AFA-4AB6-A838-9252A667B825}"/>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914D6B8D-1851-4BF7-AD51-09AA1E1CF9C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A376E48B-7344-4B6D-9BB2-BADFEFE2A46D}"/>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FF5DE635-B631-4FCF-80A6-09983DA3045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CF11539B-8403-454F-9B61-5FFC48E7B2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06CFB62C-99D5-47DD-A2AF-9BD38DAE9C82}"/>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D37BAD0D-2515-466C-AEC3-C4F8CC0565D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83B78D9-CF44-48D4-BAE1-5E4CB93A1247}"/>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8F5D3F56-DB1A-4729-8150-05EFBAA1F16A}"/>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304E55D6-F9A6-473E-8F70-AAD4BA73E5D8}"/>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32990748-E251-44CA-AD27-8130930B0750}"/>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DCFE454B-E6F4-4D5E-B39D-2B0792AFD56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279512DA-7172-4610-870E-B6D98438827B}"/>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C8192A18-A777-46A8-916E-A954B8FE2E81}"/>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92782AC-1D32-49FC-9302-9D1E004B3E0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8F2F3161-EFD4-4BA2-8813-8AD826048501}"/>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697D3F77-16AF-4627-89D5-99C9F475D70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AFEA44BF-FB7B-4FE8-8760-8EF1F178113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596202A2-E2BA-4D6D-994B-837EE1DF841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72AF28E-A0C8-4497-BE2B-A3388D382737}"/>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5921B7E9-B0CE-4199-ABB2-53BF6D94FE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D82FFD75-1907-4AEA-8A57-193793C053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D0AB6DAB-2679-476D-B172-44F95F5829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E6C07A87-0104-43B3-9BE4-F85F5C0F33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886C0CBE-059B-4516-B4CF-0EA1B5EEBD4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61FAE0E-1752-4785-A8AC-D3A55774A40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150F5EC2-69A3-4B9C-BB5B-E4410CA72EA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6DE5E834-1DF8-473F-A105-5384BB5BCB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6A9F8393-2B26-4D4C-B47D-3B784B0C10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8EB6EFE0-D040-49C0-B42E-C89707810F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BDE982FC-D41A-44B0-ADAB-BC299958714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190414277"/>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p:cSld name="Divider Photo 3">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727B95F6-5AD7-4FBE-85A4-E0F6C18B373F}"/>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B46E8F57-4B58-4448-B61F-F608ADE8080E}"/>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061B3755-1832-46DB-B53F-EDA4D7A65AE2}"/>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08722D1D-EE77-4A76-9625-12C59E3041BF}"/>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103FCE8-67B9-44FD-ADC2-F74C7D94E88E}"/>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8102FD0-4DBE-49D8-8770-3105624D1015}"/>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A45C1FF-06DA-4D3D-8F13-BE44F9187A56}"/>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75E051F2-A520-47B7-B0D4-684C184603F7}"/>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20B62E03-8E73-4D96-81E7-647437CC745F}"/>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7A7B97F7-2092-494A-B3A7-47EFFD4DF9B3}"/>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27852B8-C8FC-453A-8EDE-DA7D2069CDBE}"/>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76141AC-EA52-4192-ACA5-8CEA5AFD523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47B0B103-E789-4585-8685-A2B00E50488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70A60A8-6414-41F3-8A1F-58EF9552F357}"/>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FAB8F13-EF43-4257-9B3B-BBEF864279EF}"/>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4212"/>
            <a:ext cx="3044952" cy="4251326"/>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39820A65-6D2F-4845-8530-D91DF5FD267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0" name="Picture Placeholder 6">
            <a:extLst>
              <a:ext uri="{FF2B5EF4-FFF2-40B4-BE49-F238E27FC236}">
                <a16:creationId xmlns:a16="http://schemas.microsoft.com/office/drawing/2014/main" id="{A8E09DA5-CE59-4980-A38C-775B245E2BED}"/>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lvl1pPr>
          </a:lstStyle>
          <a:p>
            <a:r>
              <a:rPr lang="en-US"/>
              <a:t>[Insert photo]</a:t>
            </a:r>
          </a:p>
        </p:txBody>
      </p:sp>
      <p:cxnSp>
        <p:nvCxnSpPr>
          <p:cNvPr id="19" name="Straight Connector 18">
            <a:extLst>
              <a:ext uri="{FF2B5EF4-FFF2-40B4-BE49-F238E27FC236}">
                <a16:creationId xmlns:a16="http://schemas.microsoft.com/office/drawing/2014/main" id="{093AE14D-C9E8-4DD1-B88F-ABF14436C8B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41B36DD-BF0C-4B14-9147-115951C3D63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616F768-2608-4A64-9EFD-A0C176267E1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3" name="TextBox 22">
            <a:extLst>
              <a:ext uri="{FF2B5EF4-FFF2-40B4-BE49-F238E27FC236}">
                <a16:creationId xmlns:a16="http://schemas.microsoft.com/office/drawing/2014/main" id="{B66C6E82-FF70-45DD-B237-8AF614E0B1C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1765B458-500F-4213-8616-BDD8F8577250}"/>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14AE4B9F-2059-4083-88A6-8B50937E6E70}"/>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B73AFEC5-428F-4783-8862-AA69D4A2D3F2}"/>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FE773742-E532-46B8-80A7-D6B62485FDD6}"/>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198A86CA-8D38-4198-8C77-03E74EC69D03}"/>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F8832FC1-58CC-4A3A-A900-18F85ED84A7B}"/>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ACF4B100-5C4B-4C6C-A983-3AAA40F796F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CCB85622-653F-4D1F-A597-25D06D9CA09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87" name="Freeform: Shape 86">
              <a:extLst>
                <a:ext uri="{FF2B5EF4-FFF2-40B4-BE49-F238E27FC236}">
                  <a16:creationId xmlns:a16="http://schemas.microsoft.com/office/drawing/2014/main" id="{F62BA379-A14C-4A41-AE02-08986774AA5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8" name="TextBox 87">
              <a:extLst>
                <a:ext uri="{FF2B5EF4-FFF2-40B4-BE49-F238E27FC236}">
                  <a16:creationId xmlns:a16="http://schemas.microsoft.com/office/drawing/2014/main" id="{BD327E77-1ED3-434A-ABBB-38EFAE63CA04}"/>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89" name="Freeform: Shape 88">
              <a:extLst>
                <a:ext uri="{FF2B5EF4-FFF2-40B4-BE49-F238E27FC236}">
                  <a16:creationId xmlns:a16="http://schemas.microsoft.com/office/drawing/2014/main" id="{588B6FAC-7AA6-4902-A32E-556550B2C3D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0" name="Freeform: Shape 89">
              <a:extLst>
                <a:ext uri="{FF2B5EF4-FFF2-40B4-BE49-F238E27FC236}">
                  <a16:creationId xmlns:a16="http://schemas.microsoft.com/office/drawing/2014/main" id="{4EBB32F3-5712-4059-BF5B-58807E6A8B97}"/>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1" name="TextBox 90">
              <a:extLst>
                <a:ext uri="{FF2B5EF4-FFF2-40B4-BE49-F238E27FC236}">
                  <a16:creationId xmlns:a16="http://schemas.microsoft.com/office/drawing/2014/main" id="{BAEF7D0B-6FFD-40CE-A5C7-33281F6E5DEF}"/>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2" name="Picture 91">
              <a:extLst>
                <a:ext uri="{FF2B5EF4-FFF2-40B4-BE49-F238E27FC236}">
                  <a16:creationId xmlns:a16="http://schemas.microsoft.com/office/drawing/2014/main" id="{034E75E8-33BD-4C4B-8AE5-2396588E0FC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3" name="Rectangle 92">
              <a:extLst>
                <a:ext uri="{FF2B5EF4-FFF2-40B4-BE49-F238E27FC236}">
                  <a16:creationId xmlns:a16="http://schemas.microsoft.com/office/drawing/2014/main" id="{AD97F835-5D0B-478C-93EC-96A3D43CCD1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4" name="Rectangle 93">
              <a:extLst>
                <a:ext uri="{FF2B5EF4-FFF2-40B4-BE49-F238E27FC236}">
                  <a16:creationId xmlns:a16="http://schemas.microsoft.com/office/drawing/2014/main" id="{5AFBE777-41AB-4577-B40F-B695FC4D627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5" name="Rectangle 94">
              <a:extLst>
                <a:ext uri="{FF2B5EF4-FFF2-40B4-BE49-F238E27FC236}">
                  <a16:creationId xmlns:a16="http://schemas.microsoft.com/office/drawing/2014/main" id="{CC3C7287-EB53-4116-92F8-C7CE0A5AA32A}"/>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6" name="Rectangle 95">
              <a:extLst>
                <a:ext uri="{FF2B5EF4-FFF2-40B4-BE49-F238E27FC236}">
                  <a16:creationId xmlns:a16="http://schemas.microsoft.com/office/drawing/2014/main" id="{29A22347-6CDE-4C47-BEAB-5EF77150D87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97" name="Group 96">
              <a:extLst>
                <a:ext uri="{FF2B5EF4-FFF2-40B4-BE49-F238E27FC236}">
                  <a16:creationId xmlns:a16="http://schemas.microsoft.com/office/drawing/2014/main" id="{E1FDE48E-1E67-4405-9AD4-327F4A313373}"/>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9774CA3A-60F7-434E-9BF3-6B1C642258C6}"/>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6E2E5784-509D-4D13-81E6-A8DC0192B9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3DEAA11C-302D-4313-A37D-17488E2AFFE2}"/>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1B0D95AF-F8F7-45CD-BAD9-B6A39727D060}"/>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E6082E6C-3872-4573-97CA-94F8334B69E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1508150F-C666-49B8-BAF6-CAF6CF66486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3F9E60B6-8E3D-4858-B69C-9F657EBF262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656B3548-50BE-4FE6-A8B9-0CEBADFAC4A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017553DB-D03C-47C0-9CB0-849A8FA11BA8}"/>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689A0269-AD2D-4784-B588-D456D27FC82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4E92D2CD-CC11-4399-96EA-9BCF06D22F7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7633129B-8C79-4C37-8565-F906533DCE8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79A00E28-2E68-4608-A975-2F320253EA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54140728-5611-44D1-A83F-9AE3A58196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FFFB6118-B854-4BFD-BCF9-E7D4279A550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5D7118BD-6011-4708-BD9E-A5E70C9C2D9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31FF41-D74D-4795-A0ED-34103A005C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196517E8-DB79-425A-900B-4E990063360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277ED7D7-540D-4DA1-BA33-80B93545F00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E8335D58-8BC0-4528-BCA1-2F6A2A1C1F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119" name="SPG Commodity Insights White Small">
            <a:extLst>
              <a:ext uri="{FF2B5EF4-FFF2-40B4-BE49-F238E27FC236}">
                <a16:creationId xmlns:a16="http://schemas.microsoft.com/office/drawing/2014/main" id="{1A7B0CD7-AED6-4063-A716-CC15F60253B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4186139319"/>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p:cSld name="Divider 4">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4E8C312B-D9F4-4C32-8C2B-565EEC840292}"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7" name="Text Placeholder 6">
            <a:extLst>
              <a:ext uri="{FF2B5EF4-FFF2-40B4-BE49-F238E27FC236}">
                <a16:creationId xmlns:a16="http://schemas.microsoft.com/office/drawing/2014/main" id="{1AB13624-E523-41DF-BB78-1DA6E2F42586}"/>
              </a:ext>
            </a:extLst>
          </p:cNvPr>
          <p:cNvSpPr>
            <a:spLocks noGrp="1"/>
          </p:cNvSpPr>
          <p:nvPr>
            <p:ph type="body" sz="quarter" idx="13" hasCustomPrompt="1"/>
          </p:nvPr>
        </p:nvSpPr>
        <p:spPr>
          <a:xfrm>
            <a:off x="4955381" y="1955801"/>
            <a:ext cx="3769520" cy="4249739"/>
          </a:xfrm>
        </p:spPr>
        <p:txBody>
          <a:bodyPr/>
          <a:lstStyle>
            <a:lvl1pPr marL="0" indent="0">
              <a:buNone/>
              <a:defRPr/>
            </a:lvl1pPr>
            <a:lvl2pPr marL="0" indent="0">
              <a:buNone/>
              <a:defRPr/>
            </a:lvl2pPr>
            <a:lvl3pPr marL="0" indent="0">
              <a:buNone/>
              <a:defRPr/>
            </a:lvl3pPr>
            <a:lvl4pPr marL="0" indent="0">
              <a:buNone/>
              <a:defRPr/>
            </a:lvl4pPr>
            <a:lvl5pPr marL="0" indent="0">
              <a:buNone/>
              <a:defRPr/>
            </a:lvl5pPr>
          </a:lstStyle>
          <a:p>
            <a:pPr lvl="0"/>
            <a:r>
              <a:rPr lang="en-US"/>
              <a:t>[Click to add content]</a:t>
            </a:r>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55" name="Rectangle 54">
            <a:extLst>
              <a:ext uri="{FF2B5EF4-FFF2-40B4-BE49-F238E27FC236}">
                <a16:creationId xmlns:a16="http://schemas.microsoft.com/office/drawing/2014/main" id="{EC4AA0E0-C975-4EA5-A32B-E43EE1507DE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6E5EEBFE-D44B-4625-A880-965C5959CEDC}"/>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E9E32CE4-55E0-4687-86AB-3208832FB68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6" name="TextBox 95">
              <a:extLst>
                <a:ext uri="{FF2B5EF4-FFF2-40B4-BE49-F238E27FC236}">
                  <a16:creationId xmlns:a16="http://schemas.microsoft.com/office/drawing/2014/main" id="{F9FD6108-1402-46F5-A413-78115DC11F8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7" name="Freeform: Shape 96">
              <a:extLst>
                <a:ext uri="{FF2B5EF4-FFF2-40B4-BE49-F238E27FC236}">
                  <a16:creationId xmlns:a16="http://schemas.microsoft.com/office/drawing/2014/main" id="{B6BF04B1-DCD5-4E4C-84FA-2E302A440BAB}"/>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8" name="TextBox 97">
              <a:extLst>
                <a:ext uri="{FF2B5EF4-FFF2-40B4-BE49-F238E27FC236}">
                  <a16:creationId xmlns:a16="http://schemas.microsoft.com/office/drawing/2014/main" id="{682207CB-B08A-49AF-AEED-091B634437B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9" name="Freeform: Shape 98">
              <a:extLst>
                <a:ext uri="{FF2B5EF4-FFF2-40B4-BE49-F238E27FC236}">
                  <a16:creationId xmlns:a16="http://schemas.microsoft.com/office/drawing/2014/main" id="{0952AEC3-14E8-4BF9-855B-E08E6C571AF4}"/>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0" name="Freeform: Shape 99">
              <a:extLst>
                <a:ext uri="{FF2B5EF4-FFF2-40B4-BE49-F238E27FC236}">
                  <a16:creationId xmlns:a16="http://schemas.microsoft.com/office/drawing/2014/main" id="{578093EB-F63A-4169-A3A3-74098BE2234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TextBox 100">
              <a:extLst>
                <a:ext uri="{FF2B5EF4-FFF2-40B4-BE49-F238E27FC236}">
                  <a16:creationId xmlns:a16="http://schemas.microsoft.com/office/drawing/2014/main" id="{69A85276-1BAE-4560-876C-C205CB1B4211}"/>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2" name="Picture 101">
              <a:extLst>
                <a:ext uri="{FF2B5EF4-FFF2-40B4-BE49-F238E27FC236}">
                  <a16:creationId xmlns:a16="http://schemas.microsoft.com/office/drawing/2014/main" id="{590F183A-A22E-4391-A077-81DAD5648E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3" name="Rectangle 102">
              <a:extLst>
                <a:ext uri="{FF2B5EF4-FFF2-40B4-BE49-F238E27FC236}">
                  <a16:creationId xmlns:a16="http://schemas.microsoft.com/office/drawing/2014/main" id="{EB150A7B-FC6D-4900-9859-9CF7488DC42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4" name="Rectangle 103">
              <a:extLst>
                <a:ext uri="{FF2B5EF4-FFF2-40B4-BE49-F238E27FC236}">
                  <a16:creationId xmlns:a16="http://schemas.microsoft.com/office/drawing/2014/main" id="{45C9A063-E8A3-4732-8467-EB71738F9373}"/>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5" name="Rectangle 104">
              <a:extLst>
                <a:ext uri="{FF2B5EF4-FFF2-40B4-BE49-F238E27FC236}">
                  <a16:creationId xmlns:a16="http://schemas.microsoft.com/office/drawing/2014/main" id="{A59C90B0-AE10-4C29-B826-53FCEE9F86FD}"/>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6E7AFDFC-5388-4CFA-9CC3-E7F0A753510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7" name="Group 106">
              <a:extLst>
                <a:ext uri="{FF2B5EF4-FFF2-40B4-BE49-F238E27FC236}">
                  <a16:creationId xmlns:a16="http://schemas.microsoft.com/office/drawing/2014/main" id="{416DFBA0-BB11-4B88-AF3B-0048600D987F}"/>
                </a:ext>
              </a:extLst>
            </p:cNvPr>
            <p:cNvGrpSpPr/>
            <p:nvPr/>
          </p:nvGrpSpPr>
          <p:grpSpPr>
            <a:xfrm>
              <a:off x="12364752" y="2345932"/>
              <a:ext cx="1055431" cy="88186"/>
              <a:chOff x="914335" y="6913770"/>
              <a:chExt cx="1109884" cy="100584"/>
            </a:xfrm>
            <a:noFill/>
          </p:grpSpPr>
          <p:sp>
            <p:nvSpPr>
              <p:cNvPr id="118" name="Rectangle 117">
                <a:extLst>
                  <a:ext uri="{FF2B5EF4-FFF2-40B4-BE49-F238E27FC236}">
                    <a16:creationId xmlns:a16="http://schemas.microsoft.com/office/drawing/2014/main" id="{FF1C576B-4460-4202-9CB6-C30515FEDB25}"/>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9" name="Rectangle 118">
                <a:extLst>
                  <a:ext uri="{FF2B5EF4-FFF2-40B4-BE49-F238E27FC236}">
                    <a16:creationId xmlns:a16="http://schemas.microsoft.com/office/drawing/2014/main" id="{95307415-8ABF-4948-B08A-4913B270041E}"/>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0" name="Rectangle 119">
                <a:extLst>
                  <a:ext uri="{FF2B5EF4-FFF2-40B4-BE49-F238E27FC236}">
                    <a16:creationId xmlns:a16="http://schemas.microsoft.com/office/drawing/2014/main" id="{D604B1DF-8F42-47D7-9F9B-255E437FD157}"/>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1" name="Rectangle 120">
                <a:extLst>
                  <a:ext uri="{FF2B5EF4-FFF2-40B4-BE49-F238E27FC236}">
                    <a16:creationId xmlns:a16="http://schemas.microsoft.com/office/drawing/2014/main" id="{7EDAC5D0-CE5C-4584-BF84-382CD674525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2" name="Rectangle 121">
                <a:extLst>
                  <a:ext uri="{FF2B5EF4-FFF2-40B4-BE49-F238E27FC236}">
                    <a16:creationId xmlns:a16="http://schemas.microsoft.com/office/drawing/2014/main" id="{1DF2F715-FA83-45BD-BB8A-99C11F42D298}"/>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3" name="Rectangle 122">
                <a:extLst>
                  <a:ext uri="{FF2B5EF4-FFF2-40B4-BE49-F238E27FC236}">
                    <a16:creationId xmlns:a16="http://schemas.microsoft.com/office/drawing/2014/main" id="{1EC41C73-C9EA-43E9-B1E8-4D78E7AA4D3F}"/>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4" name="Rectangle 123">
                <a:extLst>
                  <a:ext uri="{FF2B5EF4-FFF2-40B4-BE49-F238E27FC236}">
                    <a16:creationId xmlns:a16="http://schemas.microsoft.com/office/drawing/2014/main" id="{766BEA78-66F8-4E26-A3DB-6EEF748CB816}"/>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5" name="Rectangle 124">
                <a:extLst>
                  <a:ext uri="{FF2B5EF4-FFF2-40B4-BE49-F238E27FC236}">
                    <a16:creationId xmlns:a16="http://schemas.microsoft.com/office/drawing/2014/main" id="{03F55266-B604-4066-A833-44416D510FF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6" name="Rectangle 125">
                <a:extLst>
                  <a:ext uri="{FF2B5EF4-FFF2-40B4-BE49-F238E27FC236}">
                    <a16:creationId xmlns:a16="http://schemas.microsoft.com/office/drawing/2014/main" id="{619F66D2-AD13-440F-95EF-5298940ABD41}"/>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7" name="Rectangle 126">
                <a:extLst>
                  <a:ext uri="{FF2B5EF4-FFF2-40B4-BE49-F238E27FC236}">
                    <a16:creationId xmlns:a16="http://schemas.microsoft.com/office/drawing/2014/main" id="{C2BB3B2B-80BA-465D-954F-FFC4588DCEFD}"/>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8" name="Graphic 107" descr="Close with solid fill">
              <a:extLst>
                <a:ext uri="{FF2B5EF4-FFF2-40B4-BE49-F238E27FC236}">
                  <a16:creationId xmlns:a16="http://schemas.microsoft.com/office/drawing/2014/main" id="{945CCA2C-55A1-4F90-B60C-F3A725F81A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9" name="Graphic 108" descr="Close with solid fill">
              <a:extLst>
                <a:ext uri="{FF2B5EF4-FFF2-40B4-BE49-F238E27FC236}">
                  <a16:creationId xmlns:a16="http://schemas.microsoft.com/office/drawing/2014/main" id="{103EC533-1BDD-4E99-9F3E-DBA7434C404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10" name="Graphic 109" descr="Close with solid fill">
              <a:extLst>
                <a:ext uri="{FF2B5EF4-FFF2-40B4-BE49-F238E27FC236}">
                  <a16:creationId xmlns:a16="http://schemas.microsoft.com/office/drawing/2014/main" id="{AB52CDC6-03E5-4328-9190-D10EC910082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11" name="Graphic 110" descr="Close with solid fill">
              <a:extLst>
                <a:ext uri="{FF2B5EF4-FFF2-40B4-BE49-F238E27FC236}">
                  <a16:creationId xmlns:a16="http://schemas.microsoft.com/office/drawing/2014/main" id="{931F106F-0749-410C-B043-FBBC00C2284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12" name="Graphic 111" descr="Close with solid fill">
              <a:extLst>
                <a:ext uri="{FF2B5EF4-FFF2-40B4-BE49-F238E27FC236}">
                  <a16:creationId xmlns:a16="http://schemas.microsoft.com/office/drawing/2014/main" id="{754521E1-6371-4424-9EEC-F97313807D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13" name="Graphic 112" descr="Close with solid fill">
              <a:extLst>
                <a:ext uri="{FF2B5EF4-FFF2-40B4-BE49-F238E27FC236}">
                  <a16:creationId xmlns:a16="http://schemas.microsoft.com/office/drawing/2014/main" id="{AEBC5F63-8AD1-4024-8049-021B7A94C1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14" name="Graphic 113" descr="Close with solid fill">
              <a:extLst>
                <a:ext uri="{FF2B5EF4-FFF2-40B4-BE49-F238E27FC236}">
                  <a16:creationId xmlns:a16="http://schemas.microsoft.com/office/drawing/2014/main" id="{DDFF71F8-0A7E-4360-B345-8F305803D74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15" name="Graphic 114" descr="Close with solid fill">
              <a:extLst>
                <a:ext uri="{FF2B5EF4-FFF2-40B4-BE49-F238E27FC236}">
                  <a16:creationId xmlns:a16="http://schemas.microsoft.com/office/drawing/2014/main" id="{69F713B1-B07E-43A9-BFB6-DD6CB95765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6" name="Graphic 115" descr="Close with solid fill">
              <a:extLst>
                <a:ext uri="{FF2B5EF4-FFF2-40B4-BE49-F238E27FC236}">
                  <a16:creationId xmlns:a16="http://schemas.microsoft.com/office/drawing/2014/main" id="{15FA4F8B-0F28-4A43-9161-FE02BC91BB3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7" name="Graphic 116" descr="Close with solid fill">
              <a:extLst>
                <a:ext uri="{FF2B5EF4-FFF2-40B4-BE49-F238E27FC236}">
                  <a16:creationId xmlns:a16="http://schemas.microsoft.com/office/drawing/2014/main" id="{2B84D112-EFF8-4345-A547-3E90241339B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pic>
        <p:nvPicPr>
          <p:cNvPr id="62" name="SPG Commodity Insights Black Small">
            <a:extLst>
              <a:ext uri="{FF2B5EF4-FFF2-40B4-BE49-F238E27FC236}">
                <a16:creationId xmlns:a16="http://schemas.microsoft.com/office/drawing/2014/main" id="{60F738A8-3610-4EF1-8FC3-C8C4FF0C7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987996766"/>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p:cSld name="Divider 4 Photo">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DBEF-BFBC-41BD-92D8-7910BCE31E3B}"/>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divider slide title]</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513E3A80-277B-41DD-9B6B-1EC62EDA409B}"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grpSp>
        <p:nvGrpSpPr>
          <p:cNvPr id="14" name="Group 13">
            <a:extLst>
              <a:ext uri="{FF2B5EF4-FFF2-40B4-BE49-F238E27FC236}">
                <a16:creationId xmlns:a16="http://schemas.microsoft.com/office/drawing/2014/main" id="{73A8C2FD-0AC7-4CF1-98F9-E5B747D3F0C7}"/>
              </a:ext>
            </a:extLst>
          </p:cNvPr>
          <p:cNvGrpSpPr/>
          <p:nvPr/>
        </p:nvGrpSpPr>
        <p:grpSpPr>
          <a:xfrm>
            <a:off x="-97614" y="647701"/>
            <a:ext cx="97614" cy="5046663"/>
            <a:chOff x="-130152" y="647700"/>
            <a:chExt cx="130152" cy="5046663"/>
          </a:xfrm>
        </p:grpSpPr>
        <p:cxnSp>
          <p:nvCxnSpPr>
            <p:cNvPr id="15" name="Straight Connector 14">
              <a:extLst>
                <a:ext uri="{FF2B5EF4-FFF2-40B4-BE49-F238E27FC236}">
                  <a16:creationId xmlns:a16="http://schemas.microsoft.com/office/drawing/2014/main" id="{CE07898C-2C33-4E26-B975-5F4709322046}"/>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730A77C-FB29-46C6-8BC9-94DAE714198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1B94225-3854-4DAA-A71F-122795C5887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448CE5-F679-46C4-82EA-A9EEA5D6BC8B}"/>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39C8B0F-173B-4D8A-91B6-349345D9572A}"/>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F74606D8-65A5-49D4-8EE7-4E35E43FC9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C6403890-7EAD-46B2-9415-DBEA5C6C578F}"/>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A645C0-2C0D-426C-B6FE-401AFA07FF3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58" name="Group 57">
            <a:extLst>
              <a:ext uri="{FF2B5EF4-FFF2-40B4-BE49-F238E27FC236}">
                <a16:creationId xmlns:a16="http://schemas.microsoft.com/office/drawing/2014/main" id="{29F65435-B63B-4C96-9642-D5CB6D5F7047}"/>
              </a:ext>
            </a:extLst>
          </p:cNvPr>
          <p:cNvGrpSpPr/>
          <p:nvPr/>
        </p:nvGrpSpPr>
        <p:grpSpPr>
          <a:xfrm>
            <a:off x="-994" y="6871034"/>
            <a:ext cx="9144000" cy="143299"/>
            <a:chOff x="-1325" y="6871033"/>
            <a:chExt cx="12192000" cy="143299"/>
          </a:xfrm>
        </p:grpSpPr>
        <p:sp>
          <p:nvSpPr>
            <p:cNvPr id="59" name="Rectangle 58">
              <a:extLst>
                <a:ext uri="{FF2B5EF4-FFF2-40B4-BE49-F238E27FC236}">
                  <a16:creationId xmlns:a16="http://schemas.microsoft.com/office/drawing/2014/main" id="{8DCDEDF2-67DF-40BA-8063-99CAAC300EAA}"/>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0" name="Rectangle 59">
              <a:extLst>
                <a:ext uri="{FF2B5EF4-FFF2-40B4-BE49-F238E27FC236}">
                  <a16:creationId xmlns:a16="http://schemas.microsoft.com/office/drawing/2014/main" id="{9CC52482-CBBB-4A92-B777-EAB62CDE3D63}"/>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1" name="Picture Placeholder 6">
            <a:extLst>
              <a:ext uri="{FF2B5EF4-FFF2-40B4-BE49-F238E27FC236}">
                <a16:creationId xmlns:a16="http://schemas.microsoft.com/office/drawing/2014/main" id="{4B6A9924-736C-4E76-A5C2-55BDE6AEB7CB}"/>
              </a:ext>
            </a:extLst>
          </p:cNvPr>
          <p:cNvSpPr>
            <a:spLocks noGrp="1"/>
          </p:cNvSpPr>
          <p:nvPr>
            <p:ph type="pic" sz="quarter" idx="15" hasCustomPrompt="1"/>
          </p:nvPr>
        </p:nvSpPr>
        <p:spPr>
          <a:xfrm>
            <a:off x="4573588" y="647700"/>
            <a:ext cx="4570412" cy="5557838"/>
          </a:xfrm>
          <a:blipFill>
            <a:blip r:embed="rId2"/>
            <a:stretch>
              <a:fillRect/>
            </a:stretch>
          </a:blipFill>
        </p:spPr>
        <p:txBody>
          <a:bodyPr anchor="ctr"/>
          <a:lstStyle>
            <a:lvl1pPr marL="0" indent="0" algn="ctr">
              <a:buNone/>
              <a:defRPr>
                <a:solidFill>
                  <a:schemeClr val="bg1"/>
                </a:solidFill>
              </a:defRPr>
            </a:lvl1pPr>
          </a:lstStyle>
          <a:p>
            <a:r>
              <a:rPr lang="en-US"/>
              <a:t>[Insert photo]</a:t>
            </a:r>
          </a:p>
        </p:txBody>
      </p:sp>
      <p:sp>
        <p:nvSpPr>
          <p:cNvPr id="55" name="Rectangle 54">
            <a:extLst>
              <a:ext uri="{FF2B5EF4-FFF2-40B4-BE49-F238E27FC236}">
                <a16:creationId xmlns:a16="http://schemas.microsoft.com/office/drawing/2014/main" id="{E8F30ACB-1E5E-4CFB-9DC4-18D7EDD8F1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6" name="Group 55">
            <a:extLst>
              <a:ext uri="{FF2B5EF4-FFF2-40B4-BE49-F238E27FC236}">
                <a16:creationId xmlns:a16="http://schemas.microsoft.com/office/drawing/2014/main" id="{D2B4D766-E44E-4DF9-BA46-CA1EC55CA18A}"/>
              </a:ext>
            </a:extLst>
          </p:cNvPr>
          <p:cNvGrpSpPr/>
          <p:nvPr/>
        </p:nvGrpSpPr>
        <p:grpSpPr>
          <a:xfrm>
            <a:off x="9192986" y="1051487"/>
            <a:ext cx="954405" cy="3085386"/>
            <a:chOff x="12257314" y="1051487"/>
            <a:chExt cx="1272540" cy="3085386"/>
          </a:xfrm>
        </p:grpSpPr>
        <p:sp>
          <p:nvSpPr>
            <p:cNvPr id="57" name="Rectangle 56">
              <a:extLst>
                <a:ext uri="{FF2B5EF4-FFF2-40B4-BE49-F238E27FC236}">
                  <a16:creationId xmlns:a16="http://schemas.microsoft.com/office/drawing/2014/main" id="{45271E8F-489C-40F2-A67D-998E2CA8D924}"/>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7" name="TextBox 96">
              <a:extLst>
                <a:ext uri="{FF2B5EF4-FFF2-40B4-BE49-F238E27FC236}">
                  <a16:creationId xmlns:a16="http://schemas.microsoft.com/office/drawing/2014/main" id="{482E437F-F9AD-4030-A46F-A18BEF08D334}"/>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8" name="Freeform: Shape 97">
              <a:extLst>
                <a:ext uri="{FF2B5EF4-FFF2-40B4-BE49-F238E27FC236}">
                  <a16:creationId xmlns:a16="http://schemas.microsoft.com/office/drawing/2014/main" id="{6A69B554-02EC-492A-9DA2-FF29BED05E6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9" name="TextBox 98">
              <a:extLst>
                <a:ext uri="{FF2B5EF4-FFF2-40B4-BE49-F238E27FC236}">
                  <a16:creationId xmlns:a16="http://schemas.microsoft.com/office/drawing/2014/main" id="{8BB328C9-2E41-41A7-BBC7-B51EE36FF1A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100" name="Freeform: Shape 99">
              <a:extLst>
                <a:ext uri="{FF2B5EF4-FFF2-40B4-BE49-F238E27FC236}">
                  <a16:creationId xmlns:a16="http://schemas.microsoft.com/office/drawing/2014/main" id="{F8BCC926-347B-4690-AE57-C54CD1A1B2FE}"/>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1" name="Freeform: Shape 100">
              <a:extLst>
                <a:ext uri="{FF2B5EF4-FFF2-40B4-BE49-F238E27FC236}">
                  <a16:creationId xmlns:a16="http://schemas.microsoft.com/office/drawing/2014/main" id="{FA08FCB6-FC76-44CB-865E-ECF77402AC1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2" name="TextBox 101">
              <a:extLst>
                <a:ext uri="{FF2B5EF4-FFF2-40B4-BE49-F238E27FC236}">
                  <a16:creationId xmlns:a16="http://schemas.microsoft.com/office/drawing/2014/main" id="{2DBC4BB1-1049-4BEB-AFC7-DA37EE22CB50}"/>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103" name="Picture 102">
              <a:extLst>
                <a:ext uri="{FF2B5EF4-FFF2-40B4-BE49-F238E27FC236}">
                  <a16:creationId xmlns:a16="http://schemas.microsoft.com/office/drawing/2014/main" id="{F5F37C0E-9B67-4B42-9F24-8FF6EF43404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104" name="Rectangle 103">
              <a:extLst>
                <a:ext uri="{FF2B5EF4-FFF2-40B4-BE49-F238E27FC236}">
                  <a16:creationId xmlns:a16="http://schemas.microsoft.com/office/drawing/2014/main" id="{14B7F4B3-1BAC-4838-BB50-1A6141959A4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5" name="Rectangle 104">
              <a:extLst>
                <a:ext uri="{FF2B5EF4-FFF2-40B4-BE49-F238E27FC236}">
                  <a16:creationId xmlns:a16="http://schemas.microsoft.com/office/drawing/2014/main" id="{88EE2A1E-93CB-41B8-A653-B04B4F76A06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6" name="Rectangle 105">
              <a:extLst>
                <a:ext uri="{FF2B5EF4-FFF2-40B4-BE49-F238E27FC236}">
                  <a16:creationId xmlns:a16="http://schemas.microsoft.com/office/drawing/2014/main" id="{EAD41CE1-44CE-4C33-B8DD-003D412DC86B}"/>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7" name="Rectangle 106">
              <a:extLst>
                <a:ext uri="{FF2B5EF4-FFF2-40B4-BE49-F238E27FC236}">
                  <a16:creationId xmlns:a16="http://schemas.microsoft.com/office/drawing/2014/main" id="{3DC48CD0-D251-4206-A6F1-1ACE52B7DF47}"/>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8" name="Group 107">
              <a:extLst>
                <a:ext uri="{FF2B5EF4-FFF2-40B4-BE49-F238E27FC236}">
                  <a16:creationId xmlns:a16="http://schemas.microsoft.com/office/drawing/2014/main" id="{41454FC7-6D19-4C39-BD35-3C5DE91A0D0D}"/>
                </a:ext>
              </a:extLst>
            </p:cNvPr>
            <p:cNvGrpSpPr/>
            <p:nvPr/>
          </p:nvGrpSpPr>
          <p:grpSpPr>
            <a:xfrm>
              <a:off x="12364752" y="2345932"/>
              <a:ext cx="1055431" cy="88186"/>
              <a:chOff x="914335" y="6913770"/>
              <a:chExt cx="1109884" cy="100584"/>
            </a:xfrm>
            <a:noFill/>
          </p:grpSpPr>
          <p:sp>
            <p:nvSpPr>
              <p:cNvPr id="119" name="Rectangle 118">
                <a:extLst>
                  <a:ext uri="{FF2B5EF4-FFF2-40B4-BE49-F238E27FC236}">
                    <a16:creationId xmlns:a16="http://schemas.microsoft.com/office/drawing/2014/main" id="{E1729A3D-B204-4E43-9068-707178D7F683}"/>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20" name="Rectangle 119">
                <a:extLst>
                  <a:ext uri="{FF2B5EF4-FFF2-40B4-BE49-F238E27FC236}">
                    <a16:creationId xmlns:a16="http://schemas.microsoft.com/office/drawing/2014/main" id="{798BD8DA-6230-4B45-900F-E365859DF45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21" name="Rectangle 120">
                <a:extLst>
                  <a:ext uri="{FF2B5EF4-FFF2-40B4-BE49-F238E27FC236}">
                    <a16:creationId xmlns:a16="http://schemas.microsoft.com/office/drawing/2014/main" id="{44645667-AE1E-47DE-91F8-F37B785E7D9E}"/>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22" name="Rectangle 121">
                <a:extLst>
                  <a:ext uri="{FF2B5EF4-FFF2-40B4-BE49-F238E27FC236}">
                    <a16:creationId xmlns:a16="http://schemas.microsoft.com/office/drawing/2014/main" id="{7C61453D-DE39-4662-AB88-8ED21264416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23" name="Rectangle 122">
                <a:extLst>
                  <a:ext uri="{FF2B5EF4-FFF2-40B4-BE49-F238E27FC236}">
                    <a16:creationId xmlns:a16="http://schemas.microsoft.com/office/drawing/2014/main" id="{02065AA5-CF6E-4036-9C95-E6ED7FAE1E81}"/>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24" name="Rectangle 123">
                <a:extLst>
                  <a:ext uri="{FF2B5EF4-FFF2-40B4-BE49-F238E27FC236}">
                    <a16:creationId xmlns:a16="http://schemas.microsoft.com/office/drawing/2014/main" id="{732B8303-8773-45CF-AE9E-FAAA01B45705}"/>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5" name="Rectangle 124">
                <a:extLst>
                  <a:ext uri="{FF2B5EF4-FFF2-40B4-BE49-F238E27FC236}">
                    <a16:creationId xmlns:a16="http://schemas.microsoft.com/office/drawing/2014/main" id="{CD0A1452-734E-4B7F-AC8D-79005DAD6EE0}"/>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6" name="Rectangle 125">
                <a:extLst>
                  <a:ext uri="{FF2B5EF4-FFF2-40B4-BE49-F238E27FC236}">
                    <a16:creationId xmlns:a16="http://schemas.microsoft.com/office/drawing/2014/main" id="{3AD00B4D-D135-4852-A39A-E073FE81810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7" name="Rectangle 126">
                <a:extLst>
                  <a:ext uri="{FF2B5EF4-FFF2-40B4-BE49-F238E27FC236}">
                    <a16:creationId xmlns:a16="http://schemas.microsoft.com/office/drawing/2014/main" id="{62719995-B306-4AB6-AE05-BB37FE14D32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8" name="Rectangle 127">
                <a:extLst>
                  <a:ext uri="{FF2B5EF4-FFF2-40B4-BE49-F238E27FC236}">
                    <a16:creationId xmlns:a16="http://schemas.microsoft.com/office/drawing/2014/main" id="{C87CEDEC-5335-46AE-A8EB-21EA39E2D0D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9" name="Graphic 108" descr="Close with solid fill">
              <a:extLst>
                <a:ext uri="{FF2B5EF4-FFF2-40B4-BE49-F238E27FC236}">
                  <a16:creationId xmlns:a16="http://schemas.microsoft.com/office/drawing/2014/main" id="{61E895BC-CB5E-4270-869E-D54F17C547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10" name="Graphic 109" descr="Close with solid fill">
              <a:extLst>
                <a:ext uri="{FF2B5EF4-FFF2-40B4-BE49-F238E27FC236}">
                  <a16:creationId xmlns:a16="http://schemas.microsoft.com/office/drawing/2014/main" id="{1B94E3D4-553C-499B-9DF5-2197E01C414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11" name="Graphic 110" descr="Close with solid fill">
              <a:extLst>
                <a:ext uri="{FF2B5EF4-FFF2-40B4-BE49-F238E27FC236}">
                  <a16:creationId xmlns:a16="http://schemas.microsoft.com/office/drawing/2014/main" id="{5E19396A-9008-4312-AE83-2BB2A61AAB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12" name="Graphic 111" descr="Close with solid fill">
              <a:extLst>
                <a:ext uri="{FF2B5EF4-FFF2-40B4-BE49-F238E27FC236}">
                  <a16:creationId xmlns:a16="http://schemas.microsoft.com/office/drawing/2014/main" id="{EC1712A2-E51C-4A1A-8E5F-F32C88C3F5D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13" name="Graphic 112" descr="Close with solid fill">
              <a:extLst>
                <a:ext uri="{FF2B5EF4-FFF2-40B4-BE49-F238E27FC236}">
                  <a16:creationId xmlns:a16="http://schemas.microsoft.com/office/drawing/2014/main" id="{EE27F661-5077-44B9-8918-A3E211775E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14" name="Graphic 113" descr="Close with solid fill">
              <a:extLst>
                <a:ext uri="{FF2B5EF4-FFF2-40B4-BE49-F238E27FC236}">
                  <a16:creationId xmlns:a16="http://schemas.microsoft.com/office/drawing/2014/main" id="{F5BC1E47-D0A8-43BA-AF70-5CF916C2A43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5" name="Graphic 114" descr="Close with solid fill">
              <a:extLst>
                <a:ext uri="{FF2B5EF4-FFF2-40B4-BE49-F238E27FC236}">
                  <a16:creationId xmlns:a16="http://schemas.microsoft.com/office/drawing/2014/main" id="{024DF258-4DA8-409D-AD6B-FFFC3B346A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6" name="Graphic 115" descr="Close with solid fill">
              <a:extLst>
                <a:ext uri="{FF2B5EF4-FFF2-40B4-BE49-F238E27FC236}">
                  <a16:creationId xmlns:a16="http://schemas.microsoft.com/office/drawing/2014/main" id="{9470DFEB-B565-4957-A16E-BA787DA3CFC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7" name="Graphic 116" descr="Close with solid fill">
              <a:extLst>
                <a:ext uri="{FF2B5EF4-FFF2-40B4-BE49-F238E27FC236}">
                  <a16:creationId xmlns:a16="http://schemas.microsoft.com/office/drawing/2014/main" id="{9147AD86-E416-4DF6-A016-D31FEE5D72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8" name="Graphic 117" descr="Close with solid fill">
              <a:extLst>
                <a:ext uri="{FF2B5EF4-FFF2-40B4-BE49-F238E27FC236}">
                  <a16:creationId xmlns:a16="http://schemas.microsoft.com/office/drawing/2014/main" id="{52C87665-A8C3-49E9-A370-67E2C908B0F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pic>
        <p:nvPicPr>
          <p:cNvPr id="63" name="SPG Commodity Insights Black Small">
            <a:extLst>
              <a:ext uri="{FF2B5EF4-FFF2-40B4-BE49-F238E27FC236}">
                <a16:creationId xmlns:a16="http://schemas.microsoft.com/office/drawing/2014/main" id="{CAD4761C-286B-47ED-9FDF-7719D45A5E2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139034230"/>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24">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accent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4C3E0C-55B5-4DE0-B5B2-69464524EA73}"/>
              </a:ext>
            </a:extLst>
          </p:cNvPr>
          <p:cNvSpPr/>
          <p:nvPr/>
        </p:nvSpPr>
        <p:spPr>
          <a:xfrm>
            <a:off x="1" y="1470456"/>
            <a:ext cx="9143999" cy="3917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68580" rtlCol="0" anchor="ctr"/>
          <a:lstStyle/>
          <a:p>
            <a:pPr algn="ctr"/>
            <a:r>
              <a:rPr lang="en-US" sz="10500" b="1">
                <a:solidFill>
                  <a:schemeClr val="tx1"/>
                </a:solidFill>
              </a:rPr>
              <a:t>TITLES</a:t>
            </a:r>
          </a:p>
        </p:txBody>
      </p:sp>
      <p:cxnSp>
        <p:nvCxnSpPr>
          <p:cNvPr id="3" name="Straight Connector 2">
            <a:extLst>
              <a:ext uri="{FF2B5EF4-FFF2-40B4-BE49-F238E27FC236}">
                <a16:creationId xmlns:a16="http://schemas.microsoft.com/office/drawing/2014/main" id="{022CCD58-E913-4222-A444-63939C854ADE}"/>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213E7D0-2424-4345-B281-CB9243DFDB61}"/>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0E300AB-77EF-4C90-812E-630DDCE08B5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7" name="TextBox 6">
            <a:extLst>
              <a:ext uri="{FF2B5EF4-FFF2-40B4-BE49-F238E27FC236}">
                <a16:creationId xmlns:a16="http://schemas.microsoft.com/office/drawing/2014/main" id="{E24A0290-A315-497D-9B33-74C0E6247B1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44" name="Group 43">
            <a:extLst>
              <a:ext uri="{FF2B5EF4-FFF2-40B4-BE49-F238E27FC236}">
                <a16:creationId xmlns:a16="http://schemas.microsoft.com/office/drawing/2014/main" id="{F3B388A3-A225-4A74-8E1D-E94F037A1B83}"/>
              </a:ext>
            </a:extLst>
          </p:cNvPr>
          <p:cNvGrpSpPr/>
          <p:nvPr/>
        </p:nvGrpSpPr>
        <p:grpSpPr>
          <a:xfrm>
            <a:off x="-994" y="6871034"/>
            <a:ext cx="9144000" cy="143299"/>
            <a:chOff x="-1325" y="6871033"/>
            <a:chExt cx="12192000" cy="143299"/>
          </a:xfrm>
        </p:grpSpPr>
        <p:sp>
          <p:nvSpPr>
            <p:cNvPr id="45" name="Rectangle 44">
              <a:extLst>
                <a:ext uri="{FF2B5EF4-FFF2-40B4-BE49-F238E27FC236}">
                  <a16:creationId xmlns:a16="http://schemas.microsoft.com/office/drawing/2014/main" id="{969CFC21-52FC-470B-9A9C-D31718BFF401}"/>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46" name="Rectangle 45">
              <a:extLst>
                <a:ext uri="{FF2B5EF4-FFF2-40B4-BE49-F238E27FC236}">
                  <a16:creationId xmlns:a16="http://schemas.microsoft.com/office/drawing/2014/main" id="{5DC9E8DB-99B7-466F-9024-BCB317955DD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47" name="Rectangle 46">
            <a:extLst>
              <a:ext uri="{FF2B5EF4-FFF2-40B4-BE49-F238E27FC236}">
                <a16:creationId xmlns:a16="http://schemas.microsoft.com/office/drawing/2014/main" id="{A9491120-B700-4F1A-9AF2-4C88E6F7F35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56" name="Rectangle 55">
            <a:extLst>
              <a:ext uri="{FF2B5EF4-FFF2-40B4-BE49-F238E27FC236}">
                <a16:creationId xmlns:a16="http://schemas.microsoft.com/office/drawing/2014/main" id="{2E700D65-AB2C-414C-AA5F-5FCE269088B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57" name="Group 56">
            <a:extLst>
              <a:ext uri="{FF2B5EF4-FFF2-40B4-BE49-F238E27FC236}">
                <a16:creationId xmlns:a16="http://schemas.microsoft.com/office/drawing/2014/main" id="{D8F8BA5A-0ABA-4A18-B54A-FAD24265311A}"/>
              </a:ext>
            </a:extLst>
          </p:cNvPr>
          <p:cNvGrpSpPr/>
          <p:nvPr/>
        </p:nvGrpSpPr>
        <p:grpSpPr>
          <a:xfrm>
            <a:off x="9192986" y="1051487"/>
            <a:ext cx="954405" cy="3085386"/>
            <a:chOff x="12257314" y="1051487"/>
            <a:chExt cx="1272540" cy="3085386"/>
          </a:xfrm>
        </p:grpSpPr>
        <p:sp>
          <p:nvSpPr>
            <p:cNvPr id="58" name="Rectangle 57">
              <a:extLst>
                <a:ext uri="{FF2B5EF4-FFF2-40B4-BE49-F238E27FC236}">
                  <a16:creationId xmlns:a16="http://schemas.microsoft.com/office/drawing/2014/main" id="{91EBA518-533A-400E-B849-B9D23022CC7F}"/>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59" name="TextBox 58">
              <a:extLst>
                <a:ext uri="{FF2B5EF4-FFF2-40B4-BE49-F238E27FC236}">
                  <a16:creationId xmlns:a16="http://schemas.microsoft.com/office/drawing/2014/main" id="{29E6CABB-0C73-43D0-9AD2-26AB78C6212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60" name="Freeform: Shape 59">
              <a:extLst>
                <a:ext uri="{FF2B5EF4-FFF2-40B4-BE49-F238E27FC236}">
                  <a16:creationId xmlns:a16="http://schemas.microsoft.com/office/drawing/2014/main" id="{51489F82-188A-425B-B896-AFAAC8C22A1D}"/>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 name="TextBox 60">
              <a:extLst>
                <a:ext uri="{FF2B5EF4-FFF2-40B4-BE49-F238E27FC236}">
                  <a16:creationId xmlns:a16="http://schemas.microsoft.com/office/drawing/2014/main" id="{7A2F8161-7463-4264-9ABD-6A83ED0887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62" name="Freeform: Shape 61">
              <a:extLst>
                <a:ext uri="{FF2B5EF4-FFF2-40B4-BE49-F238E27FC236}">
                  <a16:creationId xmlns:a16="http://schemas.microsoft.com/office/drawing/2014/main" id="{0B2DA704-DCF3-43AA-B57E-991967C0B12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3" name="Freeform: Shape 62">
              <a:extLst>
                <a:ext uri="{FF2B5EF4-FFF2-40B4-BE49-F238E27FC236}">
                  <a16:creationId xmlns:a16="http://schemas.microsoft.com/office/drawing/2014/main" id="{66AC24C3-6344-400B-A735-83B1C60D57DE}"/>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4" name="TextBox 63">
              <a:extLst>
                <a:ext uri="{FF2B5EF4-FFF2-40B4-BE49-F238E27FC236}">
                  <a16:creationId xmlns:a16="http://schemas.microsoft.com/office/drawing/2014/main" id="{5BBB03F8-B15E-461D-9E39-01E83FE1AAF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65" name="Picture 64">
              <a:extLst>
                <a:ext uri="{FF2B5EF4-FFF2-40B4-BE49-F238E27FC236}">
                  <a16:creationId xmlns:a16="http://schemas.microsoft.com/office/drawing/2014/main" id="{61FE011A-D899-4922-95FA-F44D6AEAB90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66" name="Rectangle 65">
              <a:extLst>
                <a:ext uri="{FF2B5EF4-FFF2-40B4-BE49-F238E27FC236}">
                  <a16:creationId xmlns:a16="http://schemas.microsoft.com/office/drawing/2014/main" id="{B85532A6-F432-4390-B2EB-0FA8D04F8D8D}"/>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67" name="Rectangle 66">
              <a:extLst>
                <a:ext uri="{FF2B5EF4-FFF2-40B4-BE49-F238E27FC236}">
                  <a16:creationId xmlns:a16="http://schemas.microsoft.com/office/drawing/2014/main" id="{33D7CBBF-AFFE-411B-925D-CAF1D572E936}"/>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8" name="Rectangle 67">
              <a:extLst>
                <a:ext uri="{FF2B5EF4-FFF2-40B4-BE49-F238E27FC236}">
                  <a16:creationId xmlns:a16="http://schemas.microsoft.com/office/drawing/2014/main" id="{B7ADD296-A7E2-4A1B-B5DC-16D1BFAC9B70}"/>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69" name="Rectangle 68">
              <a:extLst>
                <a:ext uri="{FF2B5EF4-FFF2-40B4-BE49-F238E27FC236}">
                  <a16:creationId xmlns:a16="http://schemas.microsoft.com/office/drawing/2014/main" id="{05B98BEE-B769-49E3-9745-4C88CCA131E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70" name="Group 69">
              <a:extLst>
                <a:ext uri="{FF2B5EF4-FFF2-40B4-BE49-F238E27FC236}">
                  <a16:creationId xmlns:a16="http://schemas.microsoft.com/office/drawing/2014/main" id="{E9613116-74CF-438D-840E-1067A38170B7}"/>
                </a:ext>
              </a:extLst>
            </p:cNvPr>
            <p:cNvGrpSpPr/>
            <p:nvPr/>
          </p:nvGrpSpPr>
          <p:grpSpPr>
            <a:xfrm>
              <a:off x="12364752" y="2345932"/>
              <a:ext cx="1055431" cy="88186"/>
              <a:chOff x="914335" y="6913770"/>
              <a:chExt cx="1109884" cy="100584"/>
            </a:xfrm>
            <a:noFill/>
          </p:grpSpPr>
          <p:sp>
            <p:nvSpPr>
              <p:cNvPr id="81" name="Rectangle 80">
                <a:extLst>
                  <a:ext uri="{FF2B5EF4-FFF2-40B4-BE49-F238E27FC236}">
                    <a16:creationId xmlns:a16="http://schemas.microsoft.com/office/drawing/2014/main" id="{13A9E7CF-1375-455F-AEF5-84218092A28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82" name="Rectangle 81">
                <a:extLst>
                  <a:ext uri="{FF2B5EF4-FFF2-40B4-BE49-F238E27FC236}">
                    <a16:creationId xmlns:a16="http://schemas.microsoft.com/office/drawing/2014/main" id="{71806FBA-06CD-4973-900D-9FB499FA0269}"/>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83" name="Rectangle 82">
                <a:extLst>
                  <a:ext uri="{FF2B5EF4-FFF2-40B4-BE49-F238E27FC236}">
                    <a16:creationId xmlns:a16="http://schemas.microsoft.com/office/drawing/2014/main" id="{D3B72C86-2C17-4216-9A40-9D760EED7141}"/>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84" name="Rectangle 83">
                <a:extLst>
                  <a:ext uri="{FF2B5EF4-FFF2-40B4-BE49-F238E27FC236}">
                    <a16:creationId xmlns:a16="http://schemas.microsoft.com/office/drawing/2014/main" id="{00BFC6EE-B0F8-44B4-98A4-C3E5AE24EC5C}"/>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85" name="Rectangle 84">
                <a:extLst>
                  <a:ext uri="{FF2B5EF4-FFF2-40B4-BE49-F238E27FC236}">
                    <a16:creationId xmlns:a16="http://schemas.microsoft.com/office/drawing/2014/main" id="{95AB9B84-E04A-4C6D-888C-79F780F7A5D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86" name="Rectangle 85">
                <a:extLst>
                  <a:ext uri="{FF2B5EF4-FFF2-40B4-BE49-F238E27FC236}">
                    <a16:creationId xmlns:a16="http://schemas.microsoft.com/office/drawing/2014/main" id="{DAFC5FDA-7F74-4138-9FE3-09DC32B1533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87" name="Rectangle 86">
                <a:extLst>
                  <a:ext uri="{FF2B5EF4-FFF2-40B4-BE49-F238E27FC236}">
                    <a16:creationId xmlns:a16="http://schemas.microsoft.com/office/drawing/2014/main" id="{09CE081C-E999-438C-9774-B70652A2E9EE}"/>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88" name="Rectangle 87">
                <a:extLst>
                  <a:ext uri="{FF2B5EF4-FFF2-40B4-BE49-F238E27FC236}">
                    <a16:creationId xmlns:a16="http://schemas.microsoft.com/office/drawing/2014/main" id="{BDBE862E-F5D1-474E-B686-AA4C04F3412F}"/>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89" name="Rectangle 88">
                <a:extLst>
                  <a:ext uri="{FF2B5EF4-FFF2-40B4-BE49-F238E27FC236}">
                    <a16:creationId xmlns:a16="http://schemas.microsoft.com/office/drawing/2014/main" id="{C2EA266E-FD12-4BEE-9446-46140D207DC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90" name="Rectangle 89">
                <a:extLst>
                  <a:ext uri="{FF2B5EF4-FFF2-40B4-BE49-F238E27FC236}">
                    <a16:creationId xmlns:a16="http://schemas.microsoft.com/office/drawing/2014/main" id="{9B1DD96E-6264-4367-BA58-AA643B072739}"/>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71" name="Graphic 70" descr="Close with solid fill">
              <a:extLst>
                <a:ext uri="{FF2B5EF4-FFF2-40B4-BE49-F238E27FC236}">
                  <a16:creationId xmlns:a16="http://schemas.microsoft.com/office/drawing/2014/main" id="{951DD323-9321-429F-A856-F3DC807ADC4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72" name="Graphic 71" descr="Close with solid fill">
              <a:extLst>
                <a:ext uri="{FF2B5EF4-FFF2-40B4-BE49-F238E27FC236}">
                  <a16:creationId xmlns:a16="http://schemas.microsoft.com/office/drawing/2014/main" id="{47B125F9-6B4E-4360-AD71-F59EBC47A4C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73" name="Graphic 72" descr="Close with solid fill">
              <a:extLst>
                <a:ext uri="{FF2B5EF4-FFF2-40B4-BE49-F238E27FC236}">
                  <a16:creationId xmlns:a16="http://schemas.microsoft.com/office/drawing/2014/main" id="{FDFEA8AC-D736-44DA-A697-BAFC7F6C2E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74" name="Graphic 73" descr="Close with solid fill">
              <a:extLst>
                <a:ext uri="{FF2B5EF4-FFF2-40B4-BE49-F238E27FC236}">
                  <a16:creationId xmlns:a16="http://schemas.microsoft.com/office/drawing/2014/main" id="{CF370586-6E00-45AF-89CA-CBE94D1E06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75" name="Graphic 74" descr="Close with solid fill">
              <a:extLst>
                <a:ext uri="{FF2B5EF4-FFF2-40B4-BE49-F238E27FC236}">
                  <a16:creationId xmlns:a16="http://schemas.microsoft.com/office/drawing/2014/main" id="{9BEDABCC-D746-4379-B29B-AC322759C9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76" name="Graphic 75" descr="Close with solid fill">
              <a:extLst>
                <a:ext uri="{FF2B5EF4-FFF2-40B4-BE49-F238E27FC236}">
                  <a16:creationId xmlns:a16="http://schemas.microsoft.com/office/drawing/2014/main" id="{4893EDB0-59CE-4468-8F52-E010D12251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77" name="Graphic 76" descr="Close with solid fill">
              <a:extLst>
                <a:ext uri="{FF2B5EF4-FFF2-40B4-BE49-F238E27FC236}">
                  <a16:creationId xmlns:a16="http://schemas.microsoft.com/office/drawing/2014/main" id="{2202027E-71FC-48D0-8412-8BB6C25716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78" name="Graphic 77" descr="Close with solid fill">
              <a:extLst>
                <a:ext uri="{FF2B5EF4-FFF2-40B4-BE49-F238E27FC236}">
                  <a16:creationId xmlns:a16="http://schemas.microsoft.com/office/drawing/2014/main" id="{2FC27ED8-9CD5-41A5-B5ED-AD936C1B214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79" name="Graphic 78" descr="Close with solid fill">
              <a:extLst>
                <a:ext uri="{FF2B5EF4-FFF2-40B4-BE49-F238E27FC236}">
                  <a16:creationId xmlns:a16="http://schemas.microsoft.com/office/drawing/2014/main" id="{A5D06075-8D57-4D2B-B764-30B6ABC66F5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80" name="Graphic 79" descr="Close with solid fill">
              <a:extLst>
                <a:ext uri="{FF2B5EF4-FFF2-40B4-BE49-F238E27FC236}">
                  <a16:creationId xmlns:a16="http://schemas.microsoft.com/office/drawing/2014/main" id="{A8DDD2F4-42B9-4C4F-8C2F-A36CB27753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823616459"/>
      </p:ext>
    </p:extLst>
  </p:cSld>
  <p:clrMapOvr>
    <a:masterClrMapping/>
  </p:clrMapOvr>
  <p:hf hdr="0" ftr="0" dt="0"/>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able of Contents">
    <p:bg>
      <p:bgRef idx="1001">
        <a:schemeClr val="bg1"/>
      </p:bgRef>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C800B4E-860B-417F-BB29-99B57E549B50}"/>
              </a:ext>
            </a:extLst>
          </p:cNvPr>
          <p:cNvSpPr>
            <a:spLocks noGrp="1"/>
          </p:cNvSpPr>
          <p:nvPr>
            <p:ph type="body" sz="quarter" idx="14" hasCustomPrompt="1"/>
          </p:nvPr>
        </p:nvSpPr>
        <p:spPr>
          <a:xfrm>
            <a:off x="4955382" y="1955800"/>
            <a:ext cx="3769519" cy="4249738"/>
          </a:xfrm>
        </p:spPr>
        <p:txBody>
          <a:bodyPr/>
          <a:lstStyle>
            <a:lvl1pPr marL="0" indent="0">
              <a:buFont typeface="Arial" panose="020B0604020202020204" pitchFamily="34" charset="0"/>
              <a:buChar char="​"/>
              <a:defRPr/>
            </a:lvl1pPr>
            <a:lvl2pPr marL="171450" indent="-171450">
              <a:defRPr/>
            </a:lvl2pPr>
          </a:lstStyle>
          <a:p>
            <a:pPr lvl="0"/>
            <a:r>
              <a:rPr lang="en-US"/>
              <a:t>[Click to add content items]</a:t>
            </a:r>
          </a:p>
          <a:p>
            <a:pPr lvl="1"/>
            <a:r>
              <a:rPr lang="en-US"/>
              <a:t>Second level</a:t>
            </a:r>
          </a:p>
        </p:txBody>
      </p:sp>
      <p:sp>
        <p:nvSpPr>
          <p:cNvPr id="3" name="Date Placeholder 2">
            <a:extLst>
              <a:ext uri="{FF2B5EF4-FFF2-40B4-BE49-F238E27FC236}">
                <a16:creationId xmlns:a16="http://schemas.microsoft.com/office/drawing/2014/main" id="{013EEB24-B437-445E-BC0C-6266A645BE70}"/>
              </a:ext>
            </a:extLst>
          </p:cNvPr>
          <p:cNvSpPr>
            <a:spLocks noGrp="1"/>
          </p:cNvSpPr>
          <p:nvPr>
            <p:ph type="dt" sz="half" idx="10"/>
          </p:nvPr>
        </p:nvSpPr>
        <p:spPr/>
        <p:txBody>
          <a:bodyPr/>
          <a:lstStyle/>
          <a:p>
            <a:fld id="{B9051D01-D692-4173-9D9A-014169CC6598}" type="datetime4">
              <a:rPr lang="en-US" smtClean="0"/>
              <a:t>August 13, 2025</a:t>
            </a:fld>
            <a:endParaRPr lang="en-US"/>
          </a:p>
        </p:txBody>
      </p:sp>
      <p:sp>
        <p:nvSpPr>
          <p:cNvPr id="4" name="Footer Placeholder 3">
            <a:extLst>
              <a:ext uri="{FF2B5EF4-FFF2-40B4-BE49-F238E27FC236}">
                <a16:creationId xmlns:a16="http://schemas.microsoft.com/office/drawing/2014/main" id="{D902682C-9645-49CB-B172-BAA7F6EF0E05}"/>
              </a:ext>
            </a:extLst>
          </p:cNvPr>
          <p:cNvSpPr>
            <a:spLocks noGrp="1"/>
          </p:cNvSpPr>
          <p:nvPr>
            <p:ph type="ftr" sz="quarter" idx="11"/>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CC8E1BF1-FE4A-46AB-98F2-7D703B37EFBB}"/>
              </a:ext>
            </a:extLst>
          </p:cNvPr>
          <p:cNvSpPr>
            <a:spLocks noGrp="1"/>
          </p:cNvSpPr>
          <p:nvPr>
            <p:ph type="sldNum" sz="quarter" idx="12"/>
          </p:nvPr>
        </p:nvSpPr>
        <p:spPr/>
        <p:txBody>
          <a:bodyPr/>
          <a:lstStyle/>
          <a:p>
            <a:fld id="{5CFA18E4-D58E-4B28-B105-28D9665A8EBC}" type="slidenum">
              <a:rPr lang="en-US" smtClean="0"/>
              <a:pPr/>
              <a:t>‹#›</a:t>
            </a:fld>
            <a:endParaRPr lang="en-US"/>
          </a:p>
        </p:txBody>
      </p:sp>
      <p:sp>
        <p:nvSpPr>
          <p:cNvPr id="21" name="Title 1">
            <a:extLst>
              <a:ext uri="{FF2B5EF4-FFF2-40B4-BE49-F238E27FC236}">
                <a16:creationId xmlns:a16="http://schemas.microsoft.com/office/drawing/2014/main" id="{CC1BE429-C3BF-4A3B-ABAB-1DEBDFEA64A1}"/>
              </a:ext>
            </a:extLst>
          </p:cNvPr>
          <p:cNvSpPr>
            <a:spLocks noGrp="1"/>
          </p:cNvSpPr>
          <p:nvPr>
            <p:ph type="title" hasCustomPrompt="1"/>
          </p:nvPr>
        </p:nvSpPr>
        <p:spPr>
          <a:xfrm>
            <a:off x="419099" y="1955801"/>
            <a:ext cx="3044952" cy="4249738"/>
          </a:xfrm>
          <a:prstGeom prst="rect">
            <a:avLst/>
          </a:prstGeom>
        </p:spPr>
        <p:txBody>
          <a:bodyPr>
            <a:normAutofit/>
          </a:bodyPr>
          <a:lstStyle>
            <a:lvl1pPr>
              <a:defRPr sz="3000"/>
            </a:lvl1pPr>
          </a:lstStyle>
          <a:p>
            <a:r>
              <a:rPr lang="en-US"/>
              <a:t>[Add Table of Contents title text here]</a:t>
            </a:r>
          </a:p>
        </p:txBody>
      </p:sp>
    </p:spTree>
    <p:extLst>
      <p:ext uri="{BB962C8B-B14F-4D97-AF65-F5344CB8AC3E}">
        <p14:creationId xmlns:p14="http://schemas.microsoft.com/office/powerpoint/2010/main" val="1186681578"/>
      </p:ext>
    </p:extLst>
  </p:cSld>
  <p:clrMapOvr>
    <a:overrideClrMapping bg1="lt1" tx1="dk1" bg2="lt2" tx2="dk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p:cSld name="Title Image Top">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BBBE1557-BB22-495E-A5C7-D2F25E1F6819}"/>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C6F1309B-0845-4EB2-A3CA-C07F324EFAA6}"/>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4031439D-13AF-4415-A3CA-F328745318A0}"/>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785F783B-8563-4B40-8E71-E66B9701C0EB}"/>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9160E239-D8BE-43CF-ACD4-E35D16194422}"/>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B4BBAE14-FB62-4D6A-B79C-AFB8121868C0}"/>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59BB5C7-E865-464E-99BF-7DA91B3F13B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ED9518A-784E-4E5C-AF5F-CF9C0F050DC8}"/>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2D06CB30-646E-4F84-9926-BF27349370AB}"/>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FBBDBCC-707F-4D78-9298-8E40AB2F8B15}"/>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D9AB454-D37B-4481-8B49-942B6DBFF517}"/>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B9F46618-918C-429E-807F-83C53CFE919E}"/>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89CD463-234E-48C6-AC26-710872AB6DBA}"/>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A60D699-170D-41A0-856D-C14CCA21581D}"/>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85A9B8A-9140-4969-A330-88AA14280A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3694176"/>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5219273"/>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3694176"/>
            <a:ext cx="2276856" cy="1882760"/>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571195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1"/>
            <a:ext cx="9143999" cy="3163824"/>
          </a:xfrm>
          <a:blipFill>
            <a:blip r:embed="rId2"/>
            <a:stretch>
              <a:fillRect l="-296" t="-145918" r="-226" b="-814"/>
            </a:stretch>
          </a:blipFill>
        </p:spPr>
        <p:txBody>
          <a:bodyPr lIns="182880" tIns="182880" rIns="182880" bIns="274320" anchor="ctr"/>
          <a:lstStyle>
            <a:lvl1pPr marL="0" indent="0" algn="ctr">
              <a:buNone/>
              <a:defRPr>
                <a:solidFill>
                  <a:schemeClr val="bg1"/>
                </a:solidFill>
              </a:defRPr>
            </a:lvl1pPr>
          </a:lstStyle>
          <a:p>
            <a:r>
              <a:rPr lang="en-US"/>
              <a:t>[Insert photo]</a:t>
            </a:r>
          </a:p>
        </p:txBody>
      </p:sp>
      <p:cxnSp>
        <p:nvCxnSpPr>
          <p:cNvPr id="13" name="Straight Connector 12">
            <a:extLst>
              <a:ext uri="{FF2B5EF4-FFF2-40B4-BE49-F238E27FC236}">
                <a16:creationId xmlns:a16="http://schemas.microsoft.com/office/drawing/2014/main" id="{08948813-BD31-401D-947E-A68473B16E47}"/>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5BD2BDA-4FB2-4A64-86F9-1C049DA7BFB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0C37F7A-AFEB-48BE-9360-1DC8818B1B57}"/>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FA4F43D1-4FC5-4E72-95A2-C839C4CA70AB}"/>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75BB7E29-E753-4218-8C9C-1AFC75516E91}"/>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29835C22-9DD0-496B-ADA2-3CFD10CA69B7}"/>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9EA9AED8-584D-46FB-A854-F952181D7615}"/>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5C1F9D4B-D63F-4564-BD0E-084CE5AAC88B}"/>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610388E5-E199-4F30-A96A-E840D73E7CC1}"/>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EB267F69-C734-464D-852C-7896A463057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DB80902A-0337-49B6-A970-46A0527D0E0D}"/>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C2386192-4742-4F77-90BF-50C5B70854A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3D433B76-F654-45B0-9586-8C245C164DA6}"/>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DA255500-2749-40DA-A2FF-70864371AF70}"/>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B0C2181A-ED35-404D-8026-684608EF6B80}"/>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27296448-139C-4F01-A14D-15722F35163F}"/>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E33143CA-9D13-4F4A-8C01-B78AA54A792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8CF64805-0404-409D-B105-04BE37A04DC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125386A3-CCBD-4F99-9D32-7B68DD6EBB6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DE811315-C6BC-4C0F-B02D-E63B055629A2}"/>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024B546B-84DC-49B0-8EAD-3D4DB0F07888}"/>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AB24C22C-6872-4AE2-9022-3D80006962F8}"/>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91F4FC11-B475-40C9-A974-5E3408B02122}"/>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276F84D4-EFD3-4BC4-B8CD-60E2C8462E9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0A509DAD-D512-4B56-8E5B-852215ED2B17}"/>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AA564A51-524B-4609-BF6D-02F1B5736CF8}"/>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0DB3A0A9-DB3B-4FC2-B816-0A78DEB0FEA9}"/>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5A1B5251-5ECD-425E-9D18-04E5BDD538B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7AC9EE80-C4D5-4760-95C8-2A2845A3D7F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6702FB2F-FF5E-4BB9-B445-FDE9BD71A06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022FE141-25C6-408E-BD22-B21B2F2FA36D}"/>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4AC9BC2F-C6B3-4F64-A5B6-0EFC23121B3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7DAF1033-109C-4E13-9963-B3C23E228261}"/>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C2E51B02-8A90-4B70-84C7-E0CCBB07B67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5CE932C8-B51E-4E95-9353-8480DEE7DA6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BDAC980E-1608-43DF-8E32-D4B8C85DF44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C7C660C9-5A1C-48F5-AA59-0F0EF25335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56DD4738-D7E8-4356-B8D3-C2723A45C5D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C587F34B-E173-43A3-9474-3B8947515D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5D6569B9-625E-45B0-93D5-90ACD31785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47973CCE-3FCA-48E2-890C-384F8BA064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8CD999C3-CEF2-4EF3-884E-C307F1542B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73D325FF-8039-47EF-BF3B-19C79457D2B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643BF373-2625-4604-ABB7-5A28399EC8C0}"/>
              </a:ext>
            </a:extLst>
          </p:cNvPr>
          <p:cNvSpPr>
            <a:spLocks noGrp="1"/>
          </p:cNvSpPr>
          <p:nvPr>
            <p:ph type="dt" sz="half" idx="18"/>
          </p:nvPr>
        </p:nvSpPr>
        <p:spPr>
          <a:xfrm>
            <a:off x="-67192" y="6786726"/>
            <a:ext cx="43873" cy="56034"/>
          </a:xfrm>
        </p:spPr>
        <p:txBody>
          <a:bodyPr/>
          <a:lstStyle>
            <a:lvl1pPr>
              <a:defRPr sz="100">
                <a:noFill/>
              </a:defRPr>
            </a:lvl1pPr>
          </a:lstStyle>
          <a:p>
            <a:fld id="{46BAAD94-E9CA-4657-9820-B02A53B2C794}" type="datetime4">
              <a:rPr lang="en-US" smtClean="0"/>
              <a:t>August 13, 2025</a:t>
            </a:fld>
            <a:endParaRPr lang="en-US"/>
          </a:p>
        </p:txBody>
      </p:sp>
      <p:sp>
        <p:nvSpPr>
          <p:cNvPr id="4" name="Footer Placeholder 3">
            <a:extLst>
              <a:ext uri="{FF2B5EF4-FFF2-40B4-BE49-F238E27FC236}">
                <a16:creationId xmlns:a16="http://schemas.microsoft.com/office/drawing/2014/main" id="{E4D3C8FF-26C1-4663-8C2F-EB432D23C8F1}"/>
              </a:ext>
            </a:extLst>
          </p:cNvPr>
          <p:cNvSpPr>
            <a:spLocks noGrp="1"/>
          </p:cNvSpPr>
          <p:nvPr>
            <p:ph type="ftr" sz="quarter" idx="19"/>
          </p:nvPr>
        </p:nvSpPr>
        <p:spPr>
          <a:xfrm>
            <a:off x="4627538" y="6403792"/>
            <a:ext cx="4096822"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39741434-98FA-4866-91A6-B5C7E0370230}"/>
              </a:ext>
            </a:extLst>
          </p:cNvPr>
          <p:cNvSpPr>
            <a:spLocks noGrp="1"/>
          </p:cNvSpPr>
          <p:nvPr>
            <p:ph type="sldNum" sz="quarter" idx="20"/>
          </p:nvPr>
        </p:nvSpPr>
        <p:spPr>
          <a:xfrm>
            <a:off x="9157677" y="6786726"/>
            <a:ext cx="43873" cy="56034"/>
          </a:xfrm>
        </p:spPr>
        <p:txBody>
          <a:bodyPr/>
          <a:lstStyle>
            <a:lvl1pPr>
              <a:defRPr>
                <a:noFill/>
              </a:defRPr>
            </a:lvl1pPr>
          </a:lstStyle>
          <a:p>
            <a:fld id="{5CFA18E4-D58E-4B28-B105-28D9665A8EBC}" type="slidenum">
              <a:rPr lang="en-US" smtClean="0"/>
              <a:pPr/>
              <a:t>‹#›</a:t>
            </a:fld>
            <a:endParaRPr lang="en-US"/>
          </a:p>
        </p:txBody>
      </p:sp>
      <p:pic>
        <p:nvPicPr>
          <p:cNvPr id="71" name="SPG Commodity Insights Colorful Big">
            <a:extLst>
              <a:ext uri="{FF2B5EF4-FFF2-40B4-BE49-F238E27FC236}">
                <a16:creationId xmlns:a16="http://schemas.microsoft.com/office/drawing/2014/main" id="{4499304B-23EF-45C6-8DEC-8DA7910562B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5722822"/>
            <a:ext cx="2071116" cy="960692"/>
          </a:xfrm>
          <a:prstGeom prst="rect">
            <a:avLst/>
          </a:prstGeom>
        </p:spPr>
      </p:pic>
    </p:spTree>
    <p:extLst>
      <p:ext uri="{BB962C8B-B14F-4D97-AF65-F5344CB8AC3E}">
        <p14:creationId xmlns:p14="http://schemas.microsoft.com/office/powerpoint/2010/main" val="3861353968"/>
      </p:ext>
    </p:extLst>
  </p:cSld>
  <p:clrMapOvr>
    <a:masterClrMapping/>
  </p:clrMapOvr>
  <p:hf hdr="0" ftr="0" dt="0"/>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p:cSld name="Title Image Bottom">
    <p:bg>
      <p:bgRef idx="1001">
        <a:schemeClr val="bg1"/>
      </p:bgRef>
    </p:bg>
    <p:spTree>
      <p:nvGrpSpPr>
        <p:cNvPr id="1" name=""/>
        <p:cNvGrpSpPr/>
        <p:nvPr/>
      </p:nvGrpSpPr>
      <p:grpSpPr>
        <a:xfrm>
          <a:off x="0" y="0"/>
          <a:ext cx="0" cy="0"/>
          <a:chOff x="0" y="0"/>
          <a:chExt cx="0" cy="0"/>
        </a:xfrm>
      </p:grpSpPr>
      <p:grpSp>
        <p:nvGrpSpPr>
          <p:cNvPr id="74" name="Group 73">
            <a:extLst>
              <a:ext uri="{FF2B5EF4-FFF2-40B4-BE49-F238E27FC236}">
                <a16:creationId xmlns:a16="http://schemas.microsoft.com/office/drawing/2014/main" id="{E170B52A-0574-4B5D-96F3-FC522D16D7B4}"/>
              </a:ext>
            </a:extLst>
          </p:cNvPr>
          <p:cNvGrpSpPr/>
          <p:nvPr/>
        </p:nvGrpSpPr>
        <p:grpSpPr>
          <a:xfrm>
            <a:off x="9144747" y="647701"/>
            <a:ext cx="104748" cy="5046663"/>
            <a:chOff x="12192996" y="647700"/>
            <a:chExt cx="139664" cy="5046663"/>
          </a:xfrm>
        </p:grpSpPr>
        <p:cxnSp>
          <p:nvCxnSpPr>
            <p:cNvPr id="75" name="Straight Connector 74">
              <a:extLst>
                <a:ext uri="{FF2B5EF4-FFF2-40B4-BE49-F238E27FC236}">
                  <a16:creationId xmlns:a16="http://schemas.microsoft.com/office/drawing/2014/main" id="{86E61D24-3A89-4ED7-8C27-1DE6C4E39465}"/>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6" name="Group 75">
              <a:extLst>
                <a:ext uri="{FF2B5EF4-FFF2-40B4-BE49-F238E27FC236}">
                  <a16:creationId xmlns:a16="http://schemas.microsoft.com/office/drawing/2014/main" id="{BF823CB6-1E2E-474A-8F24-AFA2BD8FE923}"/>
                </a:ext>
              </a:extLst>
            </p:cNvPr>
            <p:cNvGrpSpPr/>
            <p:nvPr/>
          </p:nvGrpSpPr>
          <p:grpSpPr>
            <a:xfrm>
              <a:off x="12202508" y="647700"/>
              <a:ext cx="130152" cy="5046663"/>
              <a:chOff x="12202508" y="647700"/>
              <a:chExt cx="130152" cy="5046663"/>
            </a:xfrm>
          </p:grpSpPr>
          <p:cxnSp>
            <p:nvCxnSpPr>
              <p:cNvPr id="77" name="Straight Connector 76">
                <a:extLst>
                  <a:ext uri="{FF2B5EF4-FFF2-40B4-BE49-F238E27FC236}">
                    <a16:creationId xmlns:a16="http://schemas.microsoft.com/office/drawing/2014/main" id="{F63CDFBB-CA4D-452A-9F16-21101C658068}"/>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1DF75DE8-F58C-409F-9E8B-5B3C50FF979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28FDD5A-ADCD-425E-9D38-F1ABB2E9C078}"/>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6C7B8A-E643-4A36-B5D8-444B203808EC}"/>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9B6BCEA-F916-4A16-95EC-42595163C24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2" name="Group 81">
            <a:extLst>
              <a:ext uri="{FF2B5EF4-FFF2-40B4-BE49-F238E27FC236}">
                <a16:creationId xmlns:a16="http://schemas.microsoft.com/office/drawing/2014/main" id="{8A537E61-9D33-4D4E-BB91-503A585F7057}"/>
              </a:ext>
            </a:extLst>
          </p:cNvPr>
          <p:cNvGrpSpPr/>
          <p:nvPr/>
        </p:nvGrpSpPr>
        <p:grpSpPr>
          <a:xfrm>
            <a:off x="-97614" y="647701"/>
            <a:ext cx="97614" cy="5046663"/>
            <a:chOff x="-130152" y="647700"/>
            <a:chExt cx="130152" cy="5046663"/>
          </a:xfrm>
        </p:grpSpPr>
        <p:cxnSp>
          <p:nvCxnSpPr>
            <p:cNvPr id="83" name="Straight Connector 82">
              <a:extLst>
                <a:ext uri="{FF2B5EF4-FFF2-40B4-BE49-F238E27FC236}">
                  <a16:creationId xmlns:a16="http://schemas.microsoft.com/office/drawing/2014/main" id="{7EF041C5-6A09-493D-AF10-E4B72F1B1431}"/>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3D4408F-3624-4ACD-A913-24255D97162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7757F981-6113-4F8C-BF04-B00633B7C041}"/>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F0C08679-F038-4FAD-B1EE-1F376677A0A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A0148F8-6877-42F6-A888-EAB9B0EFF046}"/>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1A7A113C-106B-4BDD-8FDB-9D861C1DD1FB}"/>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24787" y="1294994"/>
            <a:ext cx="5335524" cy="1399572"/>
          </a:xfrm>
          <a:prstGeom prst="rect">
            <a:avLst/>
          </a:prstGeom>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0" y="2820091"/>
            <a:ext cx="5335525" cy="475091"/>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6447504" y="647701"/>
            <a:ext cx="2276856" cy="209939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6447504" y="2902161"/>
            <a:ext cx="2276856" cy="214805"/>
          </a:xfrm>
        </p:spPr>
        <p:txBody>
          <a:bodyPr>
            <a:no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sp>
        <p:nvSpPr>
          <p:cNvPr id="19" name="Picture Placeholder 6">
            <a:extLst>
              <a:ext uri="{FF2B5EF4-FFF2-40B4-BE49-F238E27FC236}">
                <a16:creationId xmlns:a16="http://schemas.microsoft.com/office/drawing/2014/main" id="{49C3F766-EA21-430B-B510-A5ED94165EB6}"/>
              </a:ext>
            </a:extLst>
          </p:cNvPr>
          <p:cNvSpPr>
            <a:spLocks noGrp="1"/>
          </p:cNvSpPr>
          <p:nvPr>
            <p:ph type="pic" sz="quarter" idx="13" hasCustomPrompt="1"/>
          </p:nvPr>
        </p:nvSpPr>
        <p:spPr>
          <a:xfrm>
            <a:off x="1" y="3694176"/>
            <a:ext cx="9143999" cy="3163824"/>
          </a:xfrm>
          <a:blipFill>
            <a:blip r:embed="rId2"/>
            <a:stretch>
              <a:fillRect l="-724" t="-148456" r="-500"/>
            </a:stretch>
          </a:blipFill>
        </p:spPr>
        <p:txBody>
          <a:bodyPr lIns="182880" tIns="182880" rIns="182880" bIns="274320" anchor="ctr"/>
          <a:lstStyle>
            <a:lvl1pPr marL="0" indent="0" algn="ctr">
              <a:buNone/>
              <a:defRPr>
                <a:solidFill>
                  <a:schemeClr val="tx1"/>
                </a:solidFill>
              </a:defRPr>
            </a:lvl1pPr>
          </a:lstStyle>
          <a:p>
            <a:r>
              <a:rPr lang="en-US"/>
              <a:t>[Insert photo]</a:t>
            </a:r>
          </a:p>
        </p:txBody>
      </p:sp>
      <p:cxnSp>
        <p:nvCxnSpPr>
          <p:cNvPr id="14" name="Straight Connector 13">
            <a:extLst>
              <a:ext uri="{FF2B5EF4-FFF2-40B4-BE49-F238E27FC236}">
                <a16:creationId xmlns:a16="http://schemas.microsoft.com/office/drawing/2014/main" id="{2D4E5B2A-BA77-4B17-8DF6-EA928A0C30F1}"/>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8AB519E-B546-4342-A2A5-85AA9B713FC4}"/>
              </a:ext>
            </a:extLst>
          </p:cNvPr>
          <p:cNvCxnSpPr>
            <a:cxnSpLocks/>
          </p:cNvCxnSpPr>
          <p:nvPr/>
        </p:nvCxnSpPr>
        <p:spPr>
          <a:xfrm flipV="1">
            <a:off x="9144001" y="6205416"/>
            <a:ext cx="289526" cy="412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D433F79-9C81-4929-99E8-01BCFFB8A639}"/>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0" name="TextBox 19">
            <a:extLst>
              <a:ext uri="{FF2B5EF4-FFF2-40B4-BE49-F238E27FC236}">
                <a16:creationId xmlns:a16="http://schemas.microsoft.com/office/drawing/2014/main" id="{5B361783-51E2-41C2-97AC-97C0FF4BED17}"/>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0CC0C7C0-8FD4-4F9D-8791-0E5F1A014F9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6D0FF267-DD03-4957-816F-EC6105E2398E}"/>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8F5033B7-E3CD-4AB5-8C5F-6CA103C2C781}"/>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89D045CA-4196-418F-9E09-E5BEF999B6A1}"/>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9" name="Rectangle 88">
            <a:extLst>
              <a:ext uri="{FF2B5EF4-FFF2-40B4-BE49-F238E27FC236}">
                <a16:creationId xmlns:a16="http://schemas.microsoft.com/office/drawing/2014/main" id="{3EF97331-F6AA-4EBF-845D-D92A086B4D0B}"/>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90" name="Group 89">
            <a:extLst>
              <a:ext uri="{FF2B5EF4-FFF2-40B4-BE49-F238E27FC236}">
                <a16:creationId xmlns:a16="http://schemas.microsoft.com/office/drawing/2014/main" id="{D77511B6-5DB3-4066-8844-040EBFA431BE}"/>
              </a:ext>
            </a:extLst>
          </p:cNvPr>
          <p:cNvGrpSpPr/>
          <p:nvPr/>
        </p:nvGrpSpPr>
        <p:grpSpPr>
          <a:xfrm>
            <a:off x="9192986" y="1051487"/>
            <a:ext cx="954405" cy="3085386"/>
            <a:chOff x="12257314" y="1051487"/>
            <a:chExt cx="1272540" cy="3085386"/>
          </a:xfrm>
        </p:grpSpPr>
        <p:sp>
          <p:nvSpPr>
            <p:cNvPr id="91" name="Rectangle 90">
              <a:extLst>
                <a:ext uri="{FF2B5EF4-FFF2-40B4-BE49-F238E27FC236}">
                  <a16:creationId xmlns:a16="http://schemas.microsoft.com/office/drawing/2014/main" id="{05F164A3-4EE3-46F3-B9BF-B875E1FBAACA}"/>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2" name="TextBox 91">
              <a:extLst>
                <a:ext uri="{FF2B5EF4-FFF2-40B4-BE49-F238E27FC236}">
                  <a16:creationId xmlns:a16="http://schemas.microsoft.com/office/drawing/2014/main" id="{6FE81C2A-C92D-477B-99EE-9AFEA406E0DC}"/>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3" name="Freeform: Shape 92">
              <a:extLst>
                <a:ext uri="{FF2B5EF4-FFF2-40B4-BE49-F238E27FC236}">
                  <a16:creationId xmlns:a16="http://schemas.microsoft.com/office/drawing/2014/main" id="{C4117E95-1283-4B43-9B7F-CF8C5B40F80E}"/>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TextBox 93">
              <a:extLst>
                <a:ext uri="{FF2B5EF4-FFF2-40B4-BE49-F238E27FC236}">
                  <a16:creationId xmlns:a16="http://schemas.microsoft.com/office/drawing/2014/main" id="{EA9FE7DE-B1F5-41D3-8476-9DB25EEDD522}"/>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5" name="Freeform: Shape 94">
              <a:extLst>
                <a:ext uri="{FF2B5EF4-FFF2-40B4-BE49-F238E27FC236}">
                  <a16:creationId xmlns:a16="http://schemas.microsoft.com/office/drawing/2014/main" id="{1E8654EC-1B32-4267-BA99-B17CC65B38A1}"/>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Freeform: Shape 95">
              <a:extLst>
                <a:ext uri="{FF2B5EF4-FFF2-40B4-BE49-F238E27FC236}">
                  <a16:creationId xmlns:a16="http://schemas.microsoft.com/office/drawing/2014/main" id="{A5CA9CE1-9EC9-4CF2-9DA9-B56D011B3864}"/>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7" name="TextBox 96">
              <a:extLst>
                <a:ext uri="{FF2B5EF4-FFF2-40B4-BE49-F238E27FC236}">
                  <a16:creationId xmlns:a16="http://schemas.microsoft.com/office/drawing/2014/main" id="{A4F06F4C-FCC4-4E78-B187-71EF9FB623B2}"/>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8" name="Picture 97">
              <a:extLst>
                <a:ext uri="{FF2B5EF4-FFF2-40B4-BE49-F238E27FC236}">
                  <a16:creationId xmlns:a16="http://schemas.microsoft.com/office/drawing/2014/main" id="{AFDECF38-7BE7-419F-913A-50C9930F20C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9" name="Rectangle 98">
              <a:extLst>
                <a:ext uri="{FF2B5EF4-FFF2-40B4-BE49-F238E27FC236}">
                  <a16:creationId xmlns:a16="http://schemas.microsoft.com/office/drawing/2014/main" id="{89B37E7E-1432-4B4C-A5E1-4CA90FA2BCBB}"/>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100" name="Rectangle 99">
              <a:extLst>
                <a:ext uri="{FF2B5EF4-FFF2-40B4-BE49-F238E27FC236}">
                  <a16:creationId xmlns:a16="http://schemas.microsoft.com/office/drawing/2014/main" id="{50445590-761E-47D1-88E3-4FC11CDA4DB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3D8659A6-0296-4723-8253-1135EEC32E2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2" name="Rectangle 101">
              <a:extLst>
                <a:ext uri="{FF2B5EF4-FFF2-40B4-BE49-F238E27FC236}">
                  <a16:creationId xmlns:a16="http://schemas.microsoft.com/office/drawing/2014/main" id="{3131725C-D298-4422-8FA2-5C30C4D4719F}"/>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3" name="Group 102">
              <a:extLst>
                <a:ext uri="{FF2B5EF4-FFF2-40B4-BE49-F238E27FC236}">
                  <a16:creationId xmlns:a16="http://schemas.microsoft.com/office/drawing/2014/main" id="{11341132-7DED-428E-A430-1963CD0CFB33}"/>
                </a:ext>
              </a:extLst>
            </p:cNvPr>
            <p:cNvGrpSpPr/>
            <p:nvPr/>
          </p:nvGrpSpPr>
          <p:grpSpPr>
            <a:xfrm>
              <a:off x="12364752" y="2345932"/>
              <a:ext cx="1055431" cy="88186"/>
              <a:chOff x="914335" y="6913770"/>
              <a:chExt cx="1109884" cy="100584"/>
            </a:xfrm>
            <a:noFill/>
          </p:grpSpPr>
          <p:sp>
            <p:nvSpPr>
              <p:cNvPr id="114" name="Rectangle 113">
                <a:extLst>
                  <a:ext uri="{FF2B5EF4-FFF2-40B4-BE49-F238E27FC236}">
                    <a16:creationId xmlns:a16="http://schemas.microsoft.com/office/drawing/2014/main" id="{6785FF3C-2C8D-4724-B094-6E8A7392BE52}"/>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5" name="Rectangle 114">
                <a:extLst>
                  <a:ext uri="{FF2B5EF4-FFF2-40B4-BE49-F238E27FC236}">
                    <a16:creationId xmlns:a16="http://schemas.microsoft.com/office/drawing/2014/main" id="{266DD3DF-D4AC-4CB3-8769-58F8C9956AB5}"/>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6" name="Rectangle 115">
                <a:extLst>
                  <a:ext uri="{FF2B5EF4-FFF2-40B4-BE49-F238E27FC236}">
                    <a16:creationId xmlns:a16="http://schemas.microsoft.com/office/drawing/2014/main" id="{444CCD38-7C87-4A32-873E-864C73B2A659}"/>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7" name="Rectangle 116">
                <a:extLst>
                  <a:ext uri="{FF2B5EF4-FFF2-40B4-BE49-F238E27FC236}">
                    <a16:creationId xmlns:a16="http://schemas.microsoft.com/office/drawing/2014/main" id="{5AAC09C8-519B-4B17-8719-FBDA25D0D48F}"/>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8" name="Rectangle 117">
                <a:extLst>
                  <a:ext uri="{FF2B5EF4-FFF2-40B4-BE49-F238E27FC236}">
                    <a16:creationId xmlns:a16="http://schemas.microsoft.com/office/drawing/2014/main" id="{00DB0364-8AE8-423D-A303-684E0B023343}"/>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9" name="Rectangle 118">
                <a:extLst>
                  <a:ext uri="{FF2B5EF4-FFF2-40B4-BE49-F238E27FC236}">
                    <a16:creationId xmlns:a16="http://schemas.microsoft.com/office/drawing/2014/main" id="{59A44B99-1E87-4B30-A95D-57BF03B847B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20" name="Rectangle 119">
                <a:extLst>
                  <a:ext uri="{FF2B5EF4-FFF2-40B4-BE49-F238E27FC236}">
                    <a16:creationId xmlns:a16="http://schemas.microsoft.com/office/drawing/2014/main" id="{D1754725-B7A2-4229-BE66-645E38BFB141}"/>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1" name="Rectangle 120">
                <a:extLst>
                  <a:ext uri="{FF2B5EF4-FFF2-40B4-BE49-F238E27FC236}">
                    <a16:creationId xmlns:a16="http://schemas.microsoft.com/office/drawing/2014/main" id="{320F4B44-6E09-4B07-B714-A628FB21CC2B}"/>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2" name="Rectangle 121">
                <a:extLst>
                  <a:ext uri="{FF2B5EF4-FFF2-40B4-BE49-F238E27FC236}">
                    <a16:creationId xmlns:a16="http://schemas.microsoft.com/office/drawing/2014/main" id="{6725C27C-9F74-4FC6-9CB6-75FE6131A654}"/>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3" name="Rectangle 122">
                <a:extLst>
                  <a:ext uri="{FF2B5EF4-FFF2-40B4-BE49-F238E27FC236}">
                    <a16:creationId xmlns:a16="http://schemas.microsoft.com/office/drawing/2014/main" id="{1C925A34-F0D6-4676-8C9C-03ABD0BC5FD6}"/>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4" name="Graphic 103" descr="Close with solid fill">
              <a:extLst>
                <a:ext uri="{FF2B5EF4-FFF2-40B4-BE49-F238E27FC236}">
                  <a16:creationId xmlns:a16="http://schemas.microsoft.com/office/drawing/2014/main" id="{E314398A-0B5C-4ACD-8E8C-71278149E7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5" name="Graphic 104" descr="Close with solid fill">
              <a:extLst>
                <a:ext uri="{FF2B5EF4-FFF2-40B4-BE49-F238E27FC236}">
                  <a16:creationId xmlns:a16="http://schemas.microsoft.com/office/drawing/2014/main" id="{2E05283F-F7B2-4A89-A66B-EFA7A1D35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6" name="Graphic 105" descr="Close with solid fill">
              <a:extLst>
                <a:ext uri="{FF2B5EF4-FFF2-40B4-BE49-F238E27FC236}">
                  <a16:creationId xmlns:a16="http://schemas.microsoft.com/office/drawing/2014/main" id="{0F7E95D7-554D-46F3-8201-0802393EFC0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7" name="Graphic 106" descr="Close with solid fill">
              <a:extLst>
                <a:ext uri="{FF2B5EF4-FFF2-40B4-BE49-F238E27FC236}">
                  <a16:creationId xmlns:a16="http://schemas.microsoft.com/office/drawing/2014/main" id="{B6950F30-ED56-4B6E-8F44-7C244AC2169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8" name="Graphic 107" descr="Close with solid fill">
              <a:extLst>
                <a:ext uri="{FF2B5EF4-FFF2-40B4-BE49-F238E27FC236}">
                  <a16:creationId xmlns:a16="http://schemas.microsoft.com/office/drawing/2014/main" id="{D502C339-E6EC-4C2A-8DD1-55583E5FE63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9" name="Graphic 108" descr="Close with solid fill">
              <a:extLst>
                <a:ext uri="{FF2B5EF4-FFF2-40B4-BE49-F238E27FC236}">
                  <a16:creationId xmlns:a16="http://schemas.microsoft.com/office/drawing/2014/main" id="{321A92B9-92EF-47C1-B704-0F0FFFD85C4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10" name="Graphic 109" descr="Close with solid fill">
              <a:extLst>
                <a:ext uri="{FF2B5EF4-FFF2-40B4-BE49-F238E27FC236}">
                  <a16:creationId xmlns:a16="http://schemas.microsoft.com/office/drawing/2014/main" id="{79A011D3-BC65-4C3C-A829-09FF9E6E4A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1" name="Graphic 110" descr="Close with solid fill">
              <a:extLst>
                <a:ext uri="{FF2B5EF4-FFF2-40B4-BE49-F238E27FC236}">
                  <a16:creationId xmlns:a16="http://schemas.microsoft.com/office/drawing/2014/main" id="{D5F2769F-B451-4F7F-927F-CE14C7F2A6C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2" name="Graphic 111" descr="Close with solid fill">
              <a:extLst>
                <a:ext uri="{FF2B5EF4-FFF2-40B4-BE49-F238E27FC236}">
                  <a16:creationId xmlns:a16="http://schemas.microsoft.com/office/drawing/2014/main" id="{76834A7F-B42D-4C0C-92B9-2285D18E0B6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3" name="Graphic 112" descr="Close with solid fill">
              <a:extLst>
                <a:ext uri="{FF2B5EF4-FFF2-40B4-BE49-F238E27FC236}">
                  <a16:creationId xmlns:a16="http://schemas.microsoft.com/office/drawing/2014/main" id="{5B2400A8-F26A-482B-9DA7-1D1AD328F6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FF613B07-9E7A-4CE1-95D1-7BDF6E0E821F}"/>
              </a:ext>
            </a:extLst>
          </p:cNvPr>
          <p:cNvSpPr>
            <a:spLocks noGrp="1"/>
          </p:cNvSpPr>
          <p:nvPr>
            <p:ph type="dt" sz="half" idx="18"/>
          </p:nvPr>
        </p:nvSpPr>
        <p:spPr>
          <a:xfrm>
            <a:off x="-52694" y="6806287"/>
            <a:ext cx="41148" cy="54864"/>
          </a:xfrm>
        </p:spPr>
        <p:txBody>
          <a:bodyPr/>
          <a:lstStyle>
            <a:lvl1pPr>
              <a:defRPr>
                <a:noFill/>
              </a:defRPr>
            </a:lvl1pPr>
          </a:lstStyle>
          <a:p>
            <a:fld id="{1368B5A3-6DA2-4355-B7C2-19FFD8192B14}" type="datetime4">
              <a:rPr lang="en-US" smtClean="0"/>
              <a:t>August 13, 2025</a:t>
            </a:fld>
            <a:endParaRPr lang="en-US"/>
          </a:p>
        </p:txBody>
      </p:sp>
      <p:sp>
        <p:nvSpPr>
          <p:cNvPr id="4" name="Footer Placeholder 3">
            <a:extLst>
              <a:ext uri="{FF2B5EF4-FFF2-40B4-BE49-F238E27FC236}">
                <a16:creationId xmlns:a16="http://schemas.microsoft.com/office/drawing/2014/main" id="{1A20B511-0D7A-4A24-9866-4840698E5AE1}"/>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593F625B-66C7-41A6-B79F-7688FC3BFBB2}"/>
              </a:ext>
            </a:extLst>
          </p:cNvPr>
          <p:cNvSpPr>
            <a:spLocks noGrp="1"/>
          </p:cNvSpPr>
          <p:nvPr>
            <p:ph type="sldNum" sz="quarter" idx="20"/>
          </p:nvPr>
        </p:nvSpPr>
        <p:spPr>
          <a:xfrm>
            <a:off x="9148870" y="6900067"/>
            <a:ext cx="41148" cy="54864"/>
          </a:xfrm>
        </p:spPr>
        <p:txBody>
          <a:bodyPr/>
          <a:lstStyle>
            <a:lvl1pPr>
              <a:defRPr>
                <a:noFill/>
              </a:defRPr>
            </a:lvl1pPr>
          </a:lstStyle>
          <a:p>
            <a:fld id="{5CFA18E4-D58E-4B28-B105-28D9665A8EBC}" type="slidenum">
              <a:rPr lang="en-US" smtClean="0"/>
              <a:pPr/>
              <a:t>‹#›</a:t>
            </a:fld>
            <a:endParaRPr lang="en-US"/>
          </a:p>
        </p:txBody>
      </p:sp>
      <p:pic>
        <p:nvPicPr>
          <p:cNvPr id="72" name="SPG Commodity Insights Red White Big">
            <a:extLst>
              <a:ext uri="{FF2B5EF4-FFF2-40B4-BE49-F238E27FC236}">
                <a16:creationId xmlns:a16="http://schemas.microsoft.com/office/drawing/2014/main" id="{7BF88A21-4FCC-4763-A7CB-7D26E080A8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2915687704"/>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p:cSld name="Title Image Right">
    <p:bg>
      <p:bgPr>
        <a:solidFill>
          <a:schemeClr val="accent4"/>
        </a:solidFill>
        <a:effectLst/>
      </p:bgPr>
    </p:bg>
    <p:spTree>
      <p:nvGrpSpPr>
        <p:cNvPr id="1" name=""/>
        <p:cNvGrpSpPr/>
        <p:nvPr/>
      </p:nvGrpSpPr>
      <p:grpSpPr>
        <a:xfrm>
          <a:off x="0" y="0"/>
          <a:ext cx="0" cy="0"/>
          <a:chOff x="0" y="0"/>
          <a:chExt cx="0" cy="0"/>
        </a:xfrm>
      </p:grpSpPr>
      <p:grpSp>
        <p:nvGrpSpPr>
          <p:cNvPr id="73" name="Group 72">
            <a:extLst>
              <a:ext uri="{FF2B5EF4-FFF2-40B4-BE49-F238E27FC236}">
                <a16:creationId xmlns:a16="http://schemas.microsoft.com/office/drawing/2014/main" id="{2B285209-705D-4C8F-A941-8AFB2E5D2C3C}"/>
              </a:ext>
            </a:extLst>
          </p:cNvPr>
          <p:cNvGrpSpPr/>
          <p:nvPr/>
        </p:nvGrpSpPr>
        <p:grpSpPr>
          <a:xfrm>
            <a:off x="9144747" y="647701"/>
            <a:ext cx="104748" cy="5046663"/>
            <a:chOff x="12192996" y="647700"/>
            <a:chExt cx="139664" cy="5046663"/>
          </a:xfrm>
        </p:grpSpPr>
        <p:cxnSp>
          <p:nvCxnSpPr>
            <p:cNvPr id="74" name="Straight Connector 73">
              <a:extLst>
                <a:ext uri="{FF2B5EF4-FFF2-40B4-BE49-F238E27FC236}">
                  <a16:creationId xmlns:a16="http://schemas.microsoft.com/office/drawing/2014/main" id="{400D9C7D-AFD1-476D-91BD-094E88398BA2}"/>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5" name="Group 74">
              <a:extLst>
                <a:ext uri="{FF2B5EF4-FFF2-40B4-BE49-F238E27FC236}">
                  <a16:creationId xmlns:a16="http://schemas.microsoft.com/office/drawing/2014/main" id="{33502D2C-FC02-413D-BF15-EA13D66FABA1}"/>
                </a:ext>
              </a:extLst>
            </p:cNvPr>
            <p:cNvGrpSpPr/>
            <p:nvPr/>
          </p:nvGrpSpPr>
          <p:grpSpPr>
            <a:xfrm>
              <a:off x="12202508" y="647700"/>
              <a:ext cx="130152" cy="5046663"/>
              <a:chOff x="12202508" y="647700"/>
              <a:chExt cx="130152" cy="5046663"/>
            </a:xfrm>
          </p:grpSpPr>
          <p:cxnSp>
            <p:nvCxnSpPr>
              <p:cNvPr id="76" name="Straight Connector 75">
                <a:extLst>
                  <a:ext uri="{FF2B5EF4-FFF2-40B4-BE49-F238E27FC236}">
                    <a16:creationId xmlns:a16="http://schemas.microsoft.com/office/drawing/2014/main" id="{68DC0787-9556-40FF-AC3C-627A4350505C}"/>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33FA25D3-273D-403A-B304-0E4B1ECD5EA7}"/>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CAA6DA2-3739-4786-9A03-964028DD6D69}"/>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C43EAD03-19C3-4C08-9106-17F0D381CE38}"/>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48F96AAC-0FDC-487A-8798-7C5DB274AB64}"/>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1" name="Group 80">
            <a:extLst>
              <a:ext uri="{FF2B5EF4-FFF2-40B4-BE49-F238E27FC236}">
                <a16:creationId xmlns:a16="http://schemas.microsoft.com/office/drawing/2014/main" id="{A6919D5B-5686-43F8-8D85-E3882C56212C}"/>
              </a:ext>
            </a:extLst>
          </p:cNvPr>
          <p:cNvGrpSpPr/>
          <p:nvPr/>
        </p:nvGrpSpPr>
        <p:grpSpPr>
          <a:xfrm>
            <a:off x="-97614" y="647701"/>
            <a:ext cx="97614" cy="5046663"/>
            <a:chOff x="-130152" y="647700"/>
            <a:chExt cx="130152" cy="5046663"/>
          </a:xfrm>
        </p:grpSpPr>
        <p:cxnSp>
          <p:nvCxnSpPr>
            <p:cNvPr id="82" name="Straight Connector 81">
              <a:extLst>
                <a:ext uri="{FF2B5EF4-FFF2-40B4-BE49-F238E27FC236}">
                  <a16:creationId xmlns:a16="http://schemas.microsoft.com/office/drawing/2014/main" id="{DC478C54-CEF6-4A4B-9778-A640C995E01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A6141E0D-12DE-44E7-9DD8-08CCF68120E2}"/>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C17A532-E264-4325-96BE-495137456920}"/>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5742C64-2422-4CDE-8C93-D3BA635E744C}"/>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DE561FE-45F1-45FF-89E9-6C99E3BDF7A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B04D02C-BC6F-44D6-AB2F-7CFF6E7875BE}"/>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7" name="Picture Placeholder 6">
            <a:extLst>
              <a:ext uri="{FF2B5EF4-FFF2-40B4-BE49-F238E27FC236}">
                <a16:creationId xmlns:a16="http://schemas.microsoft.com/office/drawing/2014/main" id="{287B2262-C456-455C-A903-57F749CFF68B}"/>
              </a:ext>
            </a:extLst>
          </p:cNvPr>
          <p:cNvSpPr>
            <a:spLocks noGrp="1"/>
          </p:cNvSpPr>
          <p:nvPr>
            <p:ph type="pic" sz="quarter" idx="13" hasCustomPrompt="1"/>
          </p:nvPr>
        </p:nvSpPr>
        <p:spPr>
          <a:xfrm>
            <a:off x="4249341" y="1287070"/>
            <a:ext cx="4894659" cy="4918468"/>
          </a:xfrm>
          <a:blipFill>
            <a:blip r:embed="rId2"/>
            <a:stretch>
              <a:fillRect l="-724" t="-148455" r="-550" b="-122"/>
            </a:stretch>
          </a:blipFill>
        </p:spPr>
        <p:txBody>
          <a:bodyPr anchor="ctr"/>
          <a:lstStyle>
            <a:lvl1pPr marL="0" indent="0" algn="ctr">
              <a:buNone/>
              <a:defRPr/>
            </a:lvl1pPr>
          </a:lstStyle>
          <a:p>
            <a:r>
              <a:rPr lang="en-US"/>
              <a:t>[Insert photo]</a:t>
            </a:r>
          </a:p>
        </p:txBody>
      </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6283"/>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4667"/>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3" name="Straight Connector 12">
            <a:extLst>
              <a:ext uri="{FF2B5EF4-FFF2-40B4-BE49-F238E27FC236}">
                <a16:creationId xmlns:a16="http://schemas.microsoft.com/office/drawing/2014/main" id="{893DEC7C-79A3-4144-A817-AE81708959B2}"/>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5CC483F-468B-416B-B6B1-6BE884C5204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86479E2-9DF3-4DEA-9C4D-CCAD42FF9CCA}"/>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FB90B3E7-0C5B-48B3-8561-36F18D7CB2C6}"/>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4" name="Group 63">
            <a:extLst>
              <a:ext uri="{FF2B5EF4-FFF2-40B4-BE49-F238E27FC236}">
                <a16:creationId xmlns:a16="http://schemas.microsoft.com/office/drawing/2014/main" id="{D5341EC9-B150-4429-843B-E5ADA3C39978}"/>
              </a:ext>
            </a:extLst>
          </p:cNvPr>
          <p:cNvGrpSpPr/>
          <p:nvPr/>
        </p:nvGrpSpPr>
        <p:grpSpPr>
          <a:xfrm>
            <a:off x="-994" y="6871034"/>
            <a:ext cx="9144000" cy="143299"/>
            <a:chOff x="-1325" y="6871033"/>
            <a:chExt cx="12192000" cy="143299"/>
          </a:xfrm>
        </p:grpSpPr>
        <p:sp>
          <p:nvSpPr>
            <p:cNvPr id="65" name="Rectangle 64">
              <a:extLst>
                <a:ext uri="{FF2B5EF4-FFF2-40B4-BE49-F238E27FC236}">
                  <a16:creationId xmlns:a16="http://schemas.microsoft.com/office/drawing/2014/main" id="{96CDF022-0744-4164-952F-14D8303C4B39}"/>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CA96E9CE-9F89-4534-AFC1-85731F0664C8}"/>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3DBE3881-0D07-4998-9F92-92FB5C60BD44}"/>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8" name="Rectangle 87">
            <a:extLst>
              <a:ext uri="{FF2B5EF4-FFF2-40B4-BE49-F238E27FC236}">
                <a16:creationId xmlns:a16="http://schemas.microsoft.com/office/drawing/2014/main" id="{99495E87-ABAD-4B57-9E98-7FFE41054BFA}"/>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9" name="Group 88">
            <a:extLst>
              <a:ext uri="{FF2B5EF4-FFF2-40B4-BE49-F238E27FC236}">
                <a16:creationId xmlns:a16="http://schemas.microsoft.com/office/drawing/2014/main" id="{684DBF18-21E3-4C4F-AB0B-B7C6C9A45784}"/>
              </a:ext>
            </a:extLst>
          </p:cNvPr>
          <p:cNvGrpSpPr/>
          <p:nvPr/>
        </p:nvGrpSpPr>
        <p:grpSpPr>
          <a:xfrm>
            <a:off x="9192986" y="1051487"/>
            <a:ext cx="954405" cy="3085386"/>
            <a:chOff x="12257314" y="1051487"/>
            <a:chExt cx="1272540" cy="3085386"/>
          </a:xfrm>
        </p:grpSpPr>
        <p:sp>
          <p:nvSpPr>
            <p:cNvPr id="90" name="Rectangle 89">
              <a:extLst>
                <a:ext uri="{FF2B5EF4-FFF2-40B4-BE49-F238E27FC236}">
                  <a16:creationId xmlns:a16="http://schemas.microsoft.com/office/drawing/2014/main" id="{45ECE3A5-3B8A-4832-80BC-DD14F41F7732}"/>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1" name="TextBox 90">
              <a:extLst>
                <a:ext uri="{FF2B5EF4-FFF2-40B4-BE49-F238E27FC236}">
                  <a16:creationId xmlns:a16="http://schemas.microsoft.com/office/drawing/2014/main" id="{E7117544-529D-4E7F-BCCB-C875394B3B95}"/>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2" name="Freeform: Shape 91">
              <a:extLst>
                <a:ext uri="{FF2B5EF4-FFF2-40B4-BE49-F238E27FC236}">
                  <a16:creationId xmlns:a16="http://schemas.microsoft.com/office/drawing/2014/main" id="{FC72210F-12D9-4693-86C8-71981AD5C4B3}"/>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3" name="TextBox 92">
              <a:extLst>
                <a:ext uri="{FF2B5EF4-FFF2-40B4-BE49-F238E27FC236}">
                  <a16:creationId xmlns:a16="http://schemas.microsoft.com/office/drawing/2014/main" id="{9194E8DB-D0FB-4E20-94B6-138504DD9A0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4" name="Freeform: Shape 93">
              <a:extLst>
                <a:ext uri="{FF2B5EF4-FFF2-40B4-BE49-F238E27FC236}">
                  <a16:creationId xmlns:a16="http://schemas.microsoft.com/office/drawing/2014/main" id="{2BE48F46-090C-44D4-AF94-1D5F8F2B569A}"/>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Freeform: Shape 94">
              <a:extLst>
                <a:ext uri="{FF2B5EF4-FFF2-40B4-BE49-F238E27FC236}">
                  <a16:creationId xmlns:a16="http://schemas.microsoft.com/office/drawing/2014/main" id="{1E080D52-6AE6-4675-81F8-07C78B9F8D03}"/>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6" name="TextBox 95">
              <a:extLst>
                <a:ext uri="{FF2B5EF4-FFF2-40B4-BE49-F238E27FC236}">
                  <a16:creationId xmlns:a16="http://schemas.microsoft.com/office/drawing/2014/main" id="{CF09E73A-FE20-4BD9-8D66-AF94023D782A}"/>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7" name="Picture 96">
              <a:extLst>
                <a:ext uri="{FF2B5EF4-FFF2-40B4-BE49-F238E27FC236}">
                  <a16:creationId xmlns:a16="http://schemas.microsoft.com/office/drawing/2014/main" id="{4BFA87CA-E109-4FF2-B172-A94DFB268EF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8" name="Rectangle 97">
              <a:extLst>
                <a:ext uri="{FF2B5EF4-FFF2-40B4-BE49-F238E27FC236}">
                  <a16:creationId xmlns:a16="http://schemas.microsoft.com/office/drawing/2014/main" id="{F4E24E0B-A12A-45D9-AB57-5A590D3ECCA3}"/>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9" name="Rectangle 98">
              <a:extLst>
                <a:ext uri="{FF2B5EF4-FFF2-40B4-BE49-F238E27FC236}">
                  <a16:creationId xmlns:a16="http://schemas.microsoft.com/office/drawing/2014/main" id="{8C6B9DFE-14A1-4340-BB78-3196C843359E}"/>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8CC2D451-C22A-4F2F-A874-38E8B2E8584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1" name="Rectangle 100">
              <a:extLst>
                <a:ext uri="{FF2B5EF4-FFF2-40B4-BE49-F238E27FC236}">
                  <a16:creationId xmlns:a16="http://schemas.microsoft.com/office/drawing/2014/main" id="{70732C7C-6967-40E4-BE40-9323AEB729E9}"/>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2" name="Group 101">
              <a:extLst>
                <a:ext uri="{FF2B5EF4-FFF2-40B4-BE49-F238E27FC236}">
                  <a16:creationId xmlns:a16="http://schemas.microsoft.com/office/drawing/2014/main" id="{240FC81C-279B-4512-8F30-1779A524F352}"/>
                </a:ext>
              </a:extLst>
            </p:cNvPr>
            <p:cNvGrpSpPr/>
            <p:nvPr/>
          </p:nvGrpSpPr>
          <p:grpSpPr>
            <a:xfrm>
              <a:off x="12364752" y="2345932"/>
              <a:ext cx="1055431" cy="88186"/>
              <a:chOff x="914335" y="6913770"/>
              <a:chExt cx="1109884" cy="100584"/>
            </a:xfrm>
            <a:noFill/>
          </p:grpSpPr>
          <p:sp>
            <p:nvSpPr>
              <p:cNvPr id="113" name="Rectangle 112">
                <a:extLst>
                  <a:ext uri="{FF2B5EF4-FFF2-40B4-BE49-F238E27FC236}">
                    <a16:creationId xmlns:a16="http://schemas.microsoft.com/office/drawing/2014/main" id="{4ABABA4F-6CE0-44E9-9200-51BC5DA549DF}"/>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4" name="Rectangle 113">
                <a:extLst>
                  <a:ext uri="{FF2B5EF4-FFF2-40B4-BE49-F238E27FC236}">
                    <a16:creationId xmlns:a16="http://schemas.microsoft.com/office/drawing/2014/main" id="{59B5C93E-3932-4419-8454-5E4AAD910B4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5" name="Rectangle 114">
                <a:extLst>
                  <a:ext uri="{FF2B5EF4-FFF2-40B4-BE49-F238E27FC236}">
                    <a16:creationId xmlns:a16="http://schemas.microsoft.com/office/drawing/2014/main" id="{77597AE8-74B5-4588-B09F-4788D6F4E8D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6" name="Rectangle 115">
                <a:extLst>
                  <a:ext uri="{FF2B5EF4-FFF2-40B4-BE49-F238E27FC236}">
                    <a16:creationId xmlns:a16="http://schemas.microsoft.com/office/drawing/2014/main" id="{37FB415E-DCDC-4000-9766-9DD3CB938835}"/>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7" name="Rectangle 116">
                <a:extLst>
                  <a:ext uri="{FF2B5EF4-FFF2-40B4-BE49-F238E27FC236}">
                    <a16:creationId xmlns:a16="http://schemas.microsoft.com/office/drawing/2014/main" id="{4C33F656-4167-4CE1-9AD4-40C37E056BED}"/>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8" name="Rectangle 117">
                <a:extLst>
                  <a:ext uri="{FF2B5EF4-FFF2-40B4-BE49-F238E27FC236}">
                    <a16:creationId xmlns:a16="http://schemas.microsoft.com/office/drawing/2014/main" id="{595083B2-9F83-4528-AAF4-7C52D9AB1A02}"/>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9" name="Rectangle 118">
                <a:extLst>
                  <a:ext uri="{FF2B5EF4-FFF2-40B4-BE49-F238E27FC236}">
                    <a16:creationId xmlns:a16="http://schemas.microsoft.com/office/drawing/2014/main" id="{29CD0836-52F9-45C7-A86A-35B4377EDBED}"/>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20" name="Rectangle 119">
                <a:extLst>
                  <a:ext uri="{FF2B5EF4-FFF2-40B4-BE49-F238E27FC236}">
                    <a16:creationId xmlns:a16="http://schemas.microsoft.com/office/drawing/2014/main" id="{7A459AE0-8F2C-4633-8532-C0FA80DAE3F7}"/>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1" name="Rectangle 120">
                <a:extLst>
                  <a:ext uri="{FF2B5EF4-FFF2-40B4-BE49-F238E27FC236}">
                    <a16:creationId xmlns:a16="http://schemas.microsoft.com/office/drawing/2014/main" id="{17517B6F-D41A-4486-86DF-B5F390A8867E}"/>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2" name="Rectangle 121">
                <a:extLst>
                  <a:ext uri="{FF2B5EF4-FFF2-40B4-BE49-F238E27FC236}">
                    <a16:creationId xmlns:a16="http://schemas.microsoft.com/office/drawing/2014/main" id="{30AB530F-89EA-4891-9BC0-9BBE24D501AB}"/>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3" name="Graphic 102" descr="Close with solid fill">
              <a:extLst>
                <a:ext uri="{FF2B5EF4-FFF2-40B4-BE49-F238E27FC236}">
                  <a16:creationId xmlns:a16="http://schemas.microsoft.com/office/drawing/2014/main" id="{A61EE766-DA8C-4B11-B636-64641A0CC10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359990" y="3132474"/>
              <a:ext cx="100919" cy="100919"/>
            </a:xfrm>
            <a:prstGeom prst="rect">
              <a:avLst/>
            </a:prstGeom>
          </p:spPr>
        </p:pic>
        <p:pic>
          <p:nvPicPr>
            <p:cNvPr id="104" name="Graphic 103" descr="Close with solid fill">
              <a:extLst>
                <a:ext uri="{FF2B5EF4-FFF2-40B4-BE49-F238E27FC236}">
                  <a16:creationId xmlns:a16="http://schemas.microsoft.com/office/drawing/2014/main" id="{4C1BEF7C-C7AE-4C02-97F1-E131B947CBD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468758" y="3132474"/>
              <a:ext cx="100919" cy="100919"/>
            </a:xfrm>
            <a:prstGeom prst="rect">
              <a:avLst/>
            </a:prstGeom>
          </p:spPr>
        </p:pic>
        <p:pic>
          <p:nvPicPr>
            <p:cNvPr id="105" name="Graphic 104" descr="Close with solid fill">
              <a:extLst>
                <a:ext uri="{FF2B5EF4-FFF2-40B4-BE49-F238E27FC236}">
                  <a16:creationId xmlns:a16="http://schemas.microsoft.com/office/drawing/2014/main" id="{1A20D4E3-61B3-4659-9F45-75626327B7A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572765" y="3132473"/>
              <a:ext cx="100919" cy="100919"/>
            </a:xfrm>
            <a:prstGeom prst="rect">
              <a:avLst/>
            </a:prstGeom>
          </p:spPr>
        </p:pic>
        <p:pic>
          <p:nvPicPr>
            <p:cNvPr id="106" name="Graphic 105" descr="Close with solid fill">
              <a:extLst>
                <a:ext uri="{FF2B5EF4-FFF2-40B4-BE49-F238E27FC236}">
                  <a16:creationId xmlns:a16="http://schemas.microsoft.com/office/drawing/2014/main" id="{9FDF2732-D7CB-4658-91CC-5A77D23DA1A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679153" y="3132472"/>
              <a:ext cx="100919" cy="100919"/>
            </a:xfrm>
            <a:prstGeom prst="rect">
              <a:avLst/>
            </a:prstGeom>
          </p:spPr>
        </p:pic>
        <p:pic>
          <p:nvPicPr>
            <p:cNvPr id="107" name="Graphic 106" descr="Close with solid fill">
              <a:extLst>
                <a:ext uri="{FF2B5EF4-FFF2-40B4-BE49-F238E27FC236}">
                  <a16:creationId xmlns:a16="http://schemas.microsoft.com/office/drawing/2014/main" id="{9B7BDC60-1EF5-4806-9A77-5052A2D4641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85541" y="3132471"/>
              <a:ext cx="100919" cy="100919"/>
            </a:xfrm>
            <a:prstGeom prst="rect">
              <a:avLst/>
            </a:prstGeom>
          </p:spPr>
        </p:pic>
        <p:pic>
          <p:nvPicPr>
            <p:cNvPr id="108" name="Graphic 107" descr="Close with solid fill">
              <a:extLst>
                <a:ext uri="{FF2B5EF4-FFF2-40B4-BE49-F238E27FC236}">
                  <a16:creationId xmlns:a16="http://schemas.microsoft.com/office/drawing/2014/main" id="{9DEE8FC4-A0D7-4AF1-A9B7-727B71FB054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91929" y="3132470"/>
              <a:ext cx="100919" cy="100919"/>
            </a:xfrm>
            <a:prstGeom prst="rect">
              <a:avLst/>
            </a:prstGeom>
          </p:spPr>
        </p:pic>
        <p:pic>
          <p:nvPicPr>
            <p:cNvPr id="109" name="Graphic 108" descr="Close with solid fill">
              <a:extLst>
                <a:ext uri="{FF2B5EF4-FFF2-40B4-BE49-F238E27FC236}">
                  <a16:creationId xmlns:a16="http://schemas.microsoft.com/office/drawing/2014/main" id="{AE6731F5-4F2A-4BA6-86DB-F95709DC6B8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998317" y="3132469"/>
              <a:ext cx="100919" cy="100919"/>
            </a:xfrm>
            <a:prstGeom prst="rect">
              <a:avLst/>
            </a:prstGeom>
          </p:spPr>
        </p:pic>
        <p:pic>
          <p:nvPicPr>
            <p:cNvPr id="110" name="Graphic 109" descr="Close with solid fill">
              <a:extLst>
                <a:ext uri="{FF2B5EF4-FFF2-40B4-BE49-F238E27FC236}">
                  <a16:creationId xmlns:a16="http://schemas.microsoft.com/office/drawing/2014/main" id="{2F9778D0-206E-4FC0-B0E0-D32FE96569C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04705" y="3132468"/>
              <a:ext cx="100919" cy="100919"/>
            </a:xfrm>
            <a:prstGeom prst="rect">
              <a:avLst/>
            </a:prstGeom>
          </p:spPr>
        </p:pic>
        <p:pic>
          <p:nvPicPr>
            <p:cNvPr id="111" name="Graphic 110" descr="Close with solid fill">
              <a:extLst>
                <a:ext uri="{FF2B5EF4-FFF2-40B4-BE49-F238E27FC236}">
                  <a16:creationId xmlns:a16="http://schemas.microsoft.com/office/drawing/2014/main" id="{DFA1B4CD-0D95-4FFC-BA36-3823DEC95F5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211093" y="3132467"/>
              <a:ext cx="100919" cy="100919"/>
            </a:xfrm>
            <a:prstGeom prst="rect">
              <a:avLst/>
            </a:prstGeom>
          </p:spPr>
        </p:pic>
        <p:pic>
          <p:nvPicPr>
            <p:cNvPr id="112" name="Graphic 111" descr="Close with solid fill">
              <a:extLst>
                <a:ext uri="{FF2B5EF4-FFF2-40B4-BE49-F238E27FC236}">
                  <a16:creationId xmlns:a16="http://schemas.microsoft.com/office/drawing/2014/main" id="{453B95BB-E6EC-4FF5-8BB9-6857193EAE9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2F4B2B6F-489A-487A-B10A-F4D2464CA129}"/>
              </a:ext>
            </a:extLst>
          </p:cNvPr>
          <p:cNvSpPr>
            <a:spLocks noGrp="1"/>
          </p:cNvSpPr>
          <p:nvPr>
            <p:ph type="dt" sz="half" idx="18"/>
          </p:nvPr>
        </p:nvSpPr>
        <p:spPr>
          <a:xfrm>
            <a:off x="-68894" y="6899830"/>
            <a:ext cx="41148" cy="54864"/>
          </a:xfrm>
        </p:spPr>
        <p:txBody>
          <a:bodyPr/>
          <a:lstStyle>
            <a:lvl1pPr>
              <a:defRPr sz="100">
                <a:noFill/>
              </a:defRPr>
            </a:lvl1pPr>
          </a:lstStyle>
          <a:p>
            <a:fld id="{F3B46971-4D15-424F-9C28-D1FB6CB0543C}" type="datetime4">
              <a:rPr lang="en-US" smtClean="0"/>
              <a:t>August 13, 2025</a:t>
            </a:fld>
            <a:endParaRPr lang="en-US"/>
          </a:p>
        </p:txBody>
      </p:sp>
      <p:sp>
        <p:nvSpPr>
          <p:cNvPr id="4" name="Footer Placeholder 3">
            <a:extLst>
              <a:ext uri="{FF2B5EF4-FFF2-40B4-BE49-F238E27FC236}">
                <a16:creationId xmlns:a16="http://schemas.microsoft.com/office/drawing/2014/main" id="{3CA42B13-DC57-419A-8756-4F81A1EDB959}"/>
              </a:ext>
            </a:extLst>
          </p:cNvPr>
          <p:cNvSpPr>
            <a:spLocks noGrp="1"/>
          </p:cNvSpPr>
          <p:nvPr>
            <p:ph type="ftr" sz="quarter" idx="19"/>
          </p:nvPr>
        </p:nvSpPr>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29F1D4C7-82F0-4511-A668-F8E8F1C0D502}"/>
              </a:ext>
            </a:extLst>
          </p:cNvPr>
          <p:cNvSpPr>
            <a:spLocks noGrp="1"/>
          </p:cNvSpPr>
          <p:nvPr>
            <p:ph type="sldNum" sz="quarter" idx="20"/>
          </p:nvPr>
        </p:nvSpPr>
        <p:spPr>
          <a:xfrm>
            <a:off x="9155925" y="6875928"/>
            <a:ext cx="41148" cy="54864"/>
          </a:xfrm>
        </p:spPr>
        <p:txBody>
          <a:bodyPr/>
          <a:lstStyle>
            <a:lvl1pPr>
              <a:defRPr sz="100">
                <a:noFill/>
              </a:defRPr>
            </a:lvl1pPr>
          </a:lstStyle>
          <a:p>
            <a:fld id="{5CFA18E4-D58E-4B28-B105-28D9665A8EBC}" type="slidenum">
              <a:rPr lang="en-US" smtClean="0"/>
              <a:pPr/>
              <a:t>‹#›</a:t>
            </a:fld>
            <a:endParaRPr lang="en-US"/>
          </a:p>
        </p:txBody>
      </p:sp>
      <p:pic>
        <p:nvPicPr>
          <p:cNvPr id="70" name="SPG Commodity Insights White Big">
            <a:extLst>
              <a:ext uri="{FF2B5EF4-FFF2-40B4-BE49-F238E27FC236}">
                <a16:creationId xmlns:a16="http://schemas.microsoft.com/office/drawing/2014/main" id="{70241632-E006-4408-8413-1DB40F54B9A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940588476"/>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p:cSld name="Title Blank Red">
    <p:bg>
      <p:bgPr>
        <a:solidFill>
          <a:schemeClr val="accent1"/>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6EB64E27-0618-4E65-8CB4-FCD7F4351DF3}"/>
              </a:ext>
            </a:extLst>
          </p:cNvPr>
          <p:cNvGrpSpPr/>
          <p:nvPr/>
        </p:nvGrpSpPr>
        <p:grpSpPr>
          <a:xfrm>
            <a:off x="9144747" y="647701"/>
            <a:ext cx="104748" cy="5046663"/>
            <a:chOff x="12192996" y="647700"/>
            <a:chExt cx="139664" cy="5046663"/>
          </a:xfrm>
        </p:grpSpPr>
        <p:cxnSp>
          <p:nvCxnSpPr>
            <p:cNvPr id="73" name="Straight Connector 72">
              <a:extLst>
                <a:ext uri="{FF2B5EF4-FFF2-40B4-BE49-F238E27FC236}">
                  <a16:creationId xmlns:a16="http://schemas.microsoft.com/office/drawing/2014/main" id="{5DEA62B0-2835-4EDE-8B75-2FB85E7666BC}"/>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4" name="Group 73">
              <a:extLst>
                <a:ext uri="{FF2B5EF4-FFF2-40B4-BE49-F238E27FC236}">
                  <a16:creationId xmlns:a16="http://schemas.microsoft.com/office/drawing/2014/main" id="{8C1FC8A2-36B3-400F-A042-75077492A9BF}"/>
                </a:ext>
              </a:extLst>
            </p:cNvPr>
            <p:cNvGrpSpPr/>
            <p:nvPr/>
          </p:nvGrpSpPr>
          <p:grpSpPr>
            <a:xfrm>
              <a:off x="12202508" y="647700"/>
              <a:ext cx="130152" cy="5046663"/>
              <a:chOff x="12202508" y="647700"/>
              <a:chExt cx="130152" cy="5046663"/>
            </a:xfrm>
          </p:grpSpPr>
          <p:cxnSp>
            <p:nvCxnSpPr>
              <p:cNvPr id="75" name="Straight Connector 74">
                <a:extLst>
                  <a:ext uri="{FF2B5EF4-FFF2-40B4-BE49-F238E27FC236}">
                    <a16:creationId xmlns:a16="http://schemas.microsoft.com/office/drawing/2014/main" id="{240CCC65-28AB-49B1-9813-C39743DDA9C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2AA5D0D-D26E-48A9-9B47-A5BB998C4FCC}"/>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4D94432-CB1F-4EE3-BC6B-B174E7B5B39B}"/>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38DC04E-1A74-4114-95EE-871364D9B49B}"/>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8B27100-F447-416B-8752-DC9C3465B79C}"/>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80" name="Group 79">
            <a:extLst>
              <a:ext uri="{FF2B5EF4-FFF2-40B4-BE49-F238E27FC236}">
                <a16:creationId xmlns:a16="http://schemas.microsoft.com/office/drawing/2014/main" id="{441370FA-E0C5-4DDC-8946-4958159BA8AC}"/>
              </a:ext>
            </a:extLst>
          </p:cNvPr>
          <p:cNvGrpSpPr/>
          <p:nvPr/>
        </p:nvGrpSpPr>
        <p:grpSpPr>
          <a:xfrm>
            <a:off x="-97614" y="647701"/>
            <a:ext cx="97614" cy="5046663"/>
            <a:chOff x="-130152" y="647700"/>
            <a:chExt cx="130152" cy="5046663"/>
          </a:xfrm>
        </p:grpSpPr>
        <p:cxnSp>
          <p:nvCxnSpPr>
            <p:cNvPr id="81" name="Straight Connector 80">
              <a:extLst>
                <a:ext uri="{FF2B5EF4-FFF2-40B4-BE49-F238E27FC236}">
                  <a16:creationId xmlns:a16="http://schemas.microsoft.com/office/drawing/2014/main" id="{DE1133AF-7AB4-4FCC-A06F-35F8B4048E4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3D40113-1CD2-4F59-8F83-B9415CAD8B58}"/>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BEB38F7D-9222-4C5F-B84F-007925FEDFBD}"/>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99913A1E-6909-4DF7-8232-57CCBDC51134}"/>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57435DCD-381E-40A7-8575-75387DEDEC1B}"/>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4CA3929-073D-4A99-BA6D-9F5FBA190879}"/>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155B1D9F-FE9B-4F62-9422-68C960A222D2}"/>
              </a:ext>
            </a:extLst>
          </p:cNvPr>
          <p:cNvSpPr>
            <a:spLocks noGrp="1"/>
          </p:cNvSpPr>
          <p:nvPr>
            <p:ph type="title" hasCustomPrompt="1"/>
          </p:nvPr>
        </p:nvSpPr>
        <p:spPr>
          <a:xfrm>
            <a:off x="419101" y="1959841"/>
            <a:ext cx="5391765" cy="1398263"/>
          </a:xfrm>
          <a:prstGeom prst="rect">
            <a:avLst/>
          </a:prstGeom>
          <a:noFill/>
        </p:spPr>
        <p:txBody>
          <a:bodyPr anchor="b">
            <a:normAutofit/>
          </a:bodyPr>
          <a:lstStyle>
            <a:lvl1pPr>
              <a:defRPr sz="3300" b="0"/>
            </a:lvl1pPr>
          </a:lstStyle>
          <a:p>
            <a:r>
              <a:rPr lang="en-US"/>
              <a:t>[Presentation title max two lines]</a:t>
            </a:r>
          </a:p>
        </p:txBody>
      </p:sp>
      <p:sp>
        <p:nvSpPr>
          <p:cNvPr id="11" name="Text Placeholder 10">
            <a:extLst>
              <a:ext uri="{FF2B5EF4-FFF2-40B4-BE49-F238E27FC236}">
                <a16:creationId xmlns:a16="http://schemas.microsoft.com/office/drawing/2014/main" id="{8D2521EE-A926-423E-A2FE-B2B920A546B9}"/>
              </a:ext>
            </a:extLst>
          </p:cNvPr>
          <p:cNvSpPr>
            <a:spLocks noGrp="1"/>
          </p:cNvSpPr>
          <p:nvPr>
            <p:ph type="body" sz="quarter" idx="14" hasCustomPrompt="1"/>
          </p:nvPr>
        </p:nvSpPr>
        <p:spPr>
          <a:xfrm>
            <a:off x="419101" y="3478225"/>
            <a:ext cx="5391765" cy="475488"/>
          </a:xfrm>
        </p:spPr>
        <p:txBody>
          <a:bodyPr>
            <a:normAutofit/>
          </a:bodyPr>
          <a:lstStyle>
            <a:lvl1pPr marL="0" indent="0">
              <a:buNone/>
              <a:defRPr sz="1800">
                <a:latin typeface="+mn-lt"/>
              </a:defRPr>
            </a:lvl1pPr>
            <a:lvl2pPr marL="0" indent="0">
              <a:buNone/>
              <a:defRPr/>
            </a:lvl2pPr>
            <a:lvl3pPr marL="0" indent="0">
              <a:buNone/>
              <a:defRPr/>
            </a:lvl3pPr>
            <a:lvl4pPr marL="0" indent="0">
              <a:buNone/>
              <a:defRPr/>
            </a:lvl4pPr>
            <a:lvl5pPr marL="0" indent="0">
              <a:buNone/>
              <a:defRPr/>
            </a:lvl5pPr>
          </a:lstStyle>
          <a:p>
            <a:pPr lvl="0"/>
            <a:r>
              <a:rPr lang="en-US"/>
              <a:t>[Presentation subtitle]</a:t>
            </a:r>
          </a:p>
        </p:txBody>
      </p:sp>
      <p:sp>
        <p:nvSpPr>
          <p:cNvPr id="16" name="Text Placeholder 15">
            <a:extLst>
              <a:ext uri="{FF2B5EF4-FFF2-40B4-BE49-F238E27FC236}">
                <a16:creationId xmlns:a16="http://schemas.microsoft.com/office/drawing/2014/main" id="{945494EC-E9A8-46D3-959D-EFC8E352899E}"/>
              </a:ext>
            </a:extLst>
          </p:cNvPr>
          <p:cNvSpPr>
            <a:spLocks noGrp="1"/>
          </p:cNvSpPr>
          <p:nvPr>
            <p:ph type="body" sz="quarter" idx="16" hasCustomPrompt="1"/>
          </p:nvPr>
        </p:nvSpPr>
        <p:spPr>
          <a:xfrm>
            <a:off x="431462" y="4133915"/>
            <a:ext cx="2276856" cy="1166941"/>
          </a:xfrm>
        </p:spPr>
        <p:txBody>
          <a:bodyPr anchor="b">
            <a:noAutofit/>
          </a:bodyPr>
          <a:lstStyle>
            <a:lvl1pPr marL="0" indent="0">
              <a:buNone/>
              <a:defRPr sz="1200"/>
            </a:lvl1pPr>
            <a:lvl2pPr marL="0" indent="0">
              <a:buNone/>
              <a:defRPr sz="900"/>
            </a:lvl2pPr>
            <a:lvl3pPr marL="0" indent="0">
              <a:buNone/>
              <a:defRPr sz="900"/>
            </a:lvl3pPr>
            <a:lvl4pPr marL="0" indent="0">
              <a:buNone/>
              <a:defRPr sz="900"/>
            </a:lvl4pPr>
            <a:lvl5pPr marL="0" indent="0">
              <a:buNone/>
              <a:defRPr sz="900"/>
            </a:lvl5pPr>
          </a:lstStyle>
          <a:p>
            <a:pPr lvl="0"/>
            <a:r>
              <a:rPr lang="en-US"/>
              <a:t>[Add Presenter name(s) / Department / Title]</a:t>
            </a:r>
          </a:p>
        </p:txBody>
      </p:sp>
      <p:sp>
        <p:nvSpPr>
          <p:cNvPr id="18" name="Text Placeholder 17">
            <a:extLst>
              <a:ext uri="{FF2B5EF4-FFF2-40B4-BE49-F238E27FC236}">
                <a16:creationId xmlns:a16="http://schemas.microsoft.com/office/drawing/2014/main" id="{2B20403D-A1B9-4FD9-A965-85BAD0B8C674}"/>
              </a:ext>
            </a:extLst>
          </p:cNvPr>
          <p:cNvSpPr>
            <a:spLocks noGrp="1"/>
          </p:cNvSpPr>
          <p:nvPr>
            <p:ph type="body" sz="quarter" idx="17" hasCustomPrompt="1"/>
          </p:nvPr>
        </p:nvSpPr>
        <p:spPr>
          <a:xfrm>
            <a:off x="431462" y="5556524"/>
            <a:ext cx="2276856" cy="214805"/>
          </a:xfrm>
        </p:spPr>
        <p:txBody>
          <a:bodyPr>
            <a:normAutofit/>
          </a:bodyPr>
          <a:lstStyle>
            <a:lvl1pPr marL="0" indent="0" algn="l">
              <a:buNone/>
              <a:defRPr sz="900"/>
            </a:lvl1pPr>
            <a:lvl2pPr marL="0" indent="0">
              <a:buNone/>
              <a:defRPr/>
            </a:lvl2pPr>
            <a:lvl3pPr marL="0" indent="0">
              <a:buNone/>
              <a:defRPr/>
            </a:lvl3pPr>
            <a:lvl4pPr marL="0" indent="0">
              <a:buNone/>
              <a:defRPr/>
            </a:lvl4pPr>
            <a:lvl5pPr marL="0" indent="0">
              <a:buNone/>
              <a:defRPr/>
            </a:lvl5pPr>
          </a:lstStyle>
          <a:p>
            <a:pPr lvl="0"/>
            <a:r>
              <a:rPr lang="en-US"/>
              <a:t>[Insert date]</a:t>
            </a:r>
          </a:p>
        </p:txBody>
      </p:sp>
      <p:cxnSp>
        <p:nvCxnSpPr>
          <p:cNvPr id="12" name="Straight Connector 11">
            <a:extLst>
              <a:ext uri="{FF2B5EF4-FFF2-40B4-BE49-F238E27FC236}">
                <a16:creationId xmlns:a16="http://schemas.microsoft.com/office/drawing/2014/main" id="{F948F06B-101D-4AC6-B5A1-D4C6DC1DC1E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9A438F-EC51-4D26-B661-2EAD720C07CA}"/>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82BD921F-4EE9-40CB-99AD-3B60994C2D55}"/>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7" name="TextBox 16">
            <a:extLst>
              <a:ext uri="{FF2B5EF4-FFF2-40B4-BE49-F238E27FC236}">
                <a16:creationId xmlns:a16="http://schemas.microsoft.com/office/drawing/2014/main" id="{6B05D682-0C07-468D-8664-04E726BF794A}"/>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3" name="Group 62">
            <a:extLst>
              <a:ext uri="{FF2B5EF4-FFF2-40B4-BE49-F238E27FC236}">
                <a16:creationId xmlns:a16="http://schemas.microsoft.com/office/drawing/2014/main" id="{225AFF6D-273A-4DDD-B466-929EBD166B52}"/>
              </a:ext>
            </a:extLst>
          </p:cNvPr>
          <p:cNvGrpSpPr/>
          <p:nvPr/>
        </p:nvGrpSpPr>
        <p:grpSpPr>
          <a:xfrm>
            <a:off x="-994" y="6871034"/>
            <a:ext cx="9144000" cy="143299"/>
            <a:chOff x="-1325" y="6871033"/>
            <a:chExt cx="12192000" cy="143299"/>
          </a:xfrm>
        </p:grpSpPr>
        <p:sp>
          <p:nvSpPr>
            <p:cNvPr id="64" name="Rectangle 63">
              <a:extLst>
                <a:ext uri="{FF2B5EF4-FFF2-40B4-BE49-F238E27FC236}">
                  <a16:creationId xmlns:a16="http://schemas.microsoft.com/office/drawing/2014/main" id="{1F76FDE2-A8A3-4534-9F53-836640B701EF}"/>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5" name="Rectangle 64">
              <a:extLst>
                <a:ext uri="{FF2B5EF4-FFF2-40B4-BE49-F238E27FC236}">
                  <a16:creationId xmlns:a16="http://schemas.microsoft.com/office/drawing/2014/main" id="{7E47F59E-74E5-4D19-B087-1409F7DADF1D}"/>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6" name="Rectangle 65">
            <a:extLst>
              <a:ext uri="{FF2B5EF4-FFF2-40B4-BE49-F238E27FC236}">
                <a16:creationId xmlns:a16="http://schemas.microsoft.com/office/drawing/2014/main" id="{5E1F82C3-DAD1-4EB6-B300-D338DC3B22E3}"/>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87" name="Rectangle 86">
            <a:extLst>
              <a:ext uri="{FF2B5EF4-FFF2-40B4-BE49-F238E27FC236}">
                <a16:creationId xmlns:a16="http://schemas.microsoft.com/office/drawing/2014/main" id="{46E26F63-06C3-4579-B7AB-F7A1ED499230}"/>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88" name="Group 87">
            <a:extLst>
              <a:ext uri="{FF2B5EF4-FFF2-40B4-BE49-F238E27FC236}">
                <a16:creationId xmlns:a16="http://schemas.microsoft.com/office/drawing/2014/main" id="{E0D07729-3939-43F4-A302-C5F3EA4780C4}"/>
              </a:ext>
            </a:extLst>
          </p:cNvPr>
          <p:cNvGrpSpPr/>
          <p:nvPr/>
        </p:nvGrpSpPr>
        <p:grpSpPr>
          <a:xfrm>
            <a:off x="9192986" y="1051487"/>
            <a:ext cx="954405" cy="3085386"/>
            <a:chOff x="12257314" y="1051487"/>
            <a:chExt cx="1272540" cy="3085386"/>
          </a:xfrm>
        </p:grpSpPr>
        <p:sp>
          <p:nvSpPr>
            <p:cNvPr id="89" name="Rectangle 88">
              <a:extLst>
                <a:ext uri="{FF2B5EF4-FFF2-40B4-BE49-F238E27FC236}">
                  <a16:creationId xmlns:a16="http://schemas.microsoft.com/office/drawing/2014/main" id="{7E71D360-9AF5-4645-97F3-C612E964C60B}"/>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90" name="TextBox 89">
              <a:extLst>
                <a:ext uri="{FF2B5EF4-FFF2-40B4-BE49-F238E27FC236}">
                  <a16:creationId xmlns:a16="http://schemas.microsoft.com/office/drawing/2014/main" id="{D3346FA0-D716-4F51-B586-A091F8B0E2D9}"/>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91" name="Freeform: Shape 90">
              <a:extLst>
                <a:ext uri="{FF2B5EF4-FFF2-40B4-BE49-F238E27FC236}">
                  <a16:creationId xmlns:a16="http://schemas.microsoft.com/office/drawing/2014/main" id="{6A732932-7B06-4798-8198-3DE8FF70E895}"/>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2" name="TextBox 91">
              <a:extLst>
                <a:ext uri="{FF2B5EF4-FFF2-40B4-BE49-F238E27FC236}">
                  <a16:creationId xmlns:a16="http://schemas.microsoft.com/office/drawing/2014/main" id="{5CE8B367-9285-4955-8FF6-B1A5ABC45C23}"/>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93" name="Freeform: Shape 92">
              <a:extLst>
                <a:ext uri="{FF2B5EF4-FFF2-40B4-BE49-F238E27FC236}">
                  <a16:creationId xmlns:a16="http://schemas.microsoft.com/office/drawing/2014/main" id="{B48FC7EB-BA31-441C-8876-F248DBBF4F93}"/>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4" name="Freeform: Shape 93">
              <a:extLst>
                <a:ext uri="{FF2B5EF4-FFF2-40B4-BE49-F238E27FC236}">
                  <a16:creationId xmlns:a16="http://schemas.microsoft.com/office/drawing/2014/main" id="{DA9EE824-6934-464A-87AB-5B7510D0D97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5" name="TextBox 94">
              <a:extLst>
                <a:ext uri="{FF2B5EF4-FFF2-40B4-BE49-F238E27FC236}">
                  <a16:creationId xmlns:a16="http://schemas.microsoft.com/office/drawing/2014/main" id="{DF1917B8-85C1-4582-B15C-7D69D1E14943}"/>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96" name="Picture 95">
              <a:extLst>
                <a:ext uri="{FF2B5EF4-FFF2-40B4-BE49-F238E27FC236}">
                  <a16:creationId xmlns:a16="http://schemas.microsoft.com/office/drawing/2014/main" id="{9A694079-5DB8-42FB-99FB-670FDAE8A2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97" name="Rectangle 96">
              <a:extLst>
                <a:ext uri="{FF2B5EF4-FFF2-40B4-BE49-F238E27FC236}">
                  <a16:creationId xmlns:a16="http://schemas.microsoft.com/office/drawing/2014/main" id="{64BA07E1-8B91-45F1-B874-C6C2CBEE91DA}"/>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98" name="Rectangle 97">
              <a:extLst>
                <a:ext uri="{FF2B5EF4-FFF2-40B4-BE49-F238E27FC236}">
                  <a16:creationId xmlns:a16="http://schemas.microsoft.com/office/drawing/2014/main" id="{A3B84B6C-21AA-4B0F-9AE5-357C158D8358}"/>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99" name="Rectangle 98">
              <a:extLst>
                <a:ext uri="{FF2B5EF4-FFF2-40B4-BE49-F238E27FC236}">
                  <a16:creationId xmlns:a16="http://schemas.microsoft.com/office/drawing/2014/main" id="{B1CB1052-EDAB-4A44-A9F6-02CF8C25825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100" name="Rectangle 99">
              <a:extLst>
                <a:ext uri="{FF2B5EF4-FFF2-40B4-BE49-F238E27FC236}">
                  <a16:creationId xmlns:a16="http://schemas.microsoft.com/office/drawing/2014/main" id="{72642DBF-311C-45CB-B45A-013D8DC9A7DD}"/>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101" name="Group 100">
              <a:extLst>
                <a:ext uri="{FF2B5EF4-FFF2-40B4-BE49-F238E27FC236}">
                  <a16:creationId xmlns:a16="http://schemas.microsoft.com/office/drawing/2014/main" id="{D88760E3-D8A9-4644-BB47-4A39A0C0ED3A}"/>
                </a:ext>
              </a:extLst>
            </p:cNvPr>
            <p:cNvGrpSpPr/>
            <p:nvPr/>
          </p:nvGrpSpPr>
          <p:grpSpPr>
            <a:xfrm>
              <a:off x="12364752" y="2345932"/>
              <a:ext cx="1055431" cy="88186"/>
              <a:chOff x="914335" y="6913770"/>
              <a:chExt cx="1109884" cy="100584"/>
            </a:xfrm>
            <a:noFill/>
          </p:grpSpPr>
          <p:sp>
            <p:nvSpPr>
              <p:cNvPr id="112" name="Rectangle 111">
                <a:extLst>
                  <a:ext uri="{FF2B5EF4-FFF2-40B4-BE49-F238E27FC236}">
                    <a16:creationId xmlns:a16="http://schemas.microsoft.com/office/drawing/2014/main" id="{10E155DF-0A2A-489F-A204-F0139546EBEA}"/>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13" name="Rectangle 112">
                <a:extLst>
                  <a:ext uri="{FF2B5EF4-FFF2-40B4-BE49-F238E27FC236}">
                    <a16:creationId xmlns:a16="http://schemas.microsoft.com/office/drawing/2014/main" id="{1608BE06-2C89-4041-AE83-0F5765D7A808}"/>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4" name="Rectangle 113">
                <a:extLst>
                  <a:ext uri="{FF2B5EF4-FFF2-40B4-BE49-F238E27FC236}">
                    <a16:creationId xmlns:a16="http://schemas.microsoft.com/office/drawing/2014/main" id="{042C10B9-9530-404D-B23F-BD78942C3B56}"/>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5" name="Rectangle 114">
                <a:extLst>
                  <a:ext uri="{FF2B5EF4-FFF2-40B4-BE49-F238E27FC236}">
                    <a16:creationId xmlns:a16="http://schemas.microsoft.com/office/drawing/2014/main" id="{CA7A198E-0BA2-44E3-8240-55B454CDACF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6" name="Rectangle 115">
                <a:extLst>
                  <a:ext uri="{FF2B5EF4-FFF2-40B4-BE49-F238E27FC236}">
                    <a16:creationId xmlns:a16="http://schemas.microsoft.com/office/drawing/2014/main" id="{2C5F2D5E-03B9-4F18-8463-0639DD8E4BF0}"/>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7" name="Rectangle 116">
                <a:extLst>
                  <a:ext uri="{FF2B5EF4-FFF2-40B4-BE49-F238E27FC236}">
                    <a16:creationId xmlns:a16="http://schemas.microsoft.com/office/drawing/2014/main" id="{662BE8F9-39AA-43C6-AFE0-1BF8A88CB5CD}"/>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8" name="Rectangle 117">
                <a:extLst>
                  <a:ext uri="{FF2B5EF4-FFF2-40B4-BE49-F238E27FC236}">
                    <a16:creationId xmlns:a16="http://schemas.microsoft.com/office/drawing/2014/main" id="{A5DA3E52-2EBC-4545-BE40-EE2557028C9A}"/>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9" name="Rectangle 118">
                <a:extLst>
                  <a:ext uri="{FF2B5EF4-FFF2-40B4-BE49-F238E27FC236}">
                    <a16:creationId xmlns:a16="http://schemas.microsoft.com/office/drawing/2014/main" id="{D9DAC4A6-077C-4A31-9C24-F07EA7E7C103}"/>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20" name="Rectangle 119">
                <a:extLst>
                  <a:ext uri="{FF2B5EF4-FFF2-40B4-BE49-F238E27FC236}">
                    <a16:creationId xmlns:a16="http://schemas.microsoft.com/office/drawing/2014/main" id="{2D2C074D-F360-43EE-915F-6303A53ED5D2}"/>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21" name="Rectangle 120">
                <a:extLst>
                  <a:ext uri="{FF2B5EF4-FFF2-40B4-BE49-F238E27FC236}">
                    <a16:creationId xmlns:a16="http://schemas.microsoft.com/office/drawing/2014/main" id="{016009BB-FA9B-401E-A10B-C1B048CF441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102" name="Graphic 101" descr="Close with solid fill">
              <a:extLst>
                <a:ext uri="{FF2B5EF4-FFF2-40B4-BE49-F238E27FC236}">
                  <a16:creationId xmlns:a16="http://schemas.microsoft.com/office/drawing/2014/main" id="{FA226DF7-9868-4328-8240-58041EAE2D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103" name="Graphic 102" descr="Close with solid fill">
              <a:extLst>
                <a:ext uri="{FF2B5EF4-FFF2-40B4-BE49-F238E27FC236}">
                  <a16:creationId xmlns:a16="http://schemas.microsoft.com/office/drawing/2014/main" id="{1D781BCD-EEF0-4C69-BB93-6F1F97FCFE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4" name="Graphic 103" descr="Close with solid fill">
              <a:extLst>
                <a:ext uri="{FF2B5EF4-FFF2-40B4-BE49-F238E27FC236}">
                  <a16:creationId xmlns:a16="http://schemas.microsoft.com/office/drawing/2014/main" id="{966042FF-6FBE-4E6E-87D0-A7CB41FC50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5" name="Graphic 104" descr="Close with solid fill">
              <a:extLst>
                <a:ext uri="{FF2B5EF4-FFF2-40B4-BE49-F238E27FC236}">
                  <a16:creationId xmlns:a16="http://schemas.microsoft.com/office/drawing/2014/main" id="{6CA283C2-AECD-498D-BE39-3E166184E15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6" name="Graphic 105" descr="Close with solid fill">
              <a:extLst>
                <a:ext uri="{FF2B5EF4-FFF2-40B4-BE49-F238E27FC236}">
                  <a16:creationId xmlns:a16="http://schemas.microsoft.com/office/drawing/2014/main" id="{3244FAB6-051F-4B73-9E8F-4C61F319EED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7" name="Graphic 106" descr="Close with solid fill">
              <a:extLst>
                <a:ext uri="{FF2B5EF4-FFF2-40B4-BE49-F238E27FC236}">
                  <a16:creationId xmlns:a16="http://schemas.microsoft.com/office/drawing/2014/main" id="{1172A977-FABD-4493-A203-8849598A1B2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8" name="Graphic 107" descr="Close with solid fill">
              <a:extLst>
                <a:ext uri="{FF2B5EF4-FFF2-40B4-BE49-F238E27FC236}">
                  <a16:creationId xmlns:a16="http://schemas.microsoft.com/office/drawing/2014/main" id="{7D5E0D52-CAE2-4CAD-B03B-D3EC9982EE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9" name="Graphic 108" descr="Close with solid fill">
              <a:extLst>
                <a:ext uri="{FF2B5EF4-FFF2-40B4-BE49-F238E27FC236}">
                  <a16:creationId xmlns:a16="http://schemas.microsoft.com/office/drawing/2014/main" id="{695E94A7-C5BF-484D-9E84-82AFDE6BF51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10" name="Graphic 109" descr="Close with solid fill">
              <a:extLst>
                <a:ext uri="{FF2B5EF4-FFF2-40B4-BE49-F238E27FC236}">
                  <a16:creationId xmlns:a16="http://schemas.microsoft.com/office/drawing/2014/main" id="{05373362-115D-49FA-8C68-A8B4E3E3C5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11" name="Graphic 110" descr="Close with solid fill">
              <a:extLst>
                <a:ext uri="{FF2B5EF4-FFF2-40B4-BE49-F238E27FC236}">
                  <a16:creationId xmlns:a16="http://schemas.microsoft.com/office/drawing/2014/main" id="{622539A0-36E7-48F5-A397-E045B444728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3" name="Date Placeholder 2">
            <a:extLst>
              <a:ext uri="{FF2B5EF4-FFF2-40B4-BE49-F238E27FC236}">
                <a16:creationId xmlns:a16="http://schemas.microsoft.com/office/drawing/2014/main" id="{5064D30C-936C-4967-AFC6-B93F623CA6F5}"/>
              </a:ext>
            </a:extLst>
          </p:cNvPr>
          <p:cNvSpPr>
            <a:spLocks noGrp="1"/>
          </p:cNvSpPr>
          <p:nvPr>
            <p:ph type="dt" sz="half" idx="18"/>
          </p:nvPr>
        </p:nvSpPr>
        <p:spPr>
          <a:xfrm>
            <a:off x="-65993" y="6895674"/>
            <a:ext cx="41148" cy="54864"/>
          </a:xfrm>
        </p:spPr>
        <p:txBody>
          <a:bodyPr/>
          <a:lstStyle>
            <a:lvl1pPr>
              <a:defRPr sz="100">
                <a:noFill/>
              </a:defRPr>
            </a:lvl1pPr>
          </a:lstStyle>
          <a:p>
            <a:fld id="{2CCD725F-E5D0-43FE-9C5C-489B5DC7E57B}" type="datetime4">
              <a:rPr lang="en-US" smtClean="0"/>
              <a:t>August 13, 2025</a:t>
            </a:fld>
            <a:endParaRPr lang="en-US"/>
          </a:p>
        </p:txBody>
      </p:sp>
      <p:sp>
        <p:nvSpPr>
          <p:cNvPr id="4" name="Footer Placeholder 3">
            <a:extLst>
              <a:ext uri="{FF2B5EF4-FFF2-40B4-BE49-F238E27FC236}">
                <a16:creationId xmlns:a16="http://schemas.microsoft.com/office/drawing/2014/main" id="{AFF87BD7-3AD4-41A6-85D5-142F30CCDA5D}"/>
              </a:ext>
            </a:extLst>
          </p:cNvPr>
          <p:cNvSpPr>
            <a:spLocks noGrp="1"/>
          </p:cNvSpPr>
          <p:nvPr>
            <p:ph type="ftr" sz="quarter" idx="19"/>
          </p:nvPr>
        </p:nvSpPr>
        <p:spPr>
          <a:xfrm>
            <a:off x="4627538" y="6403792"/>
            <a:ext cx="4098553" cy="214805"/>
          </a:xfrm>
        </p:spPr>
        <p:txBody>
          <a:bodyPr/>
          <a:lstStyle/>
          <a:p>
            <a:r>
              <a:rPr lang="en-US"/>
              <a:t>S&amp;P Global Commodity Insights – Internal Use Only</a:t>
            </a:r>
          </a:p>
        </p:txBody>
      </p:sp>
      <p:sp>
        <p:nvSpPr>
          <p:cNvPr id="5" name="Slide Number Placeholder 4">
            <a:extLst>
              <a:ext uri="{FF2B5EF4-FFF2-40B4-BE49-F238E27FC236}">
                <a16:creationId xmlns:a16="http://schemas.microsoft.com/office/drawing/2014/main" id="{F3BEF5F0-4550-4190-9246-F1A51D3CF48B}"/>
              </a:ext>
            </a:extLst>
          </p:cNvPr>
          <p:cNvSpPr>
            <a:spLocks noGrp="1"/>
          </p:cNvSpPr>
          <p:nvPr>
            <p:ph type="sldNum" sz="quarter" idx="20"/>
          </p:nvPr>
        </p:nvSpPr>
        <p:spPr>
          <a:xfrm>
            <a:off x="9159398" y="6895673"/>
            <a:ext cx="41148" cy="54864"/>
          </a:xfrm>
        </p:spPr>
        <p:txBody>
          <a:bodyPr/>
          <a:lstStyle>
            <a:lvl1pPr>
              <a:defRPr sz="100">
                <a:noFill/>
              </a:defRPr>
            </a:lvl1pPr>
          </a:lstStyle>
          <a:p>
            <a:fld id="{5CFA18E4-D58E-4B28-B105-28D9665A8EBC}" type="slidenum">
              <a:rPr lang="en-US" smtClean="0"/>
              <a:pPr/>
              <a:t>‹#›</a:t>
            </a:fld>
            <a:endParaRPr lang="en-US"/>
          </a:p>
        </p:txBody>
      </p:sp>
      <p:pic>
        <p:nvPicPr>
          <p:cNvPr id="69" name="SPG Commodity Insights White Big">
            <a:extLst>
              <a:ext uri="{FF2B5EF4-FFF2-40B4-BE49-F238E27FC236}">
                <a16:creationId xmlns:a16="http://schemas.microsoft.com/office/drawing/2014/main" id="{E7A4C76E-B5E0-47B5-BEBC-D299E7DF7BE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73933"/>
            <a:ext cx="2071116" cy="960692"/>
          </a:xfrm>
          <a:prstGeom prst="rect">
            <a:avLst/>
          </a:prstGeom>
        </p:spPr>
      </p:pic>
    </p:spTree>
    <p:extLst>
      <p:ext uri="{BB962C8B-B14F-4D97-AF65-F5344CB8AC3E}">
        <p14:creationId xmlns:p14="http://schemas.microsoft.com/office/powerpoint/2010/main" val="198214019"/>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83" name="Group 82">
            <a:extLst>
              <a:ext uri="{FF2B5EF4-FFF2-40B4-BE49-F238E27FC236}">
                <a16:creationId xmlns:a16="http://schemas.microsoft.com/office/drawing/2014/main" id="{CBDE4C0C-1F1C-4F02-A6EB-F2554ADE887B}"/>
              </a:ext>
            </a:extLst>
          </p:cNvPr>
          <p:cNvGrpSpPr/>
          <p:nvPr/>
        </p:nvGrpSpPr>
        <p:grpSpPr>
          <a:xfrm>
            <a:off x="9144747" y="647701"/>
            <a:ext cx="104748" cy="5046663"/>
            <a:chOff x="12192996" y="647700"/>
            <a:chExt cx="139664" cy="5046663"/>
          </a:xfrm>
        </p:grpSpPr>
        <p:cxnSp>
          <p:nvCxnSpPr>
            <p:cNvPr id="84" name="Straight Connector 83">
              <a:extLst>
                <a:ext uri="{FF2B5EF4-FFF2-40B4-BE49-F238E27FC236}">
                  <a16:creationId xmlns:a16="http://schemas.microsoft.com/office/drawing/2014/main" id="{AB2B82C4-5A7B-4C3E-85F1-302BA123FDF8}"/>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5" name="Group 84">
              <a:extLst>
                <a:ext uri="{FF2B5EF4-FFF2-40B4-BE49-F238E27FC236}">
                  <a16:creationId xmlns:a16="http://schemas.microsoft.com/office/drawing/2014/main" id="{BC4CA50C-DC6B-4532-80EA-F28E8B51C0E1}"/>
                </a:ext>
              </a:extLst>
            </p:cNvPr>
            <p:cNvGrpSpPr/>
            <p:nvPr/>
          </p:nvGrpSpPr>
          <p:grpSpPr>
            <a:xfrm>
              <a:off x="12202508" y="647700"/>
              <a:ext cx="130152" cy="5046663"/>
              <a:chOff x="12202508" y="647700"/>
              <a:chExt cx="130152" cy="5046663"/>
            </a:xfrm>
          </p:grpSpPr>
          <p:cxnSp>
            <p:nvCxnSpPr>
              <p:cNvPr id="86" name="Straight Connector 85">
                <a:extLst>
                  <a:ext uri="{FF2B5EF4-FFF2-40B4-BE49-F238E27FC236}">
                    <a16:creationId xmlns:a16="http://schemas.microsoft.com/office/drawing/2014/main" id="{D4227544-25B8-43F2-A382-09126CE1D53D}"/>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5DE0598B-21E1-4AC9-9DD3-9587CF3B2E21}"/>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D4965106-C953-4340-ADAD-E33C3D5AB84E}"/>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68C2DAF-71D0-4E92-89F7-63BF5CCA1964}"/>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5C85142-108D-4D31-8381-651F3B71FEC3}"/>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grpSp>
        <p:nvGrpSpPr>
          <p:cNvPr id="91" name="Group 90">
            <a:extLst>
              <a:ext uri="{FF2B5EF4-FFF2-40B4-BE49-F238E27FC236}">
                <a16:creationId xmlns:a16="http://schemas.microsoft.com/office/drawing/2014/main" id="{3126A0FC-AB3D-4457-832F-9CAA4807D44D}"/>
              </a:ext>
            </a:extLst>
          </p:cNvPr>
          <p:cNvGrpSpPr/>
          <p:nvPr/>
        </p:nvGrpSpPr>
        <p:grpSpPr>
          <a:xfrm>
            <a:off x="-97614" y="647701"/>
            <a:ext cx="97614" cy="5046663"/>
            <a:chOff x="-130152" y="647700"/>
            <a:chExt cx="130152" cy="5046663"/>
          </a:xfrm>
        </p:grpSpPr>
        <p:cxnSp>
          <p:nvCxnSpPr>
            <p:cNvPr id="92" name="Straight Connector 91">
              <a:extLst>
                <a:ext uri="{FF2B5EF4-FFF2-40B4-BE49-F238E27FC236}">
                  <a16:creationId xmlns:a16="http://schemas.microsoft.com/office/drawing/2014/main" id="{17D5183D-E7EC-4733-A453-DD3011C74727}"/>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4CE7D18F-A860-4DD8-9A7F-DA37E4C3AA63}"/>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6B76B2D8-9387-4E72-A78D-008F7B1DE7A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296D2839-C002-4B6C-8039-6A2215DD0921}"/>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2CA74D5-3BD1-4495-8E67-2D08372A8A79}"/>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A53572D4-8E61-4A83-8938-8C0CB8CA936C}"/>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hasCustomPrompt="1"/>
          </p:nvPr>
        </p:nvSpPr>
        <p:spPr>
          <a:xfrm>
            <a:off x="418338" y="1956816"/>
            <a:ext cx="5390388" cy="1399032"/>
          </a:xfrm>
          <a:prstGeom prst="rect">
            <a:avLst/>
          </a:prstGeom>
        </p:spPr>
        <p:txBody>
          <a:bodyPr anchor="b">
            <a:normAutofit/>
          </a:bodyPr>
          <a:lstStyle>
            <a:lvl1pPr algn="l">
              <a:defRPr sz="3300" b="0"/>
            </a:lvl1pPr>
          </a:lstStyle>
          <a:p>
            <a:r>
              <a:rPr lang="en-US"/>
              <a:t>[Presentation title max two lines]</a:t>
            </a:r>
          </a:p>
        </p:txBody>
      </p:sp>
      <p:sp>
        <p:nvSpPr>
          <p:cNvPr id="3" name="Subtitle 2"/>
          <p:cNvSpPr>
            <a:spLocks noGrp="1"/>
          </p:cNvSpPr>
          <p:nvPr>
            <p:ph type="subTitle" idx="1" hasCustomPrompt="1"/>
          </p:nvPr>
        </p:nvSpPr>
        <p:spPr>
          <a:xfrm>
            <a:off x="419099" y="3474720"/>
            <a:ext cx="5390388" cy="739308"/>
          </a:xfrm>
        </p:spPr>
        <p:txBody>
          <a:bodyPr>
            <a:normAutofit/>
          </a:bodyPr>
          <a:lstStyle>
            <a:lvl1pPr marL="0" indent="0" algn="l">
              <a:buNone/>
              <a:defRPr sz="1800">
                <a:latin typeface="+mn-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lvl="0"/>
            <a:r>
              <a:rPr lang="en-US"/>
              <a:t>[Presentation subtitle]</a:t>
            </a:r>
          </a:p>
        </p:txBody>
      </p:sp>
      <p:cxnSp>
        <p:nvCxnSpPr>
          <p:cNvPr id="10" name="Straight Connector 9">
            <a:extLst>
              <a:ext uri="{FF2B5EF4-FFF2-40B4-BE49-F238E27FC236}">
                <a16:creationId xmlns:a16="http://schemas.microsoft.com/office/drawing/2014/main" id="{376BA038-2C76-4471-9639-0C56434FB7B6}"/>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41C0E8F-74CC-4F47-A92F-139B6B63BAED}"/>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FF48AF1-AFFB-470F-AA8A-E6D9D296D96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14" name="TextBox 13">
            <a:extLst>
              <a:ext uri="{FF2B5EF4-FFF2-40B4-BE49-F238E27FC236}">
                <a16:creationId xmlns:a16="http://schemas.microsoft.com/office/drawing/2014/main" id="{AF1FAC2A-8D2A-43FA-A89A-FD41958C13C8}"/>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62" name="Group 61">
            <a:extLst>
              <a:ext uri="{FF2B5EF4-FFF2-40B4-BE49-F238E27FC236}">
                <a16:creationId xmlns:a16="http://schemas.microsoft.com/office/drawing/2014/main" id="{64E9768B-A287-45E9-B93C-8F74CC3CBCEE}"/>
              </a:ext>
            </a:extLst>
          </p:cNvPr>
          <p:cNvGrpSpPr/>
          <p:nvPr/>
        </p:nvGrpSpPr>
        <p:grpSpPr>
          <a:xfrm>
            <a:off x="-994" y="6871034"/>
            <a:ext cx="9144000" cy="143299"/>
            <a:chOff x="-1325" y="6871033"/>
            <a:chExt cx="12192000" cy="143299"/>
          </a:xfrm>
        </p:grpSpPr>
        <p:sp>
          <p:nvSpPr>
            <p:cNvPr id="63" name="Rectangle 62">
              <a:extLst>
                <a:ext uri="{FF2B5EF4-FFF2-40B4-BE49-F238E27FC236}">
                  <a16:creationId xmlns:a16="http://schemas.microsoft.com/office/drawing/2014/main" id="{C475D874-C0C6-4E4B-BB98-E542146BD63C}"/>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4" name="Rectangle 63">
              <a:extLst>
                <a:ext uri="{FF2B5EF4-FFF2-40B4-BE49-F238E27FC236}">
                  <a16:creationId xmlns:a16="http://schemas.microsoft.com/office/drawing/2014/main" id="{0785CC4C-3F34-42B2-9537-BFD82F7DE4BA}"/>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5" name="Rectangle 64">
            <a:extLst>
              <a:ext uri="{FF2B5EF4-FFF2-40B4-BE49-F238E27FC236}">
                <a16:creationId xmlns:a16="http://schemas.microsoft.com/office/drawing/2014/main" id="{E6806D8E-6A7F-40D9-BCCF-3FD869EFAA9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3D822507-3E4E-4D69-9341-50B46011FEA6}"/>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5A761A62-846B-4E24-B6A9-9F8BACC73FBA}"/>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970B1166-4B5E-482E-AEA8-AF5754445A57}"/>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7625261F-9012-45CB-ABAF-4C1AEDD19CF7}"/>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1A4EF8C-B05F-4C2D-B895-B21347BB6B92}"/>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FEF527E8-5CCD-4E35-BD18-5BE908F8147A}"/>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46EFB865-E95C-4D65-81B9-DADE001CAED5}"/>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E9756AD0-29AE-4990-BF99-3E465902C1F8}"/>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D3EA4F1D-DAE8-4A6E-A65C-C9A39B328E39}"/>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47D9D4B7-6F5D-45E3-965B-9B647508C7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78" name="Rectangle 77">
              <a:extLst>
                <a:ext uri="{FF2B5EF4-FFF2-40B4-BE49-F238E27FC236}">
                  <a16:creationId xmlns:a16="http://schemas.microsoft.com/office/drawing/2014/main" id="{88630BDD-787D-4482-BF31-6E548A628380}"/>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4DF7C0F0-B7CE-4A90-914D-652755BC8C5C}"/>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0" name="Rectangle 79">
              <a:extLst>
                <a:ext uri="{FF2B5EF4-FFF2-40B4-BE49-F238E27FC236}">
                  <a16:creationId xmlns:a16="http://schemas.microsoft.com/office/drawing/2014/main" id="{7022B6B0-B5B1-4FA7-AD7A-56FC4EFF5A63}"/>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1" name="Rectangle 80">
              <a:extLst>
                <a:ext uri="{FF2B5EF4-FFF2-40B4-BE49-F238E27FC236}">
                  <a16:creationId xmlns:a16="http://schemas.microsoft.com/office/drawing/2014/main" id="{3C3114C0-9B04-4745-B0B2-8A2A899971C6}"/>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2" name="Group 81">
              <a:extLst>
                <a:ext uri="{FF2B5EF4-FFF2-40B4-BE49-F238E27FC236}">
                  <a16:creationId xmlns:a16="http://schemas.microsoft.com/office/drawing/2014/main" id="{2F8B8185-CCD7-4451-ACD5-6C91CB4A6B81}"/>
                </a:ext>
              </a:extLst>
            </p:cNvPr>
            <p:cNvGrpSpPr/>
            <p:nvPr/>
          </p:nvGrpSpPr>
          <p:grpSpPr>
            <a:xfrm>
              <a:off x="12364752" y="2345932"/>
              <a:ext cx="1055431" cy="88186"/>
              <a:chOff x="914335" y="6913770"/>
              <a:chExt cx="1109884" cy="100584"/>
            </a:xfrm>
            <a:noFill/>
          </p:grpSpPr>
          <p:sp>
            <p:nvSpPr>
              <p:cNvPr id="108" name="Rectangle 107">
                <a:extLst>
                  <a:ext uri="{FF2B5EF4-FFF2-40B4-BE49-F238E27FC236}">
                    <a16:creationId xmlns:a16="http://schemas.microsoft.com/office/drawing/2014/main" id="{772BF05C-B7F4-4317-8F18-A4BE9F50BCED}"/>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9" name="Rectangle 108">
                <a:extLst>
                  <a:ext uri="{FF2B5EF4-FFF2-40B4-BE49-F238E27FC236}">
                    <a16:creationId xmlns:a16="http://schemas.microsoft.com/office/drawing/2014/main" id="{98C1F182-54AA-47C5-AA3D-F47B1BB74530}"/>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10" name="Rectangle 109">
                <a:extLst>
                  <a:ext uri="{FF2B5EF4-FFF2-40B4-BE49-F238E27FC236}">
                    <a16:creationId xmlns:a16="http://schemas.microsoft.com/office/drawing/2014/main" id="{EDC44974-480B-4F6A-879E-B1E110585E73}"/>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11" name="Rectangle 110">
                <a:extLst>
                  <a:ext uri="{FF2B5EF4-FFF2-40B4-BE49-F238E27FC236}">
                    <a16:creationId xmlns:a16="http://schemas.microsoft.com/office/drawing/2014/main" id="{D3596518-DC4F-4D88-A25D-AFA59B77BB42}"/>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12" name="Rectangle 111">
                <a:extLst>
                  <a:ext uri="{FF2B5EF4-FFF2-40B4-BE49-F238E27FC236}">
                    <a16:creationId xmlns:a16="http://schemas.microsoft.com/office/drawing/2014/main" id="{FDA888A0-5BF5-42D0-9544-D6DE4CA5EBB7}"/>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13" name="Rectangle 112">
                <a:extLst>
                  <a:ext uri="{FF2B5EF4-FFF2-40B4-BE49-F238E27FC236}">
                    <a16:creationId xmlns:a16="http://schemas.microsoft.com/office/drawing/2014/main" id="{61A7793E-A0E5-4CCE-9C97-8DBFA520F878}"/>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14" name="Rectangle 113">
                <a:extLst>
                  <a:ext uri="{FF2B5EF4-FFF2-40B4-BE49-F238E27FC236}">
                    <a16:creationId xmlns:a16="http://schemas.microsoft.com/office/drawing/2014/main" id="{A82ACCF2-F05E-470D-BCF5-1560C619CE0F}"/>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15" name="Rectangle 114">
                <a:extLst>
                  <a:ext uri="{FF2B5EF4-FFF2-40B4-BE49-F238E27FC236}">
                    <a16:creationId xmlns:a16="http://schemas.microsoft.com/office/drawing/2014/main" id="{796EB321-FBBB-4629-92E6-3DBC06FD8D16}"/>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16" name="Rectangle 115">
                <a:extLst>
                  <a:ext uri="{FF2B5EF4-FFF2-40B4-BE49-F238E27FC236}">
                    <a16:creationId xmlns:a16="http://schemas.microsoft.com/office/drawing/2014/main" id="{C1D301F2-511F-433B-81B9-306C4F9BBDFF}"/>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7" name="Rectangle 116">
                <a:extLst>
                  <a:ext uri="{FF2B5EF4-FFF2-40B4-BE49-F238E27FC236}">
                    <a16:creationId xmlns:a16="http://schemas.microsoft.com/office/drawing/2014/main" id="{F4F70A24-6327-49AA-9A45-24B6C1649258}"/>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98" name="Graphic 97" descr="Close with solid fill">
              <a:extLst>
                <a:ext uri="{FF2B5EF4-FFF2-40B4-BE49-F238E27FC236}">
                  <a16:creationId xmlns:a16="http://schemas.microsoft.com/office/drawing/2014/main" id="{A687F511-0A68-483D-9776-63F8B1257A7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99" name="Graphic 98" descr="Close with solid fill">
              <a:extLst>
                <a:ext uri="{FF2B5EF4-FFF2-40B4-BE49-F238E27FC236}">
                  <a16:creationId xmlns:a16="http://schemas.microsoft.com/office/drawing/2014/main" id="{E0907C52-44BE-4C09-BA55-A6F3A52AA2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100" name="Graphic 99" descr="Close with solid fill">
              <a:extLst>
                <a:ext uri="{FF2B5EF4-FFF2-40B4-BE49-F238E27FC236}">
                  <a16:creationId xmlns:a16="http://schemas.microsoft.com/office/drawing/2014/main" id="{AFB67541-AE70-4AA1-9656-2123BBAB6A7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101" name="Graphic 100" descr="Close with solid fill">
              <a:extLst>
                <a:ext uri="{FF2B5EF4-FFF2-40B4-BE49-F238E27FC236}">
                  <a16:creationId xmlns:a16="http://schemas.microsoft.com/office/drawing/2014/main" id="{718C701C-5E97-4D56-B432-AD696732ABC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102" name="Graphic 101" descr="Close with solid fill">
              <a:extLst>
                <a:ext uri="{FF2B5EF4-FFF2-40B4-BE49-F238E27FC236}">
                  <a16:creationId xmlns:a16="http://schemas.microsoft.com/office/drawing/2014/main" id="{B3E9595E-4F55-4501-94BF-0FB57F478E4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103" name="Graphic 102" descr="Close with solid fill">
              <a:extLst>
                <a:ext uri="{FF2B5EF4-FFF2-40B4-BE49-F238E27FC236}">
                  <a16:creationId xmlns:a16="http://schemas.microsoft.com/office/drawing/2014/main" id="{9A584820-7F6D-4CC1-940D-460D46731C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104" name="Graphic 103" descr="Close with solid fill">
              <a:extLst>
                <a:ext uri="{FF2B5EF4-FFF2-40B4-BE49-F238E27FC236}">
                  <a16:creationId xmlns:a16="http://schemas.microsoft.com/office/drawing/2014/main" id="{A1A37EF2-CB6A-463E-A002-C90485D224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105" name="Graphic 104" descr="Close with solid fill">
              <a:extLst>
                <a:ext uri="{FF2B5EF4-FFF2-40B4-BE49-F238E27FC236}">
                  <a16:creationId xmlns:a16="http://schemas.microsoft.com/office/drawing/2014/main" id="{48C855CC-3AB0-41B0-9BBF-9B7BB0D35B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106" name="Graphic 105" descr="Close with solid fill">
              <a:extLst>
                <a:ext uri="{FF2B5EF4-FFF2-40B4-BE49-F238E27FC236}">
                  <a16:creationId xmlns:a16="http://schemas.microsoft.com/office/drawing/2014/main" id="{489DB8FD-920A-418F-AA9B-45F79A59BF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107" name="Graphic 106" descr="Close with solid fill">
              <a:extLst>
                <a:ext uri="{FF2B5EF4-FFF2-40B4-BE49-F238E27FC236}">
                  <a16:creationId xmlns:a16="http://schemas.microsoft.com/office/drawing/2014/main" id="{9BBE7E3C-8A35-41D6-86A2-B821B8FEE46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
        <p:nvSpPr>
          <p:cNvPr id="4" name="Date Placeholder 3">
            <a:extLst>
              <a:ext uri="{FF2B5EF4-FFF2-40B4-BE49-F238E27FC236}">
                <a16:creationId xmlns:a16="http://schemas.microsoft.com/office/drawing/2014/main" id="{A8821B2B-FF47-4712-B01E-603572454706}"/>
              </a:ext>
            </a:extLst>
          </p:cNvPr>
          <p:cNvSpPr>
            <a:spLocks noGrp="1"/>
          </p:cNvSpPr>
          <p:nvPr>
            <p:ph type="dt" sz="half" idx="10"/>
          </p:nvPr>
        </p:nvSpPr>
        <p:spPr>
          <a:xfrm>
            <a:off x="-84909" y="6895670"/>
            <a:ext cx="41148" cy="54864"/>
          </a:xfrm>
        </p:spPr>
        <p:txBody>
          <a:bodyPr/>
          <a:lstStyle>
            <a:lvl1pPr>
              <a:defRPr sz="100">
                <a:noFill/>
              </a:defRPr>
            </a:lvl1pPr>
          </a:lstStyle>
          <a:p>
            <a:fld id="{9D096F1F-C83F-4ACB-BDBF-C932B5B1405A}" type="datetime4">
              <a:rPr lang="en-US" smtClean="0"/>
              <a:t>August 13, 2025</a:t>
            </a:fld>
            <a:endParaRPr lang="en-US"/>
          </a:p>
        </p:txBody>
      </p:sp>
      <p:sp>
        <p:nvSpPr>
          <p:cNvPr id="5" name="Footer Placeholder 4">
            <a:extLst>
              <a:ext uri="{FF2B5EF4-FFF2-40B4-BE49-F238E27FC236}">
                <a16:creationId xmlns:a16="http://schemas.microsoft.com/office/drawing/2014/main" id="{6B9D4A80-775D-4252-875E-247FD042AC6C}"/>
              </a:ext>
            </a:extLst>
          </p:cNvPr>
          <p:cNvSpPr>
            <a:spLocks noGrp="1"/>
          </p:cNvSpPr>
          <p:nvPr>
            <p:ph type="ftr" sz="quarter" idx="11"/>
          </p:nvPr>
        </p:nvSpPr>
        <p:spPr/>
        <p:txBody>
          <a:bodyPr/>
          <a:lstStyle/>
          <a:p>
            <a:r>
              <a:rPr lang="en-US"/>
              <a:t>S&amp;P Global Commodity Insights – Internal Use Only</a:t>
            </a:r>
          </a:p>
        </p:txBody>
      </p:sp>
      <p:sp>
        <p:nvSpPr>
          <p:cNvPr id="6" name="Slide Number Placeholder 5">
            <a:extLst>
              <a:ext uri="{FF2B5EF4-FFF2-40B4-BE49-F238E27FC236}">
                <a16:creationId xmlns:a16="http://schemas.microsoft.com/office/drawing/2014/main" id="{744CE996-91E9-401D-B376-AACD01423D72}"/>
              </a:ext>
            </a:extLst>
          </p:cNvPr>
          <p:cNvSpPr>
            <a:spLocks noGrp="1"/>
          </p:cNvSpPr>
          <p:nvPr>
            <p:ph type="sldNum" sz="quarter" idx="12"/>
          </p:nvPr>
        </p:nvSpPr>
        <p:spPr>
          <a:xfrm>
            <a:off x="9164128" y="6920899"/>
            <a:ext cx="41148" cy="54864"/>
          </a:xfrm>
        </p:spPr>
        <p:txBody>
          <a:bodyPr/>
          <a:lstStyle>
            <a:lvl1pPr>
              <a:defRPr sz="100">
                <a:noFill/>
              </a:defRPr>
            </a:lvl1pPr>
          </a:lstStyle>
          <a:p>
            <a:fld id="{5CFA18E4-D58E-4B28-B105-28D9665A8EBC}" type="slidenum">
              <a:rPr lang="en-US" smtClean="0"/>
              <a:pPr/>
              <a:t>‹#›</a:t>
            </a:fld>
            <a:endParaRPr lang="en-US"/>
          </a:p>
        </p:txBody>
      </p:sp>
      <p:pic>
        <p:nvPicPr>
          <p:cNvPr id="67" name="SPG Commodity Insights Red White Big">
            <a:extLst>
              <a:ext uri="{FF2B5EF4-FFF2-40B4-BE49-F238E27FC236}">
                <a16:creationId xmlns:a16="http://schemas.microsoft.com/office/drawing/2014/main" id="{6E8D5550-4753-424D-94AC-7FE7175EBB7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76120" y="180706"/>
            <a:ext cx="2071116" cy="960692"/>
          </a:xfrm>
          <a:prstGeom prst="rect">
            <a:avLst/>
          </a:prstGeom>
        </p:spPr>
      </p:pic>
    </p:spTree>
    <p:extLst>
      <p:ext uri="{BB962C8B-B14F-4D97-AF65-F5344CB8AC3E}">
        <p14:creationId xmlns:p14="http://schemas.microsoft.com/office/powerpoint/2010/main" val="64865870"/>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orient="horz" pos="1232">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Disclaimer">
    <p:spTree>
      <p:nvGrpSpPr>
        <p:cNvPr id="1" name=""/>
        <p:cNvGrpSpPr/>
        <p:nvPr/>
      </p:nvGrpSpPr>
      <p:grpSpPr>
        <a:xfrm>
          <a:off x="0" y="0"/>
          <a:ext cx="0" cy="0"/>
          <a:chOff x="0" y="0"/>
          <a:chExt cx="0" cy="0"/>
        </a:xfrm>
      </p:grpSpPr>
      <p:sp>
        <p:nvSpPr>
          <p:cNvPr id="7" name="Text Placeholder 11"/>
          <p:cNvSpPr>
            <a:spLocks noGrp="1"/>
          </p:cNvSpPr>
          <p:nvPr>
            <p:ph type="body" sz="quarter" idx="15" hasCustomPrompt="1"/>
          </p:nvPr>
        </p:nvSpPr>
        <p:spPr>
          <a:xfrm>
            <a:off x="417910" y="647700"/>
            <a:ext cx="8308181" cy="5557838"/>
          </a:xfrm>
        </p:spPr>
        <p:txBody>
          <a:bodyPr tIns="0" bIns="0" anchor="t">
            <a:normAutofit/>
          </a:bodyPr>
          <a:lstStyle>
            <a:lvl1pPr marL="0" indent="0">
              <a:lnSpc>
                <a:spcPct val="70000"/>
              </a:lnSpc>
              <a:spcBef>
                <a:spcPts val="0"/>
              </a:spcBef>
              <a:spcAft>
                <a:spcPts val="150"/>
              </a:spcAft>
              <a:buSzPct val="25000"/>
              <a:buFont typeface="Arial" panose="020B0604020202020204" pitchFamily="34" charset="0"/>
              <a:buChar char=" "/>
              <a:defRPr sz="675">
                <a:latin typeface="+mn-lt"/>
              </a:defRPr>
            </a:lvl1pPr>
            <a:lvl2pPr marL="127397" indent="-84535">
              <a:lnSpc>
                <a:spcPct val="70000"/>
              </a:lnSpc>
              <a:spcBef>
                <a:spcPts val="0"/>
              </a:spcBef>
              <a:buFont typeface="Arial" panose="020B0604020202020204" pitchFamily="34" charset="0"/>
              <a:buChar char="•"/>
              <a:defRPr sz="675">
                <a:latin typeface="+mn-lt"/>
              </a:defRPr>
            </a:lvl2pPr>
            <a:lvl3pPr marL="255984" indent="0">
              <a:buNone/>
              <a:defRPr/>
            </a:lvl3pPr>
          </a:lstStyle>
          <a:p>
            <a:pPr lvl="0"/>
            <a:r>
              <a:rPr lang="en-US"/>
              <a:t>[Click to add non-bulleted content use Tab / Increase List Level for Second Level with bullet]</a:t>
            </a:r>
          </a:p>
          <a:p>
            <a:pPr lvl="1"/>
            <a:r>
              <a:rPr lang="en-US"/>
              <a:t>Second level</a:t>
            </a:r>
          </a:p>
        </p:txBody>
      </p:sp>
      <p:sp>
        <p:nvSpPr>
          <p:cNvPr id="2" name="Date Placeholder 1">
            <a:extLst>
              <a:ext uri="{FF2B5EF4-FFF2-40B4-BE49-F238E27FC236}">
                <a16:creationId xmlns:a16="http://schemas.microsoft.com/office/drawing/2014/main" id="{2E8387B7-F763-4C34-94C4-97132B4B4946}"/>
              </a:ext>
            </a:extLst>
          </p:cNvPr>
          <p:cNvSpPr>
            <a:spLocks noGrp="1"/>
          </p:cNvSpPr>
          <p:nvPr>
            <p:ph type="dt" sz="half" idx="16"/>
          </p:nvPr>
        </p:nvSpPr>
        <p:spPr/>
        <p:txBody>
          <a:bodyPr/>
          <a:lstStyle/>
          <a:p>
            <a:fld id="{DD8C6A1C-1714-4A3A-985B-494EC3675387}" type="datetime4">
              <a:rPr lang="en-US" smtClean="0"/>
              <a:t>August 13, 2025</a:t>
            </a:fld>
            <a:endParaRPr lang="en-US"/>
          </a:p>
        </p:txBody>
      </p:sp>
      <p:sp>
        <p:nvSpPr>
          <p:cNvPr id="8" name="Footer Placeholder 7">
            <a:extLst>
              <a:ext uri="{FF2B5EF4-FFF2-40B4-BE49-F238E27FC236}">
                <a16:creationId xmlns:a16="http://schemas.microsoft.com/office/drawing/2014/main" id="{C717362C-2F74-4297-90B9-A57E4AEA86D5}"/>
              </a:ext>
            </a:extLst>
          </p:cNvPr>
          <p:cNvSpPr>
            <a:spLocks noGrp="1"/>
          </p:cNvSpPr>
          <p:nvPr>
            <p:ph type="ftr" sz="quarter" idx="17"/>
          </p:nvPr>
        </p:nvSpPr>
        <p:spPr/>
        <p:txBody>
          <a:bodyPr/>
          <a:lstStyle/>
          <a:p>
            <a:r>
              <a:rPr lang="en-US"/>
              <a:t>S&amp;P Global Commodity Insights – Internal Use Only</a:t>
            </a:r>
          </a:p>
        </p:txBody>
      </p:sp>
      <p:sp>
        <p:nvSpPr>
          <p:cNvPr id="12" name="Slide Number Placeholder 11">
            <a:extLst>
              <a:ext uri="{FF2B5EF4-FFF2-40B4-BE49-F238E27FC236}">
                <a16:creationId xmlns:a16="http://schemas.microsoft.com/office/drawing/2014/main" id="{71396959-DB01-48A2-93AE-24CB6D631423}"/>
              </a:ext>
            </a:extLst>
          </p:cNvPr>
          <p:cNvSpPr>
            <a:spLocks noGrp="1"/>
          </p:cNvSpPr>
          <p:nvPr>
            <p:ph type="sldNum" sz="quarter" idx="18"/>
          </p:nvPr>
        </p:nvSpPr>
        <p:spPr/>
        <p:txBody>
          <a:bodyPr/>
          <a:lstStyle/>
          <a:p>
            <a:fld id="{5CFA18E4-D58E-4B28-B105-28D9665A8EBC}" type="slidenum">
              <a:rPr lang="en-US" smtClean="0"/>
              <a:pPr/>
              <a:t>‹#›</a:t>
            </a:fld>
            <a:endParaRPr lang="en-US"/>
          </a:p>
        </p:txBody>
      </p:sp>
    </p:spTree>
    <p:extLst>
      <p:ext uri="{BB962C8B-B14F-4D97-AF65-F5344CB8AC3E}">
        <p14:creationId xmlns:p14="http://schemas.microsoft.com/office/powerpoint/2010/main" val="739570498"/>
      </p:ext>
    </p:extLst>
  </p:cSld>
  <p:clrMapOvr>
    <a:masterClrMapping/>
  </p:clrMapOvr>
  <p:hf hdr="0" ftr="0" dt="0"/>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p:cSld name="~    ">
    <p:bg>
      <p:bgPr>
        <a:solidFill>
          <a:schemeClr val="accent5"/>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EA77DE4-BCDB-47D9-B82E-92CB162DC268}"/>
              </a:ext>
            </a:extLst>
          </p:cNvPr>
          <p:cNvSpPr txBox="1"/>
          <p:nvPr/>
        </p:nvSpPr>
        <p:spPr>
          <a:xfrm>
            <a:off x="0" y="0"/>
            <a:ext cx="9144000" cy="6858000"/>
          </a:xfrm>
          <a:prstGeom prst="rect">
            <a:avLst/>
          </a:prstGeom>
          <a:solidFill>
            <a:schemeClr val="accent5"/>
          </a:solidFill>
        </p:spPr>
        <p:txBody>
          <a:bodyPr wrap="square" rtlCol="0" anchor="ctr">
            <a:noAutofit/>
          </a:bodyPr>
          <a:lstStyle/>
          <a:p>
            <a:pPr algn="ctr">
              <a:lnSpc>
                <a:spcPct val="90000"/>
              </a:lnSpc>
            </a:pPr>
            <a:r>
              <a:rPr lang="en-US" sz="8625" b="1"/>
              <a:t>DO NOT USE LAYOUTS AFTER THIS! </a:t>
            </a:r>
          </a:p>
        </p:txBody>
      </p:sp>
      <p:sp>
        <p:nvSpPr>
          <p:cNvPr id="39" name="Rectangle 38">
            <a:extLst>
              <a:ext uri="{FF2B5EF4-FFF2-40B4-BE49-F238E27FC236}">
                <a16:creationId xmlns:a16="http://schemas.microsoft.com/office/drawing/2014/main" id="{CE32137E-BEAB-4227-B846-44FA913DAE42}"/>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40" name="Group 39">
            <a:extLst>
              <a:ext uri="{FF2B5EF4-FFF2-40B4-BE49-F238E27FC236}">
                <a16:creationId xmlns:a16="http://schemas.microsoft.com/office/drawing/2014/main" id="{69939F3E-74E5-44F1-9240-48E58834DF45}"/>
              </a:ext>
            </a:extLst>
          </p:cNvPr>
          <p:cNvGrpSpPr/>
          <p:nvPr/>
        </p:nvGrpSpPr>
        <p:grpSpPr>
          <a:xfrm>
            <a:off x="9192986" y="1051487"/>
            <a:ext cx="954405" cy="3085386"/>
            <a:chOff x="12257314" y="1051487"/>
            <a:chExt cx="1272540" cy="3085386"/>
          </a:xfrm>
        </p:grpSpPr>
        <p:sp>
          <p:nvSpPr>
            <p:cNvPr id="41" name="Rectangle 40">
              <a:extLst>
                <a:ext uri="{FF2B5EF4-FFF2-40B4-BE49-F238E27FC236}">
                  <a16:creationId xmlns:a16="http://schemas.microsoft.com/office/drawing/2014/main" id="{5D7AC190-6D13-491A-A146-FB42D15A54A6}"/>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42" name="TextBox 41">
              <a:extLst>
                <a:ext uri="{FF2B5EF4-FFF2-40B4-BE49-F238E27FC236}">
                  <a16:creationId xmlns:a16="http://schemas.microsoft.com/office/drawing/2014/main" id="{BBB96B0B-9EF1-4F44-9D15-C2F5FAE2C72F}"/>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43" name="Freeform: Shape 42">
              <a:extLst>
                <a:ext uri="{FF2B5EF4-FFF2-40B4-BE49-F238E27FC236}">
                  <a16:creationId xmlns:a16="http://schemas.microsoft.com/office/drawing/2014/main" id="{73790DEF-B040-4375-B50D-2E75D106AF88}"/>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4" name="TextBox 43">
              <a:extLst>
                <a:ext uri="{FF2B5EF4-FFF2-40B4-BE49-F238E27FC236}">
                  <a16:creationId xmlns:a16="http://schemas.microsoft.com/office/drawing/2014/main" id="{76BC3F5E-CB1C-47AD-A420-D44AF6A539EF}"/>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45" name="Freeform: Shape 44">
              <a:extLst>
                <a:ext uri="{FF2B5EF4-FFF2-40B4-BE49-F238E27FC236}">
                  <a16:creationId xmlns:a16="http://schemas.microsoft.com/office/drawing/2014/main" id="{0A4DDF4B-F5E6-4774-B89B-17BA6DF305EB}"/>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6" name="Freeform: Shape 45">
              <a:extLst>
                <a:ext uri="{FF2B5EF4-FFF2-40B4-BE49-F238E27FC236}">
                  <a16:creationId xmlns:a16="http://schemas.microsoft.com/office/drawing/2014/main" id="{7E3EA3A4-B959-4E87-9825-2BF632AE4441}"/>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7" name="TextBox 46">
              <a:extLst>
                <a:ext uri="{FF2B5EF4-FFF2-40B4-BE49-F238E27FC236}">
                  <a16:creationId xmlns:a16="http://schemas.microsoft.com/office/drawing/2014/main" id="{26F0D607-2FE9-4C0B-A4B4-B91087BCBBD7}"/>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48" name="Picture 47">
              <a:extLst>
                <a:ext uri="{FF2B5EF4-FFF2-40B4-BE49-F238E27FC236}">
                  <a16:creationId xmlns:a16="http://schemas.microsoft.com/office/drawing/2014/main" id="{33E063C8-30BA-4E29-AD0A-98373A1AB3F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2343753" y="1289200"/>
              <a:ext cx="1097249" cy="2017719"/>
            </a:xfrm>
            <a:prstGeom prst="rect">
              <a:avLst/>
            </a:prstGeom>
          </p:spPr>
        </p:pic>
        <p:sp>
          <p:nvSpPr>
            <p:cNvPr id="49" name="Rectangle 48">
              <a:extLst>
                <a:ext uri="{FF2B5EF4-FFF2-40B4-BE49-F238E27FC236}">
                  <a16:creationId xmlns:a16="http://schemas.microsoft.com/office/drawing/2014/main" id="{5D48A37F-F745-44A0-98C8-CA1A76B046F6}"/>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50" name="Rectangle 49">
              <a:extLst>
                <a:ext uri="{FF2B5EF4-FFF2-40B4-BE49-F238E27FC236}">
                  <a16:creationId xmlns:a16="http://schemas.microsoft.com/office/drawing/2014/main" id="{CDFA2AE4-FF5D-46B6-87B4-77EB5A522541}"/>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1" name="Rectangle 50">
              <a:extLst>
                <a:ext uri="{FF2B5EF4-FFF2-40B4-BE49-F238E27FC236}">
                  <a16:creationId xmlns:a16="http://schemas.microsoft.com/office/drawing/2014/main" id="{F36BE5EF-85EC-4E85-81DE-C07584B0FA46}"/>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52" name="Rectangle 51">
              <a:extLst>
                <a:ext uri="{FF2B5EF4-FFF2-40B4-BE49-F238E27FC236}">
                  <a16:creationId xmlns:a16="http://schemas.microsoft.com/office/drawing/2014/main" id="{A9B956C9-082C-4B27-AD93-0C603C121881}"/>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53" name="Group 52">
              <a:extLst>
                <a:ext uri="{FF2B5EF4-FFF2-40B4-BE49-F238E27FC236}">
                  <a16:creationId xmlns:a16="http://schemas.microsoft.com/office/drawing/2014/main" id="{B4712D24-C98D-4BA9-983F-49CB970D38EE}"/>
                </a:ext>
              </a:extLst>
            </p:cNvPr>
            <p:cNvGrpSpPr/>
            <p:nvPr/>
          </p:nvGrpSpPr>
          <p:grpSpPr>
            <a:xfrm>
              <a:off x="12364752" y="2345932"/>
              <a:ext cx="1055431" cy="88186"/>
              <a:chOff x="914335" y="6913770"/>
              <a:chExt cx="1109884" cy="100584"/>
            </a:xfrm>
            <a:noFill/>
          </p:grpSpPr>
          <p:sp>
            <p:nvSpPr>
              <p:cNvPr id="64" name="Rectangle 63">
                <a:extLst>
                  <a:ext uri="{FF2B5EF4-FFF2-40B4-BE49-F238E27FC236}">
                    <a16:creationId xmlns:a16="http://schemas.microsoft.com/office/drawing/2014/main" id="{EDA93D8A-1D14-4733-93D5-A04B1993F1D8}"/>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65" name="Rectangle 64">
                <a:extLst>
                  <a:ext uri="{FF2B5EF4-FFF2-40B4-BE49-F238E27FC236}">
                    <a16:creationId xmlns:a16="http://schemas.microsoft.com/office/drawing/2014/main" id="{0B4E07B5-BB1F-4AE6-9F68-8BA108D159FF}"/>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66" name="Rectangle 65">
                <a:extLst>
                  <a:ext uri="{FF2B5EF4-FFF2-40B4-BE49-F238E27FC236}">
                    <a16:creationId xmlns:a16="http://schemas.microsoft.com/office/drawing/2014/main" id="{5161CBFA-3A0B-469F-B774-CFFEAD3F0AB4}"/>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67" name="Rectangle 66">
                <a:extLst>
                  <a:ext uri="{FF2B5EF4-FFF2-40B4-BE49-F238E27FC236}">
                    <a16:creationId xmlns:a16="http://schemas.microsoft.com/office/drawing/2014/main" id="{180E91D1-EB2F-4496-B88C-CE1A533E402A}"/>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68" name="Rectangle 67">
                <a:extLst>
                  <a:ext uri="{FF2B5EF4-FFF2-40B4-BE49-F238E27FC236}">
                    <a16:creationId xmlns:a16="http://schemas.microsoft.com/office/drawing/2014/main" id="{F96F4D83-759D-4016-9F0F-EDB086D969FA}"/>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69" name="Rectangle 68">
                <a:extLst>
                  <a:ext uri="{FF2B5EF4-FFF2-40B4-BE49-F238E27FC236}">
                    <a16:creationId xmlns:a16="http://schemas.microsoft.com/office/drawing/2014/main" id="{29B63B26-9A2E-4C5B-BA98-AA0ACD83E37B}"/>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70" name="Rectangle 69">
                <a:extLst>
                  <a:ext uri="{FF2B5EF4-FFF2-40B4-BE49-F238E27FC236}">
                    <a16:creationId xmlns:a16="http://schemas.microsoft.com/office/drawing/2014/main" id="{379BE47D-8EBF-4BC0-AD9C-1E304A5308BB}"/>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71" name="Rectangle 70">
                <a:extLst>
                  <a:ext uri="{FF2B5EF4-FFF2-40B4-BE49-F238E27FC236}">
                    <a16:creationId xmlns:a16="http://schemas.microsoft.com/office/drawing/2014/main" id="{83CACD62-1D2A-4C9A-82A8-DE26F2D21528}"/>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72" name="Rectangle 71">
                <a:extLst>
                  <a:ext uri="{FF2B5EF4-FFF2-40B4-BE49-F238E27FC236}">
                    <a16:creationId xmlns:a16="http://schemas.microsoft.com/office/drawing/2014/main" id="{1044C6D4-8350-42FD-B1CB-0CF4C9D9F829}"/>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73" name="Rectangle 72">
                <a:extLst>
                  <a:ext uri="{FF2B5EF4-FFF2-40B4-BE49-F238E27FC236}">
                    <a16:creationId xmlns:a16="http://schemas.microsoft.com/office/drawing/2014/main" id="{7D9ABC90-61E7-4E90-9073-F86C3B747532}"/>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54" name="Graphic 53" descr="Close with solid fill">
              <a:extLst>
                <a:ext uri="{FF2B5EF4-FFF2-40B4-BE49-F238E27FC236}">
                  <a16:creationId xmlns:a16="http://schemas.microsoft.com/office/drawing/2014/main" id="{37EB55F8-E8D5-4198-89DE-B0E01E1B8E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359990" y="3132474"/>
              <a:ext cx="100919" cy="100919"/>
            </a:xfrm>
            <a:prstGeom prst="rect">
              <a:avLst/>
            </a:prstGeom>
          </p:spPr>
        </p:pic>
        <p:pic>
          <p:nvPicPr>
            <p:cNvPr id="55" name="Graphic 54" descr="Close with solid fill">
              <a:extLst>
                <a:ext uri="{FF2B5EF4-FFF2-40B4-BE49-F238E27FC236}">
                  <a16:creationId xmlns:a16="http://schemas.microsoft.com/office/drawing/2014/main" id="{B6F5A250-BFFA-42A1-8D25-CFB0DA72B5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468758" y="3132474"/>
              <a:ext cx="100919" cy="100919"/>
            </a:xfrm>
            <a:prstGeom prst="rect">
              <a:avLst/>
            </a:prstGeom>
          </p:spPr>
        </p:pic>
        <p:pic>
          <p:nvPicPr>
            <p:cNvPr id="56" name="Graphic 55" descr="Close with solid fill">
              <a:extLst>
                <a:ext uri="{FF2B5EF4-FFF2-40B4-BE49-F238E27FC236}">
                  <a16:creationId xmlns:a16="http://schemas.microsoft.com/office/drawing/2014/main" id="{D53EE910-D134-4547-8737-B95277EF08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572765" y="3132473"/>
              <a:ext cx="100919" cy="100919"/>
            </a:xfrm>
            <a:prstGeom prst="rect">
              <a:avLst/>
            </a:prstGeom>
          </p:spPr>
        </p:pic>
        <p:pic>
          <p:nvPicPr>
            <p:cNvPr id="57" name="Graphic 56" descr="Close with solid fill">
              <a:extLst>
                <a:ext uri="{FF2B5EF4-FFF2-40B4-BE49-F238E27FC236}">
                  <a16:creationId xmlns:a16="http://schemas.microsoft.com/office/drawing/2014/main" id="{AA0C8EBC-8A95-4FF7-81FF-FD6B0F067E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679153" y="3132472"/>
              <a:ext cx="100919" cy="100919"/>
            </a:xfrm>
            <a:prstGeom prst="rect">
              <a:avLst/>
            </a:prstGeom>
          </p:spPr>
        </p:pic>
        <p:pic>
          <p:nvPicPr>
            <p:cNvPr id="58" name="Graphic 57" descr="Close with solid fill">
              <a:extLst>
                <a:ext uri="{FF2B5EF4-FFF2-40B4-BE49-F238E27FC236}">
                  <a16:creationId xmlns:a16="http://schemas.microsoft.com/office/drawing/2014/main" id="{8598951F-5A5A-49A5-9545-77D3E825924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85541" y="3132471"/>
              <a:ext cx="100919" cy="100919"/>
            </a:xfrm>
            <a:prstGeom prst="rect">
              <a:avLst/>
            </a:prstGeom>
          </p:spPr>
        </p:pic>
        <p:pic>
          <p:nvPicPr>
            <p:cNvPr id="59" name="Graphic 58" descr="Close with solid fill">
              <a:extLst>
                <a:ext uri="{FF2B5EF4-FFF2-40B4-BE49-F238E27FC236}">
                  <a16:creationId xmlns:a16="http://schemas.microsoft.com/office/drawing/2014/main" id="{95929A5B-A2CD-4D5E-AF71-CD01AD787D3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91929" y="3132470"/>
              <a:ext cx="100919" cy="100919"/>
            </a:xfrm>
            <a:prstGeom prst="rect">
              <a:avLst/>
            </a:prstGeom>
          </p:spPr>
        </p:pic>
        <p:pic>
          <p:nvPicPr>
            <p:cNvPr id="60" name="Graphic 59" descr="Close with solid fill">
              <a:extLst>
                <a:ext uri="{FF2B5EF4-FFF2-40B4-BE49-F238E27FC236}">
                  <a16:creationId xmlns:a16="http://schemas.microsoft.com/office/drawing/2014/main" id="{042C97FB-A1B0-4B71-B65E-9F3DBB9B68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998317" y="3132469"/>
              <a:ext cx="100919" cy="100919"/>
            </a:xfrm>
            <a:prstGeom prst="rect">
              <a:avLst/>
            </a:prstGeom>
          </p:spPr>
        </p:pic>
        <p:pic>
          <p:nvPicPr>
            <p:cNvPr id="61" name="Graphic 60" descr="Close with solid fill">
              <a:extLst>
                <a:ext uri="{FF2B5EF4-FFF2-40B4-BE49-F238E27FC236}">
                  <a16:creationId xmlns:a16="http://schemas.microsoft.com/office/drawing/2014/main" id="{13BB3A3E-31BC-4C8E-B051-3598ACA680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104705" y="3132468"/>
              <a:ext cx="100919" cy="100919"/>
            </a:xfrm>
            <a:prstGeom prst="rect">
              <a:avLst/>
            </a:prstGeom>
          </p:spPr>
        </p:pic>
        <p:pic>
          <p:nvPicPr>
            <p:cNvPr id="62" name="Graphic 61" descr="Close with solid fill">
              <a:extLst>
                <a:ext uri="{FF2B5EF4-FFF2-40B4-BE49-F238E27FC236}">
                  <a16:creationId xmlns:a16="http://schemas.microsoft.com/office/drawing/2014/main" id="{036AF13A-5529-4654-9F5F-34261CB09A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211093" y="3132467"/>
              <a:ext cx="100919" cy="100919"/>
            </a:xfrm>
            <a:prstGeom prst="rect">
              <a:avLst/>
            </a:prstGeom>
          </p:spPr>
        </p:pic>
        <p:pic>
          <p:nvPicPr>
            <p:cNvPr id="63" name="Graphic 62" descr="Close with solid fill">
              <a:extLst>
                <a:ext uri="{FF2B5EF4-FFF2-40B4-BE49-F238E27FC236}">
                  <a16:creationId xmlns:a16="http://schemas.microsoft.com/office/drawing/2014/main" id="{8565E643-497F-4395-AD1C-B53D4B81927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317481" y="3132466"/>
              <a:ext cx="100919" cy="100919"/>
            </a:xfrm>
            <a:prstGeom prst="rect">
              <a:avLst/>
            </a:prstGeom>
          </p:spPr>
        </p:pic>
      </p:grpSp>
    </p:spTree>
    <p:extLst>
      <p:ext uri="{BB962C8B-B14F-4D97-AF65-F5344CB8AC3E}">
        <p14:creationId xmlns:p14="http://schemas.microsoft.com/office/powerpoint/2010/main" val="419255982"/>
      </p:ext>
    </p:extLst>
  </p:cSld>
  <p:clrMapOvr>
    <a:masterClrMapping/>
  </p:clrMapOvr>
  <p:hf hdr="0" ftr="0" dt="0"/>
</p:sldLayout>
</file>

<file path=ppt/slideLayouts/slideLayout199.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68313" y="1916113"/>
            <a:ext cx="8207375" cy="4321175"/>
          </a:xfrm>
        </p:spPr>
        <p:txBody>
          <a:bodyPr/>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a:xfrm>
            <a:off x="8263830" y="270195"/>
            <a:ext cx="411858" cy="153888"/>
          </a:xfrm>
        </p:spPr>
        <p:txBody>
          <a:bodyPr/>
          <a:lstStyle/>
          <a:p>
            <a:fld id="{4704619B-9823-F845-874B-2390AC991BC7}" type="slidenum">
              <a:rPr lang="en-US" smtClean="0"/>
              <a:t>‹#›</a:t>
            </a:fld>
            <a:endParaRPr lang="en-US" dirty="0"/>
          </a:p>
        </p:txBody>
      </p:sp>
      <p:sp>
        <p:nvSpPr>
          <p:cNvPr id="8" name="Text Placeholder 7"/>
          <p:cNvSpPr>
            <a:spLocks noGrp="1"/>
          </p:cNvSpPr>
          <p:nvPr>
            <p:ph type="body" sz="quarter" idx="13"/>
          </p:nvPr>
        </p:nvSpPr>
        <p:spPr>
          <a:xfrm>
            <a:off x="468313" y="1389888"/>
            <a:ext cx="8207375" cy="244800"/>
          </a:xfrm>
        </p:spPr>
        <p:txBody>
          <a:bodyPr wrap="square">
            <a:spAutoFit/>
          </a:bodyPr>
          <a:lstStyle>
            <a:lvl1pPr marL="0" indent="0">
              <a:lnSpc>
                <a:spcPct val="100000"/>
              </a:lnSpc>
              <a:buNone/>
              <a:defRPr sz="1600"/>
            </a:lvl1pPr>
          </a:lstStyle>
          <a:p>
            <a:pPr lvl="0"/>
            <a:r>
              <a:rPr lang="en-US"/>
              <a:t>Click to edit Master text styles</a:t>
            </a:r>
          </a:p>
        </p:txBody>
      </p:sp>
    </p:spTree>
    <p:extLst>
      <p:ext uri="{BB962C8B-B14F-4D97-AF65-F5344CB8AC3E}">
        <p14:creationId xmlns:p14="http://schemas.microsoft.com/office/powerpoint/2010/main" val="3428165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1.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21" Type="http://schemas.openxmlformats.org/officeDocument/2006/relationships/image" Target="../media/image2.png"/><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image" Target="../media/image1.png"/><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19" Type="http://schemas.openxmlformats.org/officeDocument/2006/relationships/theme" Target="../theme/theme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slideLayout" Target="../slideLayouts/slideLayout65.xml"/><Relationship Id="rId18" Type="http://schemas.openxmlformats.org/officeDocument/2006/relationships/image" Target="../media/image1.png"/><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17" Type="http://schemas.openxmlformats.org/officeDocument/2006/relationships/theme" Target="../theme/theme4.xml"/><Relationship Id="rId2" Type="http://schemas.openxmlformats.org/officeDocument/2006/relationships/slideLayout" Target="../slideLayouts/slideLayout54.xml"/><Relationship Id="rId16" Type="http://schemas.openxmlformats.org/officeDocument/2006/relationships/slideLayout" Target="../slideLayouts/slideLayout68.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5" Type="http://schemas.openxmlformats.org/officeDocument/2006/relationships/slideLayout" Target="../slideLayouts/slideLayout6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 Id="rId14" Type="http://schemas.openxmlformats.org/officeDocument/2006/relationships/slideLayout" Target="../slideLayouts/slideLayout66.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94.xml"/><Relationship Id="rId21" Type="http://schemas.openxmlformats.org/officeDocument/2006/relationships/slideLayout" Target="../slideLayouts/slideLayout89.xml"/><Relationship Id="rId42" Type="http://schemas.openxmlformats.org/officeDocument/2006/relationships/slideLayout" Target="../slideLayouts/slideLayout110.xml"/><Relationship Id="rId47" Type="http://schemas.openxmlformats.org/officeDocument/2006/relationships/slideLayout" Target="../slideLayouts/slideLayout115.xml"/><Relationship Id="rId63" Type="http://schemas.openxmlformats.org/officeDocument/2006/relationships/slideLayout" Target="../slideLayouts/slideLayout131.xml"/><Relationship Id="rId68" Type="http://schemas.openxmlformats.org/officeDocument/2006/relationships/image" Target="../media/image8.png"/><Relationship Id="rId7" Type="http://schemas.openxmlformats.org/officeDocument/2006/relationships/slideLayout" Target="../slideLayouts/slideLayout75.xml"/><Relationship Id="rId71" Type="http://schemas.openxmlformats.org/officeDocument/2006/relationships/image" Target="../media/image11.png"/><Relationship Id="rId2" Type="http://schemas.openxmlformats.org/officeDocument/2006/relationships/slideLayout" Target="../slideLayouts/slideLayout70.xml"/><Relationship Id="rId16" Type="http://schemas.openxmlformats.org/officeDocument/2006/relationships/slideLayout" Target="../slideLayouts/slideLayout84.xml"/><Relationship Id="rId29" Type="http://schemas.openxmlformats.org/officeDocument/2006/relationships/slideLayout" Target="../slideLayouts/slideLayout97.xml"/><Relationship Id="rId11" Type="http://schemas.openxmlformats.org/officeDocument/2006/relationships/slideLayout" Target="../slideLayouts/slideLayout79.xml"/><Relationship Id="rId24" Type="http://schemas.openxmlformats.org/officeDocument/2006/relationships/slideLayout" Target="../slideLayouts/slideLayout92.xml"/><Relationship Id="rId32" Type="http://schemas.openxmlformats.org/officeDocument/2006/relationships/slideLayout" Target="../slideLayouts/slideLayout100.xml"/><Relationship Id="rId37" Type="http://schemas.openxmlformats.org/officeDocument/2006/relationships/slideLayout" Target="../slideLayouts/slideLayout105.xml"/><Relationship Id="rId40" Type="http://schemas.openxmlformats.org/officeDocument/2006/relationships/slideLayout" Target="../slideLayouts/slideLayout108.xml"/><Relationship Id="rId45" Type="http://schemas.openxmlformats.org/officeDocument/2006/relationships/slideLayout" Target="../slideLayouts/slideLayout113.xml"/><Relationship Id="rId53" Type="http://schemas.openxmlformats.org/officeDocument/2006/relationships/slideLayout" Target="../slideLayouts/slideLayout121.xml"/><Relationship Id="rId58" Type="http://schemas.openxmlformats.org/officeDocument/2006/relationships/slideLayout" Target="../slideLayouts/slideLayout126.xml"/><Relationship Id="rId66" Type="http://schemas.openxmlformats.org/officeDocument/2006/relationships/slideLayout" Target="../slideLayouts/slideLayout134.xml"/><Relationship Id="rId5" Type="http://schemas.openxmlformats.org/officeDocument/2006/relationships/slideLayout" Target="../slideLayouts/slideLayout73.xml"/><Relationship Id="rId61" Type="http://schemas.openxmlformats.org/officeDocument/2006/relationships/slideLayout" Target="../slideLayouts/slideLayout129.xml"/><Relationship Id="rId19" Type="http://schemas.openxmlformats.org/officeDocument/2006/relationships/slideLayout" Target="../slideLayouts/slideLayout87.xml"/><Relationship Id="rId14" Type="http://schemas.openxmlformats.org/officeDocument/2006/relationships/slideLayout" Target="../slideLayouts/slideLayout82.xml"/><Relationship Id="rId22" Type="http://schemas.openxmlformats.org/officeDocument/2006/relationships/slideLayout" Target="../slideLayouts/slideLayout90.xml"/><Relationship Id="rId27" Type="http://schemas.openxmlformats.org/officeDocument/2006/relationships/slideLayout" Target="../slideLayouts/slideLayout95.xml"/><Relationship Id="rId30" Type="http://schemas.openxmlformats.org/officeDocument/2006/relationships/slideLayout" Target="../slideLayouts/slideLayout98.xml"/><Relationship Id="rId35" Type="http://schemas.openxmlformats.org/officeDocument/2006/relationships/slideLayout" Target="../slideLayouts/slideLayout103.xml"/><Relationship Id="rId43" Type="http://schemas.openxmlformats.org/officeDocument/2006/relationships/slideLayout" Target="../slideLayouts/slideLayout111.xml"/><Relationship Id="rId48" Type="http://schemas.openxmlformats.org/officeDocument/2006/relationships/slideLayout" Target="../slideLayouts/slideLayout116.xml"/><Relationship Id="rId56" Type="http://schemas.openxmlformats.org/officeDocument/2006/relationships/slideLayout" Target="../slideLayouts/slideLayout124.xml"/><Relationship Id="rId64" Type="http://schemas.openxmlformats.org/officeDocument/2006/relationships/slideLayout" Target="../slideLayouts/slideLayout132.xml"/><Relationship Id="rId69" Type="http://schemas.openxmlformats.org/officeDocument/2006/relationships/image" Target="../media/image9.png"/><Relationship Id="rId8" Type="http://schemas.openxmlformats.org/officeDocument/2006/relationships/slideLayout" Target="../slideLayouts/slideLayout76.xml"/><Relationship Id="rId51" Type="http://schemas.openxmlformats.org/officeDocument/2006/relationships/slideLayout" Target="../slideLayouts/slideLayout119.xml"/><Relationship Id="rId72" Type="http://schemas.openxmlformats.org/officeDocument/2006/relationships/image" Target="../media/image12.svg"/><Relationship Id="rId3" Type="http://schemas.openxmlformats.org/officeDocument/2006/relationships/slideLayout" Target="../slideLayouts/slideLayout71.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5" Type="http://schemas.openxmlformats.org/officeDocument/2006/relationships/slideLayout" Target="../slideLayouts/slideLayout93.xml"/><Relationship Id="rId33" Type="http://schemas.openxmlformats.org/officeDocument/2006/relationships/slideLayout" Target="../slideLayouts/slideLayout101.xml"/><Relationship Id="rId38" Type="http://schemas.openxmlformats.org/officeDocument/2006/relationships/slideLayout" Target="../slideLayouts/slideLayout106.xml"/><Relationship Id="rId46" Type="http://schemas.openxmlformats.org/officeDocument/2006/relationships/slideLayout" Target="../slideLayouts/slideLayout114.xml"/><Relationship Id="rId59" Type="http://schemas.openxmlformats.org/officeDocument/2006/relationships/slideLayout" Target="../slideLayouts/slideLayout127.xml"/><Relationship Id="rId67" Type="http://schemas.openxmlformats.org/officeDocument/2006/relationships/theme" Target="../theme/theme5.xml"/><Relationship Id="rId20" Type="http://schemas.openxmlformats.org/officeDocument/2006/relationships/slideLayout" Target="../slideLayouts/slideLayout88.xml"/><Relationship Id="rId41" Type="http://schemas.openxmlformats.org/officeDocument/2006/relationships/slideLayout" Target="../slideLayouts/slideLayout109.xml"/><Relationship Id="rId54" Type="http://schemas.openxmlformats.org/officeDocument/2006/relationships/slideLayout" Target="../slideLayouts/slideLayout122.xml"/><Relationship Id="rId62" Type="http://schemas.openxmlformats.org/officeDocument/2006/relationships/slideLayout" Target="../slideLayouts/slideLayout130.xml"/><Relationship Id="rId70" Type="http://schemas.openxmlformats.org/officeDocument/2006/relationships/image" Target="../media/image10.svg"/><Relationship Id="rId1" Type="http://schemas.openxmlformats.org/officeDocument/2006/relationships/slideLayout" Target="../slideLayouts/slideLayout69.xml"/><Relationship Id="rId6" Type="http://schemas.openxmlformats.org/officeDocument/2006/relationships/slideLayout" Target="../slideLayouts/slideLayout74.xml"/><Relationship Id="rId15" Type="http://schemas.openxmlformats.org/officeDocument/2006/relationships/slideLayout" Target="../slideLayouts/slideLayout83.xml"/><Relationship Id="rId23" Type="http://schemas.openxmlformats.org/officeDocument/2006/relationships/slideLayout" Target="../slideLayouts/slideLayout91.xml"/><Relationship Id="rId28" Type="http://schemas.openxmlformats.org/officeDocument/2006/relationships/slideLayout" Target="../slideLayouts/slideLayout96.xml"/><Relationship Id="rId36" Type="http://schemas.openxmlformats.org/officeDocument/2006/relationships/slideLayout" Target="../slideLayouts/slideLayout104.xml"/><Relationship Id="rId49" Type="http://schemas.openxmlformats.org/officeDocument/2006/relationships/slideLayout" Target="../slideLayouts/slideLayout117.xml"/><Relationship Id="rId57" Type="http://schemas.openxmlformats.org/officeDocument/2006/relationships/slideLayout" Target="../slideLayouts/slideLayout125.xml"/><Relationship Id="rId10" Type="http://schemas.openxmlformats.org/officeDocument/2006/relationships/slideLayout" Target="../slideLayouts/slideLayout78.xml"/><Relationship Id="rId31" Type="http://schemas.openxmlformats.org/officeDocument/2006/relationships/slideLayout" Target="../slideLayouts/slideLayout99.xml"/><Relationship Id="rId44" Type="http://schemas.openxmlformats.org/officeDocument/2006/relationships/slideLayout" Target="../slideLayouts/slideLayout112.xml"/><Relationship Id="rId52" Type="http://schemas.openxmlformats.org/officeDocument/2006/relationships/slideLayout" Target="../slideLayouts/slideLayout120.xml"/><Relationship Id="rId60" Type="http://schemas.openxmlformats.org/officeDocument/2006/relationships/slideLayout" Target="../slideLayouts/slideLayout128.xml"/><Relationship Id="rId65" Type="http://schemas.openxmlformats.org/officeDocument/2006/relationships/slideLayout" Target="../slideLayouts/slideLayout133.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39" Type="http://schemas.openxmlformats.org/officeDocument/2006/relationships/slideLayout" Target="../slideLayouts/slideLayout107.xml"/><Relationship Id="rId34" Type="http://schemas.openxmlformats.org/officeDocument/2006/relationships/slideLayout" Target="../slideLayouts/slideLayout102.xml"/><Relationship Id="rId50" Type="http://schemas.openxmlformats.org/officeDocument/2006/relationships/slideLayout" Target="../slideLayouts/slideLayout118.xml"/><Relationship Id="rId55" Type="http://schemas.openxmlformats.org/officeDocument/2006/relationships/slideLayout" Target="../slideLayouts/slideLayout123.xml"/></Relationships>
</file>

<file path=ppt/slideMasters/_rels/slideMaster6.xml.rels><?xml version="1.0" encoding="UTF-8" standalone="yes"?>
<Relationships xmlns="http://schemas.openxmlformats.org/package/2006/relationships"><Relationship Id="rId26" Type="http://schemas.openxmlformats.org/officeDocument/2006/relationships/slideLayout" Target="../slideLayouts/slideLayout160.xml"/><Relationship Id="rId21" Type="http://schemas.openxmlformats.org/officeDocument/2006/relationships/slideLayout" Target="../slideLayouts/slideLayout155.xml"/><Relationship Id="rId42" Type="http://schemas.openxmlformats.org/officeDocument/2006/relationships/slideLayout" Target="../slideLayouts/slideLayout176.xml"/><Relationship Id="rId47" Type="http://schemas.openxmlformats.org/officeDocument/2006/relationships/slideLayout" Target="../slideLayouts/slideLayout181.xml"/><Relationship Id="rId63" Type="http://schemas.openxmlformats.org/officeDocument/2006/relationships/slideLayout" Target="../slideLayouts/slideLayout197.xml"/><Relationship Id="rId68" Type="http://schemas.openxmlformats.org/officeDocument/2006/relationships/image" Target="../media/image9.png"/><Relationship Id="rId7" Type="http://schemas.openxmlformats.org/officeDocument/2006/relationships/slideLayout" Target="../slideLayouts/slideLayout141.xml"/><Relationship Id="rId71" Type="http://schemas.openxmlformats.org/officeDocument/2006/relationships/image" Target="../media/image12.svg"/><Relationship Id="rId2" Type="http://schemas.openxmlformats.org/officeDocument/2006/relationships/slideLayout" Target="../slideLayouts/slideLayout136.xml"/><Relationship Id="rId16" Type="http://schemas.openxmlformats.org/officeDocument/2006/relationships/slideLayout" Target="../slideLayouts/slideLayout150.xml"/><Relationship Id="rId29" Type="http://schemas.openxmlformats.org/officeDocument/2006/relationships/slideLayout" Target="../slideLayouts/slideLayout163.xml"/><Relationship Id="rId11" Type="http://schemas.openxmlformats.org/officeDocument/2006/relationships/slideLayout" Target="../slideLayouts/slideLayout145.xml"/><Relationship Id="rId24" Type="http://schemas.openxmlformats.org/officeDocument/2006/relationships/slideLayout" Target="../slideLayouts/slideLayout158.xml"/><Relationship Id="rId32" Type="http://schemas.openxmlformats.org/officeDocument/2006/relationships/slideLayout" Target="../slideLayouts/slideLayout166.xml"/><Relationship Id="rId37" Type="http://schemas.openxmlformats.org/officeDocument/2006/relationships/slideLayout" Target="../slideLayouts/slideLayout171.xml"/><Relationship Id="rId40" Type="http://schemas.openxmlformats.org/officeDocument/2006/relationships/slideLayout" Target="../slideLayouts/slideLayout174.xml"/><Relationship Id="rId45" Type="http://schemas.openxmlformats.org/officeDocument/2006/relationships/slideLayout" Target="../slideLayouts/slideLayout179.xml"/><Relationship Id="rId53" Type="http://schemas.openxmlformats.org/officeDocument/2006/relationships/slideLayout" Target="../slideLayouts/slideLayout187.xml"/><Relationship Id="rId58" Type="http://schemas.openxmlformats.org/officeDocument/2006/relationships/slideLayout" Target="../slideLayouts/slideLayout192.xml"/><Relationship Id="rId66" Type="http://schemas.openxmlformats.org/officeDocument/2006/relationships/theme" Target="../theme/theme6.xml"/><Relationship Id="rId5" Type="http://schemas.openxmlformats.org/officeDocument/2006/relationships/slideLayout" Target="../slideLayouts/slideLayout139.xml"/><Relationship Id="rId61" Type="http://schemas.openxmlformats.org/officeDocument/2006/relationships/slideLayout" Target="../slideLayouts/slideLayout195.xml"/><Relationship Id="rId19" Type="http://schemas.openxmlformats.org/officeDocument/2006/relationships/slideLayout" Target="../slideLayouts/slideLayout153.xml"/><Relationship Id="rId14" Type="http://schemas.openxmlformats.org/officeDocument/2006/relationships/slideLayout" Target="../slideLayouts/slideLayout148.xml"/><Relationship Id="rId22" Type="http://schemas.openxmlformats.org/officeDocument/2006/relationships/slideLayout" Target="../slideLayouts/slideLayout156.xml"/><Relationship Id="rId27" Type="http://schemas.openxmlformats.org/officeDocument/2006/relationships/slideLayout" Target="../slideLayouts/slideLayout161.xml"/><Relationship Id="rId30" Type="http://schemas.openxmlformats.org/officeDocument/2006/relationships/slideLayout" Target="../slideLayouts/slideLayout164.xml"/><Relationship Id="rId35" Type="http://schemas.openxmlformats.org/officeDocument/2006/relationships/slideLayout" Target="../slideLayouts/slideLayout169.xml"/><Relationship Id="rId43" Type="http://schemas.openxmlformats.org/officeDocument/2006/relationships/slideLayout" Target="../slideLayouts/slideLayout177.xml"/><Relationship Id="rId48" Type="http://schemas.openxmlformats.org/officeDocument/2006/relationships/slideLayout" Target="../slideLayouts/slideLayout182.xml"/><Relationship Id="rId56" Type="http://schemas.openxmlformats.org/officeDocument/2006/relationships/slideLayout" Target="../slideLayouts/slideLayout190.xml"/><Relationship Id="rId64" Type="http://schemas.openxmlformats.org/officeDocument/2006/relationships/slideLayout" Target="../slideLayouts/slideLayout198.xml"/><Relationship Id="rId69" Type="http://schemas.openxmlformats.org/officeDocument/2006/relationships/image" Target="../media/image10.svg"/><Relationship Id="rId8" Type="http://schemas.openxmlformats.org/officeDocument/2006/relationships/slideLayout" Target="../slideLayouts/slideLayout142.xml"/><Relationship Id="rId51" Type="http://schemas.openxmlformats.org/officeDocument/2006/relationships/slideLayout" Target="../slideLayouts/slideLayout185.xml"/><Relationship Id="rId3" Type="http://schemas.openxmlformats.org/officeDocument/2006/relationships/slideLayout" Target="../slideLayouts/slideLayout137.xml"/><Relationship Id="rId12" Type="http://schemas.openxmlformats.org/officeDocument/2006/relationships/slideLayout" Target="../slideLayouts/slideLayout146.xml"/><Relationship Id="rId17" Type="http://schemas.openxmlformats.org/officeDocument/2006/relationships/slideLayout" Target="../slideLayouts/slideLayout151.xml"/><Relationship Id="rId25" Type="http://schemas.openxmlformats.org/officeDocument/2006/relationships/slideLayout" Target="../slideLayouts/slideLayout159.xml"/><Relationship Id="rId33" Type="http://schemas.openxmlformats.org/officeDocument/2006/relationships/slideLayout" Target="../slideLayouts/slideLayout167.xml"/><Relationship Id="rId38" Type="http://schemas.openxmlformats.org/officeDocument/2006/relationships/slideLayout" Target="../slideLayouts/slideLayout172.xml"/><Relationship Id="rId46" Type="http://schemas.openxmlformats.org/officeDocument/2006/relationships/slideLayout" Target="../slideLayouts/slideLayout180.xml"/><Relationship Id="rId59" Type="http://schemas.openxmlformats.org/officeDocument/2006/relationships/slideLayout" Target="../slideLayouts/slideLayout193.xml"/><Relationship Id="rId67" Type="http://schemas.openxmlformats.org/officeDocument/2006/relationships/image" Target="../media/image8.png"/><Relationship Id="rId20" Type="http://schemas.openxmlformats.org/officeDocument/2006/relationships/slideLayout" Target="../slideLayouts/slideLayout154.xml"/><Relationship Id="rId41" Type="http://schemas.openxmlformats.org/officeDocument/2006/relationships/slideLayout" Target="../slideLayouts/slideLayout175.xml"/><Relationship Id="rId54" Type="http://schemas.openxmlformats.org/officeDocument/2006/relationships/slideLayout" Target="../slideLayouts/slideLayout188.xml"/><Relationship Id="rId62" Type="http://schemas.openxmlformats.org/officeDocument/2006/relationships/slideLayout" Target="../slideLayouts/slideLayout196.xml"/><Relationship Id="rId70" Type="http://schemas.openxmlformats.org/officeDocument/2006/relationships/image" Target="../media/image11.png"/><Relationship Id="rId1" Type="http://schemas.openxmlformats.org/officeDocument/2006/relationships/slideLayout" Target="../slideLayouts/slideLayout135.xml"/><Relationship Id="rId6" Type="http://schemas.openxmlformats.org/officeDocument/2006/relationships/slideLayout" Target="../slideLayouts/slideLayout140.xml"/><Relationship Id="rId15" Type="http://schemas.openxmlformats.org/officeDocument/2006/relationships/slideLayout" Target="../slideLayouts/slideLayout149.xml"/><Relationship Id="rId23" Type="http://schemas.openxmlformats.org/officeDocument/2006/relationships/slideLayout" Target="../slideLayouts/slideLayout157.xml"/><Relationship Id="rId28" Type="http://schemas.openxmlformats.org/officeDocument/2006/relationships/slideLayout" Target="../slideLayouts/slideLayout162.xml"/><Relationship Id="rId36" Type="http://schemas.openxmlformats.org/officeDocument/2006/relationships/slideLayout" Target="../slideLayouts/slideLayout170.xml"/><Relationship Id="rId49" Type="http://schemas.openxmlformats.org/officeDocument/2006/relationships/slideLayout" Target="../slideLayouts/slideLayout183.xml"/><Relationship Id="rId57" Type="http://schemas.openxmlformats.org/officeDocument/2006/relationships/slideLayout" Target="../slideLayouts/slideLayout191.xml"/><Relationship Id="rId10" Type="http://schemas.openxmlformats.org/officeDocument/2006/relationships/slideLayout" Target="../slideLayouts/slideLayout144.xml"/><Relationship Id="rId31" Type="http://schemas.openxmlformats.org/officeDocument/2006/relationships/slideLayout" Target="../slideLayouts/slideLayout165.xml"/><Relationship Id="rId44" Type="http://schemas.openxmlformats.org/officeDocument/2006/relationships/slideLayout" Target="../slideLayouts/slideLayout178.xml"/><Relationship Id="rId52" Type="http://schemas.openxmlformats.org/officeDocument/2006/relationships/slideLayout" Target="../slideLayouts/slideLayout186.xml"/><Relationship Id="rId60" Type="http://schemas.openxmlformats.org/officeDocument/2006/relationships/slideLayout" Target="../slideLayouts/slideLayout194.xml"/><Relationship Id="rId65" Type="http://schemas.openxmlformats.org/officeDocument/2006/relationships/slideLayout" Target="../slideLayouts/slideLayout199.xml"/><Relationship Id="rId4" Type="http://schemas.openxmlformats.org/officeDocument/2006/relationships/slideLayout" Target="../slideLayouts/slideLayout138.xml"/><Relationship Id="rId9" Type="http://schemas.openxmlformats.org/officeDocument/2006/relationships/slideLayout" Target="../slideLayouts/slideLayout143.xml"/><Relationship Id="rId13" Type="http://schemas.openxmlformats.org/officeDocument/2006/relationships/slideLayout" Target="../slideLayouts/slideLayout147.xml"/><Relationship Id="rId18" Type="http://schemas.openxmlformats.org/officeDocument/2006/relationships/slideLayout" Target="../slideLayouts/slideLayout152.xml"/><Relationship Id="rId39" Type="http://schemas.openxmlformats.org/officeDocument/2006/relationships/slideLayout" Target="../slideLayouts/slideLayout173.xml"/><Relationship Id="rId34" Type="http://schemas.openxmlformats.org/officeDocument/2006/relationships/slideLayout" Target="../slideLayouts/slideLayout168.xml"/><Relationship Id="rId50" Type="http://schemas.openxmlformats.org/officeDocument/2006/relationships/slideLayout" Target="../slideLayouts/slideLayout184.xml"/><Relationship Id="rId55" Type="http://schemas.openxmlformats.org/officeDocument/2006/relationships/slideLayout" Target="../slideLayouts/slideLayout18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Picture 15"/>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4306"/>
            <a:ext cx="9153144" cy="689536"/>
          </a:xfrm>
          <a:prstGeom prst="rect">
            <a:avLst/>
          </a:prstGeom>
        </p:spPr>
      </p:pic>
      <p:sp>
        <p:nvSpPr>
          <p:cNvPr id="2" name="Title Placeholder 1"/>
          <p:cNvSpPr>
            <a:spLocks noGrp="1"/>
          </p:cNvSpPr>
          <p:nvPr>
            <p:ph type="title"/>
          </p:nvPr>
        </p:nvSpPr>
        <p:spPr>
          <a:xfrm>
            <a:off x="468312" y="961012"/>
            <a:ext cx="8207375"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468313" y="1916112"/>
            <a:ext cx="8207375" cy="4321176"/>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8263830" y="270195"/>
            <a:ext cx="411858" cy="153888"/>
          </a:xfrm>
          <a:prstGeom prst="rect">
            <a:avLst/>
          </a:prstGeom>
        </p:spPr>
        <p:txBody>
          <a:bodyPr vert="horz" wrap="square" lIns="0" tIns="0" rIns="0" bIns="0" rtlCol="0" anchor="ctr">
            <a:spAutoFit/>
          </a:bodyPr>
          <a:lstStyle>
            <a:lvl1pPr algn="r">
              <a:defRPr sz="1000">
                <a:solidFill>
                  <a:schemeClr val="bg1"/>
                </a:solidFill>
              </a:defRPr>
            </a:lvl1pPr>
          </a:lstStyle>
          <a:p>
            <a:fld id="{4704619B-9823-F845-874B-2390AC991BC7}" type="slidenum">
              <a:rPr lang="en-US" smtClean="0"/>
              <a:pPr/>
              <a:t>‹#›</a:t>
            </a:fld>
            <a:endParaRPr lang="en-US" dirty="0"/>
          </a:p>
        </p:txBody>
      </p:sp>
      <p:sp>
        <p:nvSpPr>
          <p:cNvPr id="8" name="TextBox 7"/>
          <p:cNvSpPr txBox="1"/>
          <p:nvPr/>
        </p:nvSpPr>
        <p:spPr>
          <a:xfrm>
            <a:off x="468313" y="6621521"/>
            <a:ext cx="1899559" cy="184666"/>
          </a:xfrm>
          <a:prstGeom prst="rect">
            <a:avLst/>
          </a:prstGeom>
          <a:noFill/>
        </p:spPr>
        <p:txBody>
          <a:bodyPr wrap="none" lIns="0" rIns="0" rtlCol="0"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dirty="0">
                <a:solidFill>
                  <a:srgbClr val="58595B"/>
                </a:solidFill>
                <a:latin typeface="+mn-lt"/>
              </a:rPr>
              <a:t>Confidential. © 2020 IHS </a:t>
            </a:r>
            <a:r>
              <a:rPr lang="en-US" sz="600" baseline="0" dirty="0" err="1">
                <a:solidFill>
                  <a:srgbClr val="58595B"/>
                </a:solidFill>
                <a:latin typeface="+mn-lt"/>
              </a:rPr>
              <a:t>Markit</a:t>
            </a:r>
            <a:r>
              <a:rPr lang="en-US" sz="600" baseline="30000" dirty="0" err="1">
                <a:solidFill>
                  <a:srgbClr val="58595B"/>
                </a:solidFill>
                <a:latin typeface="+mn-lt"/>
              </a:rPr>
              <a:t>TM</a:t>
            </a:r>
            <a:r>
              <a:rPr lang="en-US" sz="600" baseline="0" dirty="0">
                <a:solidFill>
                  <a:srgbClr val="58595B"/>
                </a:solidFill>
                <a:latin typeface="+mn-lt"/>
              </a:rPr>
              <a:t>. All Rights Reserved.</a:t>
            </a:r>
            <a:endParaRPr lang="en-GB" sz="600" dirty="0">
              <a:solidFill>
                <a:srgbClr val="58595B"/>
              </a:solidFill>
              <a:latin typeface="+mn-lt"/>
            </a:endParaRPr>
          </a:p>
        </p:txBody>
      </p:sp>
      <p:pic>
        <p:nvPicPr>
          <p:cNvPr id="10" name="Picture 9"/>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17326586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73" r:id="rId5"/>
    <p:sldLayoutId id="2147483664" r:id="rId6"/>
    <p:sldLayoutId id="2147483665" r:id="rId7"/>
    <p:sldLayoutId id="2147483674" r:id="rId8"/>
    <p:sldLayoutId id="2147483680" r:id="rId9"/>
    <p:sldLayoutId id="2147483675" r:id="rId10"/>
    <p:sldLayoutId id="2147483676" r:id="rId11"/>
    <p:sldLayoutId id="2147483699" r:id="rId12"/>
    <p:sldLayoutId id="2147483677" r:id="rId13"/>
    <p:sldLayoutId id="2147483678" r:id="rId14"/>
    <p:sldLayoutId id="2147483679" r:id="rId15"/>
    <p:sldLayoutId id="2147483666" r:id="rId16"/>
    <p:sldLayoutId id="2147483667" r:id="rId17"/>
    <p:sldLayoutId id="2147483698" r:id="rId18"/>
  </p:sldLayoutIdLst>
  <p:hf hdr="0" ftr="0" dt="0"/>
  <p:txStyles>
    <p:titleStyle>
      <a:lvl1pPr algn="l" defTabSz="914400" rtl="0" eaLnBrk="1" latinLnBrk="0" hangingPunct="1">
        <a:lnSpc>
          <a:spcPct val="100000"/>
        </a:lnSpc>
        <a:spcBef>
          <a:spcPct val="0"/>
        </a:spcBef>
        <a:buNone/>
        <a:defRPr sz="2400" kern="1200">
          <a:solidFill>
            <a:schemeClr val="accent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tabLst/>
        <a:defRPr sz="1400" kern="1200">
          <a:solidFill>
            <a:schemeClr val="tx2"/>
          </a:solidFill>
          <a:latin typeface="+mn-lt"/>
          <a:ea typeface="+mn-ea"/>
          <a:cs typeface="+mn-cs"/>
        </a:defRPr>
      </a:lvl1pPr>
      <a:lvl2pPr marL="344488" indent="-173038" algn="l" defTabSz="914400" rtl="0" eaLnBrk="1" latinLnBrk="0" hangingPunct="1">
        <a:lnSpc>
          <a:spcPct val="100000"/>
        </a:lnSpc>
        <a:spcBef>
          <a:spcPts val="1000"/>
        </a:spcBef>
        <a:buClr>
          <a:schemeClr val="accent1"/>
        </a:buClr>
        <a:buFont typeface=".HelveticaNeueDeskInterface-Regular" charset="0"/>
        <a:buChar char="&gt;"/>
        <a:tabLst/>
        <a:defRPr sz="1400" kern="1200">
          <a:solidFill>
            <a:schemeClr val="tx2"/>
          </a:solidFill>
          <a:latin typeface="+mn-lt"/>
          <a:ea typeface="+mn-ea"/>
          <a:cs typeface="+mn-cs"/>
        </a:defRPr>
      </a:lvl2pPr>
      <a:lvl3pPr marL="515938" indent="-171450" algn="l" defTabSz="914400" rtl="0" eaLnBrk="1" latinLnBrk="0" hangingPunct="1">
        <a:lnSpc>
          <a:spcPct val="100000"/>
        </a:lnSpc>
        <a:spcBef>
          <a:spcPts val="1000"/>
        </a:spcBef>
        <a:buClr>
          <a:schemeClr val="accent1"/>
        </a:buClr>
        <a:buFont typeface=".HelveticaNeueDeskInterface-Regular" charset="0"/>
        <a:buChar char="–"/>
        <a:tabLst/>
        <a:defRPr sz="14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 userDrawn="1">
          <p15:clr>
            <a:srgbClr val="F26B43"/>
          </p15:clr>
        </p15:guide>
        <p15:guide id="2" pos="5472" userDrawn="1">
          <p15:clr>
            <a:srgbClr val="F26B43"/>
          </p15:clr>
        </p15:guide>
        <p15:guide id="3" orient="horz" pos="606" userDrawn="1">
          <p15:clr>
            <a:srgbClr val="F26B43"/>
          </p15:clr>
        </p15:guide>
        <p15:guide id="4" orient="horz" pos="1187" userDrawn="1">
          <p15:clr>
            <a:srgbClr val="F26B43"/>
          </p15:clr>
        </p15:guide>
        <p15:guide id="7" orient="horz" pos="3828" userDrawn="1">
          <p15:clr>
            <a:srgbClr val="F26B43"/>
          </p15:clr>
        </p15:guide>
        <p15:guide id="8" orient="horz" pos="88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image1.png"/>
          <p:cNvPicPr>
            <a:picLocks noChangeAspect="1"/>
          </p:cNvPicPr>
          <p:nvPr/>
        </p:nvPicPr>
        <p:blipFill>
          <a:blip r:embed="rId18"/>
          <a:stretch>
            <a:fillRect/>
          </a:stretch>
        </p:blipFill>
        <p:spPr>
          <a:xfrm>
            <a:off x="566" y="0"/>
            <a:ext cx="9143434" cy="360000"/>
          </a:xfrm>
          <a:prstGeom prst="rect">
            <a:avLst/>
          </a:prstGeom>
        </p:spPr>
      </p:pic>
      <p:sp>
        <p:nvSpPr>
          <p:cNvPr id="14" name="Title Placeholder 1"/>
          <p:cNvSpPr>
            <a:spLocks noGrp="1"/>
          </p:cNvSpPr>
          <p:nvPr>
            <p:ph type="title"/>
          </p:nvPr>
        </p:nvSpPr>
        <p:spPr>
          <a:xfrm>
            <a:off x="468313" y="549275"/>
            <a:ext cx="8207375" cy="755489"/>
          </a:xfrm>
          <a:prstGeom prst="rect">
            <a:avLst/>
          </a:prstGeom>
        </p:spPr>
        <p:txBody>
          <a:bodyPr vert="horz" lIns="0" tIns="0" rIns="0" bIns="0" rtlCol="0" anchor="t">
            <a:noAutofit/>
          </a:bodyPr>
          <a:lstStyle/>
          <a:p>
            <a:r>
              <a:rPr lang="en-US" dirty="0"/>
              <a:t>Click to edit Master title style</a:t>
            </a:r>
          </a:p>
        </p:txBody>
      </p:sp>
      <p:sp>
        <p:nvSpPr>
          <p:cNvPr id="15" name="Footer Placeholder 4"/>
          <p:cNvSpPr>
            <a:spLocks noGrp="1"/>
          </p:cNvSpPr>
          <p:nvPr>
            <p:ph type="ftr" sz="quarter" idx="3"/>
          </p:nvPr>
        </p:nvSpPr>
        <p:spPr>
          <a:xfrm>
            <a:off x="4716462" y="0"/>
            <a:ext cx="3959225" cy="360000"/>
          </a:xfrm>
          <a:prstGeom prst="rect">
            <a:avLst/>
          </a:prstGeom>
        </p:spPr>
        <p:txBody>
          <a:bodyPr vert="horz" wrap="none" lIns="0" tIns="0" rIns="0" bIns="0" rtlCol="0" anchor="ctr"/>
          <a:lstStyle>
            <a:lvl1pPr algn="r">
              <a:defRPr sz="800" b="1">
                <a:solidFill>
                  <a:schemeClr val="bg1"/>
                </a:solidFill>
              </a:defRPr>
            </a:lvl1pPr>
          </a:lstStyle>
          <a:p>
            <a:r>
              <a:rPr lang="en-US" dirty="0">
                <a:solidFill>
                  <a:srgbClr val="FFFFFF"/>
                </a:solidFill>
              </a:rPr>
              <a:t>Presentation Name / Month 2017</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cxnSp>
        <p:nvCxnSpPr>
          <p:cNvPr id="8" name="Straight Connector 7"/>
          <p:cNvCxnSpPr/>
          <p:nvPr/>
        </p:nvCxnSpPr>
        <p:spPr>
          <a:xfrm>
            <a:off x="468313" y="6489700"/>
            <a:ext cx="8207375" cy="0"/>
          </a:xfrm>
          <a:prstGeom prst="line">
            <a:avLst/>
          </a:prstGeom>
          <a:ln w="6350">
            <a:solidFill>
              <a:srgbClr val="58595B"/>
            </a:solidFill>
          </a:ln>
        </p:spPr>
        <p:style>
          <a:lnRef idx="1">
            <a:schemeClr val="accent1"/>
          </a:lnRef>
          <a:fillRef idx="0">
            <a:schemeClr val="accent1"/>
          </a:fillRef>
          <a:effectRef idx="0">
            <a:schemeClr val="accent1"/>
          </a:effectRef>
          <a:fontRef idx="minor">
            <a:schemeClr val="tx1"/>
          </a:fontRef>
        </p:style>
      </p:cxnSp>
      <p:sp>
        <p:nvSpPr>
          <p:cNvPr id="9" name="copyright"/>
          <p:cNvSpPr txBox="1"/>
          <p:nvPr/>
        </p:nvSpPr>
        <p:spPr>
          <a:xfrm>
            <a:off x="468313" y="6489380"/>
            <a:ext cx="3959226" cy="368620"/>
          </a:xfrm>
          <a:prstGeom prst="rect">
            <a:avLst/>
          </a:prstGeom>
          <a:noFill/>
        </p:spPr>
        <p:txBody>
          <a:bodyPr wrap="none" lIns="0" tIns="0" rIns="0" bIns="0" rtlCol="0" anchor="ct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00" baseline="0" dirty="0">
                <a:solidFill>
                  <a:srgbClr val="58595B"/>
                </a:solidFill>
                <a:latin typeface="+mn-lt"/>
              </a:rPr>
              <a:t>Confidential. © 2020 IHS </a:t>
            </a:r>
            <a:r>
              <a:rPr lang="en-US" sz="700" baseline="0" dirty="0" err="1">
                <a:solidFill>
                  <a:srgbClr val="58595B"/>
                </a:solidFill>
                <a:latin typeface="+mn-lt"/>
              </a:rPr>
              <a:t>Markit</a:t>
            </a:r>
            <a:r>
              <a:rPr lang="en-US" sz="700" baseline="30000" dirty="0" err="1">
                <a:solidFill>
                  <a:srgbClr val="58595B"/>
                </a:solidFill>
                <a:latin typeface="+mn-lt"/>
              </a:rPr>
              <a:t>TM</a:t>
            </a:r>
            <a:r>
              <a:rPr lang="en-US" sz="700" baseline="0" dirty="0">
                <a:solidFill>
                  <a:srgbClr val="58595B"/>
                </a:solidFill>
                <a:latin typeface="+mn-lt"/>
              </a:rPr>
              <a:t>. All Rights Reserved.</a:t>
            </a:r>
            <a:endParaRPr lang="en-GB" sz="700" dirty="0">
              <a:solidFill>
                <a:srgbClr val="58595B"/>
              </a:solidFill>
              <a:latin typeface="+mn-lt"/>
            </a:endParaRPr>
          </a:p>
        </p:txBody>
      </p:sp>
      <p:sp>
        <p:nvSpPr>
          <p:cNvPr id="10" name="Text Placeholder 2"/>
          <p:cNvSpPr>
            <a:spLocks noGrp="1"/>
          </p:cNvSpPr>
          <p:nvPr>
            <p:ph type="body" idx="1"/>
          </p:nvPr>
        </p:nvSpPr>
        <p:spPr>
          <a:xfrm>
            <a:off x="468313" y="1484313"/>
            <a:ext cx="8207375" cy="4752975"/>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9339951"/>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Lst>
  <p:hf hdr="0" dt="0"/>
  <p:txStyles>
    <p:titleStyle>
      <a:lvl1pPr algn="l" defTabSz="914400" rtl="0" eaLnBrk="1" latinLnBrk="0" hangingPunct="1">
        <a:spcBef>
          <a:spcPct val="0"/>
        </a:spcBef>
        <a:buNone/>
        <a:defRPr sz="2400" b="1" kern="1200" spc="0" baseline="0">
          <a:solidFill>
            <a:schemeClr val="accent1"/>
          </a:solidFill>
          <a:latin typeface="+mj-lt"/>
          <a:ea typeface="+mj-ea"/>
          <a:cs typeface="+mj-cs"/>
        </a:defRPr>
      </a:lvl1pPr>
    </p:titleStyle>
    <p:bodyStyle>
      <a:lvl1pPr marL="177800" indent="-177800" algn="l" defTabSz="914400" rtl="0" eaLnBrk="1" latinLnBrk="0" hangingPunct="1">
        <a:spcBef>
          <a:spcPts val="600"/>
        </a:spcBef>
        <a:spcAft>
          <a:spcPts val="600"/>
        </a:spcAft>
        <a:buClrTx/>
        <a:buSzPct val="90000"/>
        <a:buFont typeface="Arial" pitchFamily="34" charset="0"/>
        <a:buChar char="•"/>
        <a:defRPr lang="en-US" sz="2000" b="0" kern="1200" baseline="0" dirty="0" smtClean="0">
          <a:solidFill>
            <a:schemeClr val="tx1"/>
          </a:solidFill>
          <a:latin typeface="+mn-lt"/>
          <a:ea typeface="+mn-ea"/>
          <a:cs typeface="+mn-cs"/>
        </a:defRPr>
      </a:lvl1pPr>
      <a:lvl2pPr marL="355600" indent="-177800" algn="l" defTabSz="914400" rtl="0" eaLnBrk="1" latinLnBrk="0" hangingPunct="1">
        <a:spcBef>
          <a:spcPts val="600"/>
        </a:spcBef>
        <a:spcAft>
          <a:spcPts val="600"/>
        </a:spcAft>
        <a:buClrTx/>
        <a:buSzPct val="90000"/>
        <a:buFont typeface="Arial" pitchFamily="34" charset="0"/>
        <a:buChar char="•"/>
        <a:defRPr sz="1800" kern="1200" baseline="0">
          <a:solidFill>
            <a:schemeClr val="tx1"/>
          </a:solidFill>
          <a:latin typeface="+mn-lt"/>
          <a:ea typeface="+mn-ea"/>
          <a:cs typeface="+mn-cs"/>
        </a:defRPr>
      </a:lvl2pPr>
      <a:lvl3pPr marL="533400" indent="-179388" algn="l" defTabSz="914400" rtl="0" eaLnBrk="1" latinLnBrk="0" hangingPunct="1">
        <a:spcBef>
          <a:spcPts val="600"/>
        </a:spcBef>
        <a:spcAft>
          <a:spcPts val="600"/>
        </a:spcAft>
        <a:buClrTx/>
        <a:buSzPct val="90000"/>
        <a:buFont typeface="Arial" pitchFamily="34" charset="0"/>
        <a:buChar char="•"/>
        <a:defRPr sz="1600" kern="1200" baseline="0">
          <a:solidFill>
            <a:schemeClr val="tx1"/>
          </a:solidFill>
          <a:latin typeface="+mn-lt"/>
          <a:ea typeface="+mn-ea"/>
          <a:cs typeface="+mn-cs"/>
        </a:defRPr>
      </a:lvl3pPr>
      <a:lvl4pPr marL="727075"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4pPr>
      <a:lvl5pPr marL="906463"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000" kern="1200">
          <a:solidFill>
            <a:schemeClr val="tx1"/>
          </a:solidFill>
          <a:latin typeface="+mn-lt"/>
          <a:ea typeface="+mn-ea"/>
          <a:cs typeface="+mn-cs"/>
        </a:defRPr>
      </a:lvl2pPr>
      <a:lvl3pPr marL="914400" algn="l" defTabSz="914400" rtl="0" eaLnBrk="1" latinLnBrk="0" hangingPunct="1">
        <a:defRPr sz="1000" kern="1200">
          <a:solidFill>
            <a:schemeClr val="tx1"/>
          </a:solidFill>
          <a:latin typeface="+mn-lt"/>
          <a:ea typeface="+mn-ea"/>
          <a:cs typeface="+mn-cs"/>
        </a:defRPr>
      </a:lvl3pPr>
      <a:lvl4pPr marL="1371600" algn="l" defTabSz="914400" rtl="0" eaLnBrk="1" latinLnBrk="0" hangingPunct="1">
        <a:defRPr sz="1000" kern="1200">
          <a:solidFill>
            <a:schemeClr val="tx1"/>
          </a:solidFill>
          <a:latin typeface="+mn-lt"/>
          <a:ea typeface="+mn-ea"/>
          <a:cs typeface="+mn-cs"/>
        </a:defRPr>
      </a:lvl4pPr>
      <a:lvl5pPr marL="182880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000" kern="1200">
          <a:solidFill>
            <a:schemeClr val="tx1"/>
          </a:solidFill>
          <a:latin typeface="+mn-lt"/>
          <a:ea typeface="+mn-ea"/>
          <a:cs typeface="+mn-cs"/>
        </a:defRPr>
      </a:lvl6pPr>
      <a:lvl7pPr marL="2743200" algn="l" defTabSz="914400" rtl="0" eaLnBrk="1" latinLnBrk="0" hangingPunct="1">
        <a:defRPr sz="1000" kern="1200">
          <a:solidFill>
            <a:schemeClr val="tx1"/>
          </a:solidFill>
          <a:latin typeface="+mn-lt"/>
          <a:ea typeface="+mn-ea"/>
          <a:cs typeface="+mn-cs"/>
        </a:defRPr>
      </a:lvl7pPr>
      <a:lvl8pPr marL="3200400" algn="l" defTabSz="914400" rtl="0" eaLnBrk="1" latinLnBrk="0" hangingPunct="1">
        <a:defRPr sz="1000" kern="1200">
          <a:solidFill>
            <a:schemeClr val="tx1"/>
          </a:solidFill>
          <a:latin typeface="+mn-lt"/>
          <a:ea typeface="+mn-ea"/>
          <a:cs typeface="+mn-cs"/>
        </a:defRPr>
      </a:lvl8pPr>
      <a:lvl9pPr marL="3657600" algn="l" defTabSz="914400" rtl="0" eaLnBrk="1" latinLnBrk="0" hangingPunct="1">
        <a:defRPr sz="1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Picture 15"/>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4306"/>
            <a:ext cx="9153144" cy="689536"/>
          </a:xfrm>
          <a:prstGeom prst="rect">
            <a:avLst/>
          </a:prstGeom>
        </p:spPr>
      </p:pic>
      <p:sp>
        <p:nvSpPr>
          <p:cNvPr id="2" name="Title Placeholder 1"/>
          <p:cNvSpPr>
            <a:spLocks noGrp="1"/>
          </p:cNvSpPr>
          <p:nvPr>
            <p:ph type="title"/>
          </p:nvPr>
        </p:nvSpPr>
        <p:spPr>
          <a:xfrm>
            <a:off x="468312" y="961012"/>
            <a:ext cx="8207375"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p:cNvSpPr>
            <a:spLocks noGrp="1"/>
          </p:cNvSpPr>
          <p:nvPr>
            <p:ph type="body" idx="1"/>
          </p:nvPr>
        </p:nvSpPr>
        <p:spPr>
          <a:xfrm>
            <a:off x="468313" y="1916112"/>
            <a:ext cx="8207375" cy="4321176"/>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8263830" y="270195"/>
            <a:ext cx="411858" cy="153888"/>
          </a:xfrm>
          <a:prstGeom prst="rect">
            <a:avLst/>
          </a:prstGeom>
        </p:spPr>
        <p:txBody>
          <a:bodyPr vert="horz" wrap="square" lIns="0" tIns="0" rIns="0" bIns="0" rtlCol="0" anchor="ctr">
            <a:spAutoFit/>
          </a:bodyPr>
          <a:lstStyle>
            <a:lvl1pPr algn="r">
              <a:defRPr sz="1000">
                <a:solidFill>
                  <a:schemeClr val="bg1"/>
                </a:solidFill>
              </a:defRPr>
            </a:lvl1pPr>
          </a:lstStyle>
          <a:p>
            <a:fld id="{4704619B-9823-F845-874B-2390AC991BC7}" type="slidenum">
              <a:rPr lang="en-US" smtClean="0"/>
              <a:pPr/>
              <a:t>‹#›</a:t>
            </a:fld>
            <a:endParaRPr lang="en-US" dirty="0"/>
          </a:p>
        </p:txBody>
      </p:sp>
      <p:sp>
        <p:nvSpPr>
          <p:cNvPr id="8" name="TextBox 7"/>
          <p:cNvSpPr txBox="1"/>
          <p:nvPr/>
        </p:nvSpPr>
        <p:spPr>
          <a:xfrm>
            <a:off x="468313" y="6621521"/>
            <a:ext cx="1899559" cy="184666"/>
          </a:xfrm>
          <a:prstGeom prst="rect">
            <a:avLst/>
          </a:prstGeom>
          <a:noFill/>
        </p:spPr>
        <p:txBody>
          <a:bodyPr wrap="none" lIns="0" rIns="0" rtlCol="0" anchor="ctr">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600" baseline="0" dirty="0">
                <a:solidFill>
                  <a:srgbClr val="58595B"/>
                </a:solidFill>
                <a:latin typeface="+mn-lt"/>
              </a:rPr>
              <a:t>Confidential. © 2020 IHS Markit</a:t>
            </a:r>
            <a:r>
              <a:rPr lang="en-US" sz="600" baseline="30000" dirty="0">
                <a:solidFill>
                  <a:srgbClr val="58595B"/>
                </a:solidFill>
                <a:latin typeface="+mn-lt"/>
              </a:rPr>
              <a:t>TM</a:t>
            </a:r>
            <a:r>
              <a:rPr lang="en-US" sz="600" baseline="0" dirty="0">
                <a:solidFill>
                  <a:srgbClr val="58595B"/>
                </a:solidFill>
                <a:latin typeface="+mn-lt"/>
              </a:rPr>
              <a:t>. All Rights Reserved.</a:t>
            </a:r>
            <a:endParaRPr lang="en-GB" sz="600" dirty="0">
              <a:solidFill>
                <a:srgbClr val="58595B"/>
              </a:solidFill>
              <a:latin typeface="+mn-lt"/>
            </a:endParaRPr>
          </a:p>
        </p:txBody>
      </p:sp>
      <p:pic>
        <p:nvPicPr>
          <p:cNvPr id="10" name="Picture 9"/>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36080" y="42339"/>
            <a:ext cx="1499616" cy="609600"/>
          </a:xfrm>
          <a:prstGeom prst="rect">
            <a:avLst/>
          </a:prstGeom>
        </p:spPr>
      </p:pic>
    </p:spTree>
    <p:extLst>
      <p:ext uri="{BB962C8B-B14F-4D97-AF65-F5344CB8AC3E}">
        <p14:creationId xmlns:p14="http://schemas.microsoft.com/office/powerpoint/2010/main" val="107990256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Lst>
  <p:hf hdr="0" ftr="0" dt="0"/>
  <p:txStyles>
    <p:titleStyle>
      <a:lvl1pPr algn="l" defTabSz="914400" rtl="0" eaLnBrk="1" latinLnBrk="0" hangingPunct="1">
        <a:lnSpc>
          <a:spcPct val="100000"/>
        </a:lnSpc>
        <a:spcBef>
          <a:spcPct val="0"/>
        </a:spcBef>
        <a:buNone/>
        <a:defRPr sz="2400" kern="1200">
          <a:solidFill>
            <a:schemeClr val="accent1"/>
          </a:solidFill>
          <a:latin typeface="+mj-lt"/>
          <a:ea typeface="+mj-ea"/>
          <a:cs typeface="+mj-cs"/>
        </a:defRPr>
      </a:lvl1pPr>
    </p:titleStyle>
    <p:bodyStyle>
      <a:lvl1pPr marL="171450" indent="-171450" algn="l" defTabSz="914400" rtl="0" eaLnBrk="1" latinLnBrk="0" hangingPunct="1">
        <a:lnSpc>
          <a:spcPct val="100000"/>
        </a:lnSpc>
        <a:spcBef>
          <a:spcPts val="1000"/>
        </a:spcBef>
        <a:buClr>
          <a:schemeClr val="accent1"/>
        </a:buClr>
        <a:buFont typeface="Arial" panose="020B0604020202020204" pitchFamily="34" charset="0"/>
        <a:buChar char="•"/>
        <a:tabLst/>
        <a:defRPr sz="1400" kern="1200">
          <a:solidFill>
            <a:schemeClr val="tx2"/>
          </a:solidFill>
          <a:latin typeface="+mn-lt"/>
          <a:ea typeface="+mn-ea"/>
          <a:cs typeface="+mn-cs"/>
        </a:defRPr>
      </a:lvl1pPr>
      <a:lvl2pPr marL="344488" indent="-173038" algn="l" defTabSz="914400" rtl="0" eaLnBrk="1" latinLnBrk="0" hangingPunct="1">
        <a:lnSpc>
          <a:spcPct val="100000"/>
        </a:lnSpc>
        <a:spcBef>
          <a:spcPts val="1000"/>
        </a:spcBef>
        <a:buClr>
          <a:schemeClr val="accent1"/>
        </a:buClr>
        <a:buFont typeface=".HelveticaNeueDeskInterface-Regular" charset="0"/>
        <a:buChar char="&gt;"/>
        <a:tabLst/>
        <a:defRPr sz="1400" kern="1200">
          <a:solidFill>
            <a:schemeClr val="tx2"/>
          </a:solidFill>
          <a:latin typeface="+mn-lt"/>
          <a:ea typeface="+mn-ea"/>
          <a:cs typeface="+mn-cs"/>
        </a:defRPr>
      </a:lvl2pPr>
      <a:lvl3pPr marL="515938" indent="-171450" algn="l" defTabSz="914400" rtl="0" eaLnBrk="1" latinLnBrk="0" hangingPunct="1">
        <a:lnSpc>
          <a:spcPct val="100000"/>
        </a:lnSpc>
        <a:spcBef>
          <a:spcPts val="1000"/>
        </a:spcBef>
        <a:buClr>
          <a:schemeClr val="accent1"/>
        </a:buClr>
        <a:buFont typeface=".HelveticaNeueDeskInterface-Regular" charset="0"/>
        <a:buChar char="–"/>
        <a:tabLst/>
        <a:defRPr sz="14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9" pos="288" userDrawn="1">
          <p15:clr>
            <a:srgbClr val="F26B43"/>
          </p15:clr>
        </p15:guide>
        <p15:guide id="10" pos="5472" userDrawn="1">
          <p15:clr>
            <a:srgbClr val="F26B43"/>
          </p15:clr>
        </p15:guide>
        <p15:guide id="11" orient="horz" pos="606" userDrawn="1">
          <p15:clr>
            <a:srgbClr val="F26B43"/>
          </p15:clr>
        </p15:guide>
        <p15:guide id="12" orient="horz" pos="1187" userDrawn="1">
          <p15:clr>
            <a:srgbClr val="F26B43"/>
          </p15:clr>
        </p15:guide>
        <p15:guide id="13" orient="horz" pos="3828" userDrawn="1">
          <p15:clr>
            <a:srgbClr val="F26B43"/>
          </p15:clr>
        </p15:guide>
        <p15:guide id="14" orient="horz" pos="88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Picture 10" descr="image1.png"/>
          <p:cNvPicPr>
            <a:picLocks noChangeAspect="1"/>
          </p:cNvPicPr>
          <p:nvPr/>
        </p:nvPicPr>
        <p:blipFill>
          <a:blip r:embed="rId18"/>
          <a:stretch>
            <a:fillRect/>
          </a:stretch>
        </p:blipFill>
        <p:spPr>
          <a:xfrm>
            <a:off x="566" y="0"/>
            <a:ext cx="9143434" cy="360000"/>
          </a:xfrm>
          <a:prstGeom prst="rect">
            <a:avLst/>
          </a:prstGeom>
        </p:spPr>
      </p:pic>
      <p:sp>
        <p:nvSpPr>
          <p:cNvPr id="14" name="Title Placeholder 1"/>
          <p:cNvSpPr>
            <a:spLocks noGrp="1"/>
          </p:cNvSpPr>
          <p:nvPr>
            <p:ph type="title"/>
          </p:nvPr>
        </p:nvSpPr>
        <p:spPr>
          <a:xfrm>
            <a:off x="468313" y="549275"/>
            <a:ext cx="8207375" cy="755489"/>
          </a:xfrm>
          <a:prstGeom prst="rect">
            <a:avLst/>
          </a:prstGeom>
        </p:spPr>
        <p:txBody>
          <a:bodyPr vert="horz" lIns="0" tIns="0" rIns="0" bIns="0" rtlCol="0" anchor="t">
            <a:noAutofit/>
          </a:bodyPr>
          <a:lstStyle/>
          <a:p>
            <a:r>
              <a:rPr lang="en-US"/>
              <a:t>Click to edit Master title style</a:t>
            </a:r>
            <a:endParaRPr lang="en-US" dirty="0"/>
          </a:p>
        </p:txBody>
      </p:sp>
      <p:sp>
        <p:nvSpPr>
          <p:cNvPr id="15" name="Footer Placeholder 4"/>
          <p:cNvSpPr>
            <a:spLocks noGrp="1"/>
          </p:cNvSpPr>
          <p:nvPr>
            <p:ph type="ftr" sz="quarter" idx="3"/>
          </p:nvPr>
        </p:nvSpPr>
        <p:spPr>
          <a:xfrm>
            <a:off x="4716462" y="0"/>
            <a:ext cx="3959225" cy="360000"/>
          </a:xfrm>
          <a:prstGeom prst="rect">
            <a:avLst/>
          </a:prstGeom>
        </p:spPr>
        <p:txBody>
          <a:bodyPr vert="horz" wrap="none" lIns="0" tIns="0" rIns="0" bIns="0" rtlCol="0" anchor="ctr"/>
          <a:lstStyle>
            <a:lvl1pPr algn="r">
              <a:defRPr sz="800" b="1">
                <a:solidFill>
                  <a:schemeClr val="bg1"/>
                </a:solidFill>
              </a:defRPr>
            </a:lvl1pPr>
          </a:lstStyle>
          <a:p>
            <a:r>
              <a:rPr lang="en-US" dirty="0">
                <a:solidFill>
                  <a:srgbClr val="FFFFFF"/>
                </a:solidFill>
              </a:rPr>
              <a:t>Presentation Name / Month 2017</a:t>
            </a:r>
          </a:p>
        </p:txBody>
      </p:sp>
      <p:sp>
        <p:nvSpPr>
          <p:cNvPr id="16" name="Slide Number Placeholder 5"/>
          <p:cNvSpPr>
            <a:spLocks noGrp="1"/>
          </p:cNvSpPr>
          <p:nvPr>
            <p:ph type="sldNum" sz="quarter" idx="4"/>
          </p:nvPr>
        </p:nvSpPr>
        <p:spPr>
          <a:xfrm>
            <a:off x="4716463" y="6490800"/>
            <a:ext cx="3959225" cy="367200"/>
          </a:xfrm>
          <a:prstGeom prst="rect">
            <a:avLst/>
          </a:prstGeom>
        </p:spPr>
        <p:txBody>
          <a:bodyPr vert="horz" lIns="0" tIns="0" rIns="0" bIns="0" rtlCol="0" anchor="ctr"/>
          <a:lstStyle>
            <a:lvl1pPr algn="r">
              <a:defRPr sz="800">
                <a:solidFill>
                  <a:srgbClr val="58595B"/>
                </a:solidFill>
              </a:defRPr>
            </a:lvl1pPr>
          </a:lstStyle>
          <a:p>
            <a:fld id="{24C46141-E31C-41A4-BE53-0A6DFD9041A4}" type="slidenum">
              <a:rPr lang="en-US" smtClean="0"/>
              <a:pPr/>
              <a:t>‹#›</a:t>
            </a:fld>
            <a:endParaRPr lang="en-US" dirty="0"/>
          </a:p>
        </p:txBody>
      </p:sp>
      <p:cxnSp>
        <p:nvCxnSpPr>
          <p:cNvPr id="8" name="Straight Connector 7"/>
          <p:cNvCxnSpPr/>
          <p:nvPr/>
        </p:nvCxnSpPr>
        <p:spPr>
          <a:xfrm>
            <a:off x="468313" y="6489700"/>
            <a:ext cx="8207375" cy="0"/>
          </a:xfrm>
          <a:prstGeom prst="line">
            <a:avLst/>
          </a:prstGeom>
          <a:ln w="6350">
            <a:solidFill>
              <a:srgbClr val="58595B"/>
            </a:solidFill>
          </a:ln>
        </p:spPr>
        <p:style>
          <a:lnRef idx="1">
            <a:schemeClr val="accent1"/>
          </a:lnRef>
          <a:fillRef idx="0">
            <a:schemeClr val="accent1"/>
          </a:fillRef>
          <a:effectRef idx="0">
            <a:schemeClr val="accent1"/>
          </a:effectRef>
          <a:fontRef idx="minor">
            <a:schemeClr val="tx1"/>
          </a:fontRef>
        </p:style>
      </p:cxnSp>
      <p:sp>
        <p:nvSpPr>
          <p:cNvPr id="9" name="copyright"/>
          <p:cNvSpPr txBox="1"/>
          <p:nvPr/>
        </p:nvSpPr>
        <p:spPr>
          <a:xfrm>
            <a:off x="468313" y="6489380"/>
            <a:ext cx="3959226" cy="368620"/>
          </a:xfrm>
          <a:prstGeom prst="rect">
            <a:avLst/>
          </a:prstGeom>
          <a:noFill/>
        </p:spPr>
        <p:txBody>
          <a:bodyPr wrap="none" lIns="0" tIns="0" rIns="0" bIns="0" rtlCol="0" anchor="ctr">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00" baseline="0" dirty="0">
                <a:solidFill>
                  <a:srgbClr val="58595B"/>
                </a:solidFill>
                <a:latin typeface="+mn-lt"/>
              </a:rPr>
              <a:t>Confidential. © 2020 IHS Markit</a:t>
            </a:r>
            <a:r>
              <a:rPr lang="en-US" sz="700" baseline="30000" dirty="0">
                <a:solidFill>
                  <a:srgbClr val="58595B"/>
                </a:solidFill>
                <a:latin typeface="+mn-lt"/>
              </a:rPr>
              <a:t>TM</a:t>
            </a:r>
            <a:r>
              <a:rPr lang="en-US" sz="700" baseline="0" dirty="0">
                <a:solidFill>
                  <a:srgbClr val="58595B"/>
                </a:solidFill>
                <a:latin typeface="+mn-lt"/>
              </a:rPr>
              <a:t>. All Rights Reserved.</a:t>
            </a:r>
            <a:endParaRPr lang="en-GB" sz="700" dirty="0">
              <a:solidFill>
                <a:srgbClr val="58595B"/>
              </a:solidFill>
              <a:latin typeface="+mn-lt"/>
            </a:endParaRPr>
          </a:p>
        </p:txBody>
      </p:sp>
      <p:sp>
        <p:nvSpPr>
          <p:cNvPr id="10" name="Text Placeholder 2"/>
          <p:cNvSpPr>
            <a:spLocks noGrp="1"/>
          </p:cNvSpPr>
          <p:nvPr>
            <p:ph type="body" idx="1"/>
          </p:nvPr>
        </p:nvSpPr>
        <p:spPr>
          <a:xfrm>
            <a:off x="468313" y="1484313"/>
            <a:ext cx="8207375" cy="475297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68565830"/>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hf hdr="0" dt="0"/>
  <p:txStyles>
    <p:titleStyle>
      <a:lvl1pPr algn="l" defTabSz="914400" rtl="0" eaLnBrk="1" latinLnBrk="0" hangingPunct="1">
        <a:spcBef>
          <a:spcPct val="0"/>
        </a:spcBef>
        <a:buNone/>
        <a:defRPr sz="2400" b="1" kern="1200" spc="0" baseline="0">
          <a:solidFill>
            <a:schemeClr val="accent1"/>
          </a:solidFill>
          <a:latin typeface="+mj-lt"/>
          <a:ea typeface="+mj-ea"/>
          <a:cs typeface="+mj-cs"/>
        </a:defRPr>
      </a:lvl1pPr>
    </p:titleStyle>
    <p:bodyStyle>
      <a:lvl1pPr marL="177800" indent="-177800" algn="l" defTabSz="914400" rtl="0" eaLnBrk="1" latinLnBrk="0" hangingPunct="1">
        <a:spcBef>
          <a:spcPts val="600"/>
        </a:spcBef>
        <a:spcAft>
          <a:spcPts val="600"/>
        </a:spcAft>
        <a:buClrTx/>
        <a:buSzPct val="90000"/>
        <a:buFont typeface="Arial" pitchFamily="34" charset="0"/>
        <a:buChar char="•"/>
        <a:defRPr lang="en-US" sz="2000" b="0" kern="1200" baseline="0" dirty="0" smtClean="0">
          <a:solidFill>
            <a:schemeClr val="tx1"/>
          </a:solidFill>
          <a:latin typeface="+mn-lt"/>
          <a:ea typeface="+mn-ea"/>
          <a:cs typeface="+mn-cs"/>
        </a:defRPr>
      </a:lvl1pPr>
      <a:lvl2pPr marL="355600" indent="-177800" algn="l" defTabSz="914400" rtl="0" eaLnBrk="1" latinLnBrk="0" hangingPunct="1">
        <a:spcBef>
          <a:spcPts val="600"/>
        </a:spcBef>
        <a:spcAft>
          <a:spcPts val="600"/>
        </a:spcAft>
        <a:buClrTx/>
        <a:buSzPct val="90000"/>
        <a:buFont typeface="Arial" pitchFamily="34" charset="0"/>
        <a:buChar char="•"/>
        <a:defRPr sz="1800" kern="1200" baseline="0">
          <a:solidFill>
            <a:schemeClr val="tx1"/>
          </a:solidFill>
          <a:latin typeface="+mn-lt"/>
          <a:ea typeface="+mn-ea"/>
          <a:cs typeface="+mn-cs"/>
        </a:defRPr>
      </a:lvl2pPr>
      <a:lvl3pPr marL="533400" indent="-179388" algn="l" defTabSz="914400" rtl="0" eaLnBrk="1" latinLnBrk="0" hangingPunct="1">
        <a:spcBef>
          <a:spcPts val="600"/>
        </a:spcBef>
        <a:spcAft>
          <a:spcPts val="600"/>
        </a:spcAft>
        <a:buClrTx/>
        <a:buSzPct val="90000"/>
        <a:buFont typeface="Arial" pitchFamily="34" charset="0"/>
        <a:buChar char="•"/>
        <a:defRPr sz="1600" kern="1200" baseline="0">
          <a:solidFill>
            <a:schemeClr val="tx1"/>
          </a:solidFill>
          <a:latin typeface="+mn-lt"/>
          <a:ea typeface="+mn-ea"/>
          <a:cs typeface="+mn-cs"/>
        </a:defRPr>
      </a:lvl3pPr>
      <a:lvl4pPr marL="727075"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4pPr>
      <a:lvl5pPr marL="906463" indent="-179388" algn="l" defTabSz="914400" rtl="0" eaLnBrk="1" latinLnBrk="0" hangingPunct="1">
        <a:spcBef>
          <a:spcPts val="600"/>
        </a:spcBef>
        <a:spcAft>
          <a:spcPts val="600"/>
        </a:spcAft>
        <a:buClrTx/>
        <a:buSzPct val="90000"/>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000" kern="1200">
          <a:solidFill>
            <a:schemeClr val="tx1"/>
          </a:solidFill>
          <a:latin typeface="+mn-lt"/>
          <a:ea typeface="+mn-ea"/>
          <a:cs typeface="+mn-cs"/>
        </a:defRPr>
      </a:lvl2pPr>
      <a:lvl3pPr marL="914400" algn="l" defTabSz="914400" rtl="0" eaLnBrk="1" latinLnBrk="0" hangingPunct="1">
        <a:defRPr sz="1000" kern="1200">
          <a:solidFill>
            <a:schemeClr val="tx1"/>
          </a:solidFill>
          <a:latin typeface="+mn-lt"/>
          <a:ea typeface="+mn-ea"/>
          <a:cs typeface="+mn-cs"/>
        </a:defRPr>
      </a:lvl3pPr>
      <a:lvl4pPr marL="1371600" algn="l" defTabSz="914400" rtl="0" eaLnBrk="1" latinLnBrk="0" hangingPunct="1">
        <a:defRPr sz="1000" kern="1200">
          <a:solidFill>
            <a:schemeClr val="tx1"/>
          </a:solidFill>
          <a:latin typeface="+mn-lt"/>
          <a:ea typeface="+mn-ea"/>
          <a:cs typeface="+mn-cs"/>
        </a:defRPr>
      </a:lvl4pPr>
      <a:lvl5pPr marL="182880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000" kern="1200">
          <a:solidFill>
            <a:schemeClr val="tx1"/>
          </a:solidFill>
          <a:latin typeface="+mn-lt"/>
          <a:ea typeface="+mn-ea"/>
          <a:cs typeface="+mn-cs"/>
        </a:defRPr>
      </a:lvl6pPr>
      <a:lvl7pPr marL="2743200" algn="l" defTabSz="914400" rtl="0" eaLnBrk="1" latinLnBrk="0" hangingPunct="1">
        <a:defRPr sz="1000" kern="1200">
          <a:solidFill>
            <a:schemeClr val="tx1"/>
          </a:solidFill>
          <a:latin typeface="+mn-lt"/>
          <a:ea typeface="+mn-ea"/>
          <a:cs typeface="+mn-cs"/>
        </a:defRPr>
      </a:lvl7pPr>
      <a:lvl8pPr marL="3200400" algn="l" defTabSz="914400" rtl="0" eaLnBrk="1" latinLnBrk="0" hangingPunct="1">
        <a:defRPr sz="1000" kern="1200">
          <a:solidFill>
            <a:schemeClr val="tx1"/>
          </a:solidFill>
          <a:latin typeface="+mn-lt"/>
          <a:ea typeface="+mn-ea"/>
          <a:cs typeface="+mn-cs"/>
        </a:defRPr>
      </a:lvl8pPr>
      <a:lvl9pPr marL="3657600" algn="l" defTabSz="914400" rtl="0" eaLnBrk="1" latinLnBrk="0" hangingPunct="1">
        <a:defRPr sz="1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144" name="Group 143">
            <a:extLst>
              <a:ext uri="{FF2B5EF4-FFF2-40B4-BE49-F238E27FC236}">
                <a16:creationId xmlns:a16="http://schemas.microsoft.com/office/drawing/2014/main" id="{8B53055D-29D5-4FE1-BE64-E17CAF363092}"/>
              </a:ext>
            </a:extLst>
          </p:cNvPr>
          <p:cNvGrpSpPr/>
          <p:nvPr/>
        </p:nvGrpSpPr>
        <p:grpSpPr>
          <a:xfrm>
            <a:off x="9144747" y="647701"/>
            <a:ext cx="104748" cy="5046663"/>
            <a:chOff x="12192996" y="647700"/>
            <a:chExt cx="139664" cy="5046663"/>
          </a:xfrm>
        </p:grpSpPr>
        <p:cxnSp>
          <p:nvCxnSpPr>
            <p:cNvPr id="143" name="Straight Connector 142">
              <a:extLst>
                <a:ext uri="{FF2B5EF4-FFF2-40B4-BE49-F238E27FC236}">
                  <a16:creationId xmlns:a16="http://schemas.microsoft.com/office/drawing/2014/main" id="{4239ECE5-FA9C-4670-87F6-C0D934E9AAE7}"/>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9D1EA425-A7BD-47A4-B2D5-16D157827594}"/>
                </a:ext>
              </a:extLst>
            </p:cNvPr>
            <p:cNvGrpSpPr/>
            <p:nvPr/>
          </p:nvGrpSpPr>
          <p:grpSpPr>
            <a:xfrm>
              <a:off x="12202508" y="647700"/>
              <a:ext cx="130152" cy="5046663"/>
              <a:chOff x="12202508" y="647700"/>
              <a:chExt cx="130152" cy="5046663"/>
            </a:xfrm>
          </p:grpSpPr>
          <p:cxnSp>
            <p:nvCxnSpPr>
              <p:cNvPr id="59" name="Straight Connector 58">
                <a:extLst>
                  <a:ext uri="{FF2B5EF4-FFF2-40B4-BE49-F238E27FC236}">
                    <a16:creationId xmlns:a16="http://schemas.microsoft.com/office/drawing/2014/main" id="{7D274501-4E1B-4808-B24A-1DD2E90B8BE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C8E6B1F-3105-4A91-B970-D589ADB77A85}"/>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B44A62-3176-45B3-B8F1-13B68150156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F9198C-0474-411B-B709-BB380C249BDA}"/>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E22D08E-6812-4F78-A644-C1C379E1CB6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425280" y="651300"/>
            <a:ext cx="8297032" cy="648111"/>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425279" y="1622631"/>
            <a:ext cx="8298180" cy="458566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721359" y="6403792"/>
            <a:ext cx="1852439" cy="214805"/>
          </a:xfrm>
          <a:prstGeom prst="rect">
            <a:avLst/>
          </a:prstGeom>
        </p:spPr>
        <p:txBody>
          <a:bodyPr vert="horz" lIns="0" tIns="0" rIns="0" bIns="0" rtlCol="0" anchor="ctr"/>
          <a:lstStyle>
            <a:lvl1pPr algn="l">
              <a:defRPr sz="675">
                <a:solidFill>
                  <a:schemeClr val="tx1"/>
                </a:solidFill>
              </a:defRPr>
            </a:lvl1pPr>
          </a:lstStyle>
          <a:p>
            <a:fld id="{741705B8-0135-4861-9438-C6F1E3D9C470}" type="datetime4">
              <a:rPr lang="en-US" smtClean="0"/>
              <a:t>August 13, 2025</a:t>
            </a:fld>
            <a:endParaRPr lang="en-US"/>
          </a:p>
        </p:txBody>
      </p:sp>
      <p:sp>
        <p:nvSpPr>
          <p:cNvPr id="5" name="Footer Placeholder 4"/>
          <p:cNvSpPr>
            <a:spLocks noGrp="1"/>
          </p:cNvSpPr>
          <p:nvPr>
            <p:ph type="ftr" sz="quarter" idx="3"/>
          </p:nvPr>
        </p:nvSpPr>
        <p:spPr>
          <a:xfrm>
            <a:off x="4627538" y="6403792"/>
            <a:ext cx="3756197" cy="214805"/>
          </a:xfrm>
          <a:prstGeom prst="rect">
            <a:avLst/>
          </a:prstGeom>
        </p:spPr>
        <p:txBody>
          <a:bodyPr vert="horz" lIns="0" tIns="0" rIns="0" bIns="0" rtlCol="0" anchor="ctr"/>
          <a:lstStyle>
            <a:lvl1pPr algn="r">
              <a:defRPr sz="675">
                <a:solidFill>
                  <a:schemeClr val="tx1"/>
                </a:solidFill>
              </a:defRPr>
            </a:lvl1pPr>
          </a:lstStyle>
          <a:p>
            <a:r>
              <a:rPr lang="en-US"/>
              <a:t>S&amp;P Global Commodity Insights – Internal Use Only</a:t>
            </a:r>
          </a:p>
        </p:txBody>
      </p:sp>
      <p:sp>
        <p:nvSpPr>
          <p:cNvPr id="6" name="Slide Number Placeholder 5"/>
          <p:cNvSpPr>
            <a:spLocks noGrp="1"/>
          </p:cNvSpPr>
          <p:nvPr>
            <p:ph type="sldNum" sz="quarter" idx="4"/>
          </p:nvPr>
        </p:nvSpPr>
        <p:spPr>
          <a:xfrm>
            <a:off x="8407384" y="6403791"/>
            <a:ext cx="316487" cy="214804"/>
          </a:xfrm>
          <a:prstGeom prst="rect">
            <a:avLst/>
          </a:prstGeom>
        </p:spPr>
        <p:txBody>
          <a:bodyPr vert="horz" lIns="0" tIns="0" rIns="0" bIns="0" rtlCol="0" anchor="ctr"/>
          <a:lstStyle>
            <a:lvl1pPr algn="r">
              <a:defRPr sz="675">
                <a:solidFill>
                  <a:schemeClr val="tx1"/>
                </a:solidFill>
              </a:defRPr>
            </a:lvl1pPr>
          </a:lstStyle>
          <a:p>
            <a:fld id="{4704619B-9823-F845-874B-2390AC991BC7}" type="slidenum">
              <a:rPr lang="en-US" smtClean="0"/>
              <a:pPr/>
              <a:t>‹#›</a:t>
            </a:fld>
            <a:endParaRPr lang="en-US" dirty="0"/>
          </a:p>
        </p:txBody>
      </p:sp>
      <p:cxnSp>
        <p:nvCxnSpPr>
          <p:cNvPr id="22" name="Straight Connector 21">
            <a:extLst>
              <a:ext uri="{FF2B5EF4-FFF2-40B4-BE49-F238E27FC236}">
                <a16:creationId xmlns:a16="http://schemas.microsoft.com/office/drawing/2014/main" id="{F8CC70A6-20E9-484F-A6D8-8AC9F5A9969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26C736-25F9-4471-B9E2-7FDAD4B0C0F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FA59E5F-121F-4882-AD04-A65D6DB42A4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924EB760-7DB9-4158-8A20-E30A256A1D62}"/>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145" name="Group 144">
            <a:extLst>
              <a:ext uri="{FF2B5EF4-FFF2-40B4-BE49-F238E27FC236}">
                <a16:creationId xmlns:a16="http://schemas.microsoft.com/office/drawing/2014/main" id="{CB39B6C1-8002-4F75-B7FC-EDAA23A0F76B}"/>
              </a:ext>
            </a:extLst>
          </p:cNvPr>
          <p:cNvGrpSpPr/>
          <p:nvPr/>
        </p:nvGrpSpPr>
        <p:grpSpPr>
          <a:xfrm>
            <a:off x="-97614" y="647701"/>
            <a:ext cx="97614" cy="5046663"/>
            <a:chOff x="-130152" y="647700"/>
            <a:chExt cx="130152" cy="5046663"/>
          </a:xfrm>
        </p:grpSpPr>
        <p:cxnSp>
          <p:nvCxnSpPr>
            <p:cNvPr id="53" name="Straight Connector 52">
              <a:extLst>
                <a:ext uri="{FF2B5EF4-FFF2-40B4-BE49-F238E27FC236}">
                  <a16:creationId xmlns:a16="http://schemas.microsoft.com/office/drawing/2014/main" id="{E3A10AFA-0D6D-43FA-9041-F48F1EDAEE3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5406A10-0F3B-4C6E-BB94-300915DB02B5}"/>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B54C7B1-605E-4788-A9E2-5192021613D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BF6F6D6-1AD2-4BB1-ABE1-A1E2DADB16B8}"/>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3725CBF-16E5-4686-95FC-61EDD7BAA2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F14B1D6-A02F-4F63-8B42-6490CB75FE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4" name="Straight Connector 63">
            <a:extLst>
              <a:ext uri="{FF2B5EF4-FFF2-40B4-BE49-F238E27FC236}">
                <a16:creationId xmlns:a16="http://schemas.microsoft.com/office/drawing/2014/main" id="{44C75B12-814D-46B5-AC2A-CF6E825BD2A6}"/>
              </a:ext>
            </a:extLst>
          </p:cNvPr>
          <p:cNvCxnSpPr>
            <a:cxnSpLocks/>
          </p:cNvCxnSpPr>
          <p:nvPr/>
        </p:nvCxnSpPr>
        <p:spPr>
          <a:xfrm rot="16200000">
            <a:off x="4116399"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3196D04-0548-4EFC-84ED-EC48273BDB1F}"/>
              </a:ext>
            </a:extLst>
          </p:cNvPr>
          <p:cNvCxnSpPr>
            <a:cxnSpLocks/>
          </p:cNvCxnSpPr>
          <p:nvPr/>
        </p:nvCxnSpPr>
        <p:spPr>
          <a:xfrm rot="16200000">
            <a:off x="4890305"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4CDAEB47-98C9-4B0C-95C2-0EC29C2061ED}"/>
              </a:ext>
            </a:extLst>
          </p:cNvPr>
          <p:cNvGrpSpPr/>
          <p:nvPr/>
        </p:nvGrpSpPr>
        <p:grpSpPr>
          <a:xfrm>
            <a:off x="-994" y="6871034"/>
            <a:ext cx="9144000" cy="143299"/>
            <a:chOff x="-1325" y="6871033"/>
            <a:chExt cx="12192000" cy="143299"/>
          </a:xfrm>
        </p:grpSpPr>
        <p:sp>
          <p:nvSpPr>
            <p:cNvPr id="26" name="Rectangle 25">
              <a:extLst>
                <a:ext uri="{FF2B5EF4-FFF2-40B4-BE49-F238E27FC236}">
                  <a16:creationId xmlns:a16="http://schemas.microsoft.com/office/drawing/2014/main" id="{E605001D-9AEE-4D97-B1CD-2703613BD58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1B9E2804-C808-4357-85E3-7E72AE20E804}"/>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1B8713C-445E-4C83-92F1-E19C8C10D52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E4BEDC11-C1A2-4363-AD61-124751DC85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E15ADA81-F289-451E-8271-81B1C7F9E9EF}"/>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A4E92C5-8939-4B55-A84F-8B6C68F6A2F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EC1083AB-631D-4A3B-8771-C6B62512D456}"/>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F86C41D-0758-43AE-A2D8-C6C2A9707FA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3DF0139A-E334-464F-A56C-5152A071597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A932836E-03AE-4492-BB6B-F8FED4E71E87}"/>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C7F708EF-F923-4A24-A6D7-4BCA3EA881C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940B2C87-F899-480F-93E9-C79E951858AE}"/>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E5DF1AEA-298E-4AA0-B861-79AAC8A95392}"/>
                </a:ext>
              </a:extLst>
            </p:cNvPr>
            <p:cNvPicPr>
              <a:picLocks noChangeAspect="1"/>
            </p:cNvPicPr>
            <p:nvPr/>
          </p:nvPicPr>
          <p:blipFill>
            <a:blip r:embed="rId68">
              <a:extLst>
                <a:ext uri="{28A0092B-C50C-407E-A947-70E740481C1C}">
                  <a14:useLocalDpi xmlns:a14="http://schemas.microsoft.com/office/drawing/2010/main" val="0"/>
                </a:ext>
              </a:extLst>
            </a:blip>
            <a:srcRect/>
            <a:stretch/>
          </p:blipFill>
          <p:spPr>
            <a:xfrm>
              <a:off x="12343753" y="1289096"/>
              <a:ext cx="1097248" cy="2017928"/>
            </a:xfrm>
            <a:prstGeom prst="rect">
              <a:avLst/>
            </a:prstGeom>
          </p:spPr>
        </p:pic>
        <p:sp>
          <p:nvSpPr>
            <p:cNvPr id="78" name="Rectangle 77">
              <a:extLst>
                <a:ext uri="{FF2B5EF4-FFF2-40B4-BE49-F238E27FC236}">
                  <a16:creationId xmlns:a16="http://schemas.microsoft.com/office/drawing/2014/main" id="{91936950-6B61-4AF0-BAA8-E319B5E9A77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EDB7CB3A-885A-4980-B14D-0F1486237ABB}"/>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4" name="Rectangle 83">
              <a:extLst>
                <a:ext uri="{FF2B5EF4-FFF2-40B4-BE49-F238E27FC236}">
                  <a16:creationId xmlns:a16="http://schemas.microsoft.com/office/drawing/2014/main" id="{E23BEF90-B240-43F5-A7D2-FF40EB2BA4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5" name="Rectangle 84">
              <a:extLst>
                <a:ext uri="{FF2B5EF4-FFF2-40B4-BE49-F238E27FC236}">
                  <a16:creationId xmlns:a16="http://schemas.microsoft.com/office/drawing/2014/main" id="{F4099FFA-147F-4A80-8F31-739AAC66D79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6" name="Group 85">
              <a:extLst>
                <a:ext uri="{FF2B5EF4-FFF2-40B4-BE49-F238E27FC236}">
                  <a16:creationId xmlns:a16="http://schemas.microsoft.com/office/drawing/2014/main" id="{26126108-7849-4214-9223-9F761DE635F2}"/>
                </a:ext>
              </a:extLst>
            </p:cNvPr>
            <p:cNvGrpSpPr/>
            <p:nvPr/>
          </p:nvGrpSpPr>
          <p:grpSpPr>
            <a:xfrm>
              <a:off x="12364752" y="2345932"/>
              <a:ext cx="1055431" cy="88186"/>
              <a:chOff x="914335" y="6913770"/>
              <a:chExt cx="1109884" cy="100584"/>
            </a:xfrm>
            <a:noFill/>
          </p:grpSpPr>
          <p:sp>
            <p:nvSpPr>
              <p:cNvPr id="101" name="Rectangle 100">
                <a:extLst>
                  <a:ext uri="{FF2B5EF4-FFF2-40B4-BE49-F238E27FC236}">
                    <a16:creationId xmlns:a16="http://schemas.microsoft.com/office/drawing/2014/main" id="{D9714B2F-270E-40BD-B18C-1CABA6E328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2" name="Rectangle 101">
                <a:extLst>
                  <a:ext uri="{FF2B5EF4-FFF2-40B4-BE49-F238E27FC236}">
                    <a16:creationId xmlns:a16="http://schemas.microsoft.com/office/drawing/2014/main" id="{0E9EDAC8-6407-4216-ABF3-EA70809BB4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3" name="Rectangle 102">
                <a:extLst>
                  <a:ext uri="{FF2B5EF4-FFF2-40B4-BE49-F238E27FC236}">
                    <a16:creationId xmlns:a16="http://schemas.microsoft.com/office/drawing/2014/main" id="{C97366D4-D620-4493-BD87-54D81FBE2F4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4" name="Rectangle 103">
                <a:extLst>
                  <a:ext uri="{FF2B5EF4-FFF2-40B4-BE49-F238E27FC236}">
                    <a16:creationId xmlns:a16="http://schemas.microsoft.com/office/drawing/2014/main" id="{028BCBB1-4C8C-4515-A267-36F4D23D05E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5" name="Rectangle 104">
                <a:extLst>
                  <a:ext uri="{FF2B5EF4-FFF2-40B4-BE49-F238E27FC236}">
                    <a16:creationId xmlns:a16="http://schemas.microsoft.com/office/drawing/2014/main" id="{044F7EB9-753F-48FA-B2B6-73C4C4096CA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6" name="Rectangle 105">
                <a:extLst>
                  <a:ext uri="{FF2B5EF4-FFF2-40B4-BE49-F238E27FC236}">
                    <a16:creationId xmlns:a16="http://schemas.microsoft.com/office/drawing/2014/main" id="{52DAE743-1AB2-468D-B4E2-50F2FB87E79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7" name="Rectangle 106">
                <a:extLst>
                  <a:ext uri="{FF2B5EF4-FFF2-40B4-BE49-F238E27FC236}">
                    <a16:creationId xmlns:a16="http://schemas.microsoft.com/office/drawing/2014/main" id="{B46B3D31-69AA-43A1-A2E2-F0939214892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08" name="Rectangle 107">
                <a:extLst>
                  <a:ext uri="{FF2B5EF4-FFF2-40B4-BE49-F238E27FC236}">
                    <a16:creationId xmlns:a16="http://schemas.microsoft.com/office/drawing/2014/main" id="{3064BA3B-8C0F-4AFD-92AB-AC0B5E4B6B3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09" name="Rectangle 108">
                <a:extLst>
                  <a:ext uri="{FF2B5EF4-FFF2-40B4-BE49-F238E27FC236}">
                    <a16:creationId xmlns:a16="http://schemas.microsoft.com/office/drawing/2014/main" id="{6CABC053-DAB8-4239-9575-3B71323FE8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0" name="Rectangle 109">
                <a:extLst>
                  <a:ext uri="{FF2B5EF4-FFF2-40B4-BE49-F238E27FC236}">
                    <a16:creationId xmlns:a16="http://schemas.microsoft.com/office/drawing/2014/main" id="{06230F72-4394-4413-AF03-843676FDBA3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87" name="Graphic 86" descr="Close with solid fill">
              <a:extLst>
                <a:ext uri="{FF2B5EF4-FFF2-40B4-BE49-F238E27FC236}">
                  <a16:creationId xmlns:a16="http://schemas.microsoft.com/office/drawing/2014/main" id="{1B831779-A669-4371-8FD1-5066D9D69E1B}"/>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359990" y="3132474"/>
              <a:ext cx="100919" cy="100919"/>
            </a:xfrm>
            <a:prstGeom prst="rect">
              <a:avLst/>
            </a:prstGeom>
          </p:spPr>
        </p:pic>
        <p:pic>
          <p:nvPicPr>
            <p:cNvPr id="92" name="Graphic 91" descr="Close with solid fill">
              <a:extLst>
                <a:ext uri="{FF2B5EF4-FFF2-40B4-BE49-F238E27FC236}">
                  <a16:creationId xmlns:a16="http://schemas.microsoft.com/office/drawing/2014/main" id="{208D0745-DE9A-4926-B866-2B1F3923CFF5}"/>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468758" y="3132474"/>
              <a:ext cx="100919" cy="100919"/>
            </a:xfrm>
            <a:prstGeom prst="rect">
              <a:avLst/>
            </a:prstGeom>
          </p:spPr>
        </p:pic>
        <p:pic>
          <p:nvPicPr>
            <p:cNvPr id="93" name="Graphic 92" descr="Close with solid fill">
              <a:extLst>
                <a:ext uri="{FF2B5EF4-FFF2-40B4-BE49-F238E27FC236}">
                  <a16:creationId xmlns:a16="http://schemas.microsoft.com/office/drawing/2014/main" id="{87D9F2AF-BA2B-48D6-B3AE-AF75E4624241}"/>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572765" y="3132473"/>
              <a:ext cx="100919" cy="100919"/>
            </a:xfrm>
            <a:prstGeom prst="rect">
              <a:avLst/>
            </a:prstGeom>
          </p:spPr>
        </p:pic>
        <p:pic>
          <p:nvPicPr>
            <p:cNvPr id="94" name="Graphic 93" descr="Close with solid fill">
              <a:extLst>
                <a:ext uri="{FF2B5EF4-FFF2-40B4-BE49-F238E27FC236}">
                  <a16:creationId xmlns:a16="http://schemas.microsoft.com/office/drawing/2014/main" id="{AD967705-7CEE-4D01-818A-5D9A6396C5F5}"/>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679153" y="3132472"/>
              <a:ext cx="100919" cy="100919"/>
            </a:xfrm>
            <a:prstGeom prst="rect">
              <a:avLst/>
            </a:prstGeom>
          </p:spPr>
        </p:pic>
        <p:pic>
          <p:nvPicPr>
            <p:cNvPr id="95" name="Graphic 94" descr="Close with solid fill">
              <a:extLst>
                <a:ext uri="{FF2B5EF4-FFF2-40B4-BE49-F238E27FC236}">
                  <a16:creationId xmlns:a16="http://schemas.microsoft.com/office/drawing/2014/main" id="{0FCA396B-0DD6-4260-93CF-050A3D8C1C8D}"/>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785541" y="3132471"/>
              <a:ext cx="100919" cy="100919"/>
            </a:xfrm>
            <a:prstGeom prst="rect">
              <a:avLst/>
            </a:prstGeom>
          </p:spPr>
        </p:pic>
        <p:pic>
          <p:nvPicPr>
            <p:cNvPr id="96" name="Graphic 95" descr="Close with solid fill">
              <a:extLst>
                <a:ext uri="{FF2B5EF4-FFF2-40B4-BE49-F238E27FC236}">
                  <a16:creationId xmlns:a16="http://schemas.microsoft.com/office/drawing/2014/main" id="{E0B2C6CF-0507-414F-943B-3C7AE47177D1}"/>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891929" y="3132470"/>
              <a:ext cx="100919" cy="100919"/>
            </a:xfrm>
            <a:prstGeom prst="rect">
              <a:avLst/>
            </a:prstGeom>
          </p:spPr>
        </p:pic>
        <p:pic>
          <p:nvPicPr>
            <p:cNvPr id="97" name="Graphic 96" descr="Close with solid fill">
              <a:extLst>
                <a:ext uri="{FF2B5EF4-FFF2-40B4-BE49-F238E27FC236}">
                  <a16:creationId xmlns:a16="http://schemas.microsoft.com/office/drawing/2014/main" id="{2C279900-FF81-4B6D-BB80-0EBCB6DD7DF9}"/>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2998317" y="3132469"/>
              <a:ext cx="100919" cy="100919"/>
            </a:xfrm>
            <a:prstGeom prst="rect">
              <a:avLst/>
            </a:prstGeom>
          </p:spPr>
        </p:pic>
        <p:pic>
          <p:nvPicPr>
            <p:cNvPr id="98" name="Graphic 97" descr="Close with solid fill">
              <a:extLst>
                <a:ext uri="{FF2B5EF4-FFF2-40B4-BE49-F238E27FC236}">
                  <a16:creationId xmlns:a16="http://schemas.microsoft.com/office/drawing/2014/main" id="{517BE42C-F070-4880-9C4E-2C57CE4FE9DB}"/>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3104705" y="3132468"/>
              <a:ext cx="100919" cy="100919"/>
            </a:xfrm>
            <a:prstGeom prst="rect">
              <a:avLst/>
            </a:prstGeom>
          </p:spPr>
        </p:pic>
        <p:pic>
          <p:nvPicPr>
            <p:cNvPr id="99" name="Graphic 98" descr="Close with solid fill">
              <a:extLst>
                <a:ext uri="{FF2B5EF4-FFF2-40B4-BE49-F238E27FC236}">
                  <a16:creationId xmlns:a16="http://schemas.microsoft.com/office/drawing/2014/main" id="{35D3858B-63CC-4BA2-8F51-0C58B32C186A}"/>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3211093" y="3132467"/>
              <a:ext cx="100919" cy="100919"/>
            </a:xfrm>
            <a:prstGeom prst="rect">
              <a:avLst/>
            </a:prstGeom>
          </p:spPr>
        </p:pic>
        <p:pic>
          <p:nvPicPr>
            <p:cNvPr id="100" name="Graphic 99" descr="Close with solid fill">
              <a:extLst>
                <a:ext uri="{FF2B5EF4-FFF2-40B4-BE49-F238E27FC236}">
                  <a16:creationId xmlns:a16="http://schemas.microsoft.com/office/drawing/2014/main" id="{EF3F9163-C2B0-4D5D-B619-BF25796659B4}"/>
                </a:ext>
              </a:extLst>
            </p:cNvPr>
            <p:cNvPicPr>
              <a:picLocks noChangeAspect="1"/>
            </p:cNvPicPr>
            <p:nvPr/>
          </p:nvPicPr>
          <p:blipFill>
            <a:blip r:embed="rId69">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13317481" y="3132466"/>
              <a:ext cx="100919" cy="100919"/>
            </a:xfrm>
            <a:prstGeom prst="rect">
              <a:avLst/>
            </a:prstGeom>
          </p:spPr>
        </p:pic>
      </p:grpSp>
      <p:pic>
        <p:nvPicPr>
          <p:cNvPr id="82" name="SPG Commodity Insights Colorful Small">
            <a:extLst>
              <a:ext uri="{FF2B5EF4-FFF2-40B4-BE49-F238E27FC236}">
                <a16:creationId xmlns:a16="http://schemas.microsoft.com/office/drawing/2014/main" id="{1537D3B7-75E0-4E22-8B20-CB434306778D}"/>
              </a:ext>
            </a:extLst>
          </p:cNvPr>
          <p:cNvPicPr>
            <a:picLocks noChangeAspect="1"/>
          </p:cNvPicPr>
          <p:nvPr/>
        </p:nvPicPr>
        <p:blipFill>
          <a:blip r:embed="rId71">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2026968262"/>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775" r:id="rId39"/>
    <p:sldLayoutId id="2147483776" r:id="rId40"/>
    <p:sldLayoutId id="2147483777" r:id="rId41"/>
    <p:sldLayoutId id="2147483778" r:id="rId42"/>
    <p:sldLayoutId id="2147483779" r:id="rId43"/>
    <p:sldLayoutId id="2147483780" r:id="rId44"/>
    <p:sldLayoutId id="2147483781" r:id="rId45"/>
    <p:sldLayoutId id="2147483782" r:id="rId46"/>
    <p:sldLayoutId id="2147483783" r:id="rId47"/>
    <p:sldLayoutId id="2147483784" r:id="rId48"/>
    <p:sldLayoutId id="2147483785" r:id="rId49"/>
    <p:sldLayoutId id="2147483786" r:id="rId50"/>
    <p:sldLayoutId id="2147483787" r:id="rId51"/>
    <p:sldLayoutId id="2147483788" r:id="rId52"/>
    <p:sldLayoutId id="2147483789" r:id="rId53"/>
    <p:sldLayoutId id="2147483790" r:id="rId54"/>
    <p:sldLayoutId id="2147483791" r:id="rId55"/>
    <p:sldLayoutId id="2147483792" r:id="rId56"/>
    <p:sldLayoutId id="2147483793" r:id="rId57"/>
    <p:sldLayoutId id="2147483794" r:id="rId58"/>
    <p:sldLayoutId id="2147483795" r:id="rId59"/>
    <p:sldLayoutId id="2147483796" r:id="rId60"/>
    <p:sldLayoutId id="2147483797" r:id="rId61"/>
    <p:sldLayoutId id="2147483798" r:id="rId62"/>
    <p:sldLayoutId id="2147483799" r:id="rId63"/>
    <p:sldLayoutId id="2147483800" r:id="rId64"/>
    <p:sldLayoutId id="2147483801" r:id="rId65"/>
    <p:sldLayoutId id="2147483802" r:id="rId66"/>
  </p:sldLayoutIdLst>
  <p:hf hdr="0" ftr="0" dt="0"/>
  <p:txStyles>
    <p:titleStyle>
      <a:lvl1pPr algn="l" defTabSz="685800" rtl="0" eaLnBrk="1" latinLnBrk="0" hangingPunct="1">
        <a:lnSpc>
          <a:spcPct val="90000"/>
        </a:lnSpc>
        <a:spcBef>
          <a:spcPct val="0"/>
        </a:spcBef>
        <a:buNone/>
        <a:defRPr sz="1800" kern="1200">
          <a:solidFill>
            <a:schemeClr val="tx1"/>
          </a:solidFill>
          <a:latin typeface="+mj-lt"/>
          <a:ea typeface="+mj-ea"/>
          <a:cs typeface="+mj-cs"/>
        </a:defRPr>
      </a:lvl1pPr>
    </p:titleStyle>
    <p:bodyStyle>
      <a:lvl1pPr marL="127397" indent="-127397" algn="l" defTabSz="685800" rtl="0" eaLnBrk="1" latinLnBrk="0" hangingPunct="1">
        <a:lnSpc>
          <a:spcPct val="90000"/>
        </a:lnSpc>
        <a:spcBef>
          <a:spcPts val="750"/>
        </a:spcBef>
        <a:buFont typeface="Arial" panose="020B0604020202020204" pitchFamily="34" charset="0"/>
        <a:buChar char="•"/>
        <a:defRPr sz="1200" kern="1200">
          <a:solidFill>
            <a:schemeClr val="tx1"/>
          </a:solidFill>
          <a:latin typeface="+mn-lt"/>
          <a:ea typeface="+mn-ea"/>
          <a:cs typeface="+mn-cs"/>
        </a:defRPr>
      </a:lvl1pPr>
      <a:lvl2pPr marL="255985" indent="-128588"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2pPr>
      <a:lvl3pPr marL="388144" indent="-132160" algn="l" defTabSz="685800" rtl="0" eaLnBrk="1" latinLnBrk="0" hangingPunct="1">
        <a:lnSpc>
          <a:spcPct val="90000"/>
        </a:lnSpc>
        <a:spcBef>
          <a:spcPts val="375"/>
        </a:spcBef>
        <a:buFont typeface="Arial" panose="020B0604020202020204" pitchFamily="34" charset="0"/>
        <a:buChar char="•"/>
        <a:tabLst/>
        <a:defRPr sz="1200" kern="1200">
          <a:solidFill>
            <a:schemeClr val="tx1"/>
          </a:solidFill>
          <a:latin typeface="+mn-lt"/>
          <a:ea typeface="+mn-ea"/>
          <a:cs typeface="+mn-cs"/>
        </a:defRPr>
      </a:lvl3pPr>
      <a:lvl4pPr marL="515541" indent="-127397"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685800" indent="-17026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p15:clr>
            <a:srgbClr val="A4A3A4"/>
          </p15:clr>
        </p15:guide>
        <p15:guide id="6" pos="7329">
          <p15:clr>
            <a:srgbClr val="F26B43"/>
          </p15:clr>
        </p15:guide>
        <p15:guide id="9" orient="horz" pos="408">
          <p15:clr>
            <a:srgbClr val="F26B43"/>
          </p15:clr>
        </p15:guide>
        <p15:guide id="12" orient="horz" pos="3909">
          <p15:clr>
            <a:srgbClr val="F26B43"/>
          </p15:clr>
        </p15:guide>
        <p15:guide id="14" orient="horz" pos="818">
          <p15:clr>
            <a:srgbClr val="FBAE40"/>
          </p15:clr>
        </p15:guide>
        <p15:guide id="19" pos="3512">
          <p15:clr>
            <a:srgbClr val="FBAE40"/>
          </p15:clr>
        </p15:guide>
        <p15:guide id="20" pos="4162">
          <p15:clr>
            <a:srgbClr val="FBAE40"/>
          </p15:clr>
        </p15:guide>
        <p15:guide id="21" pos="351">
          <p15:clr>
            <a:srgbClr val="F26B43"/>
          </p15:clr>
        </p15:guide>
        <p15:guide id="22" pos="288">
          <p15:clr>
            <a:srgbClr val="F26B43"/>
          </p15:clr>
        </p15:guide>
        <p15:guide id="23" pos="5472">
          <p15:clr>
            <a:srgbClr val="F26B43"/>
          </p15:clr>
        </p15:guide>
        <p15:guide id="24" orient="horz" pos="606">
          <p15:clr>
            <a:srgbClr val="F26B43"/>
          </p15:clr>
        </p15:guide>
        <p15:guide id="25" orient="horz" pos="1187">
          <p15:clr>
            <a:srgbClr val="F26B43"/>
          </p15:clr>
        </p15:guide>
        <p15:guide id="26" orient="horz" pos="3828">
          <p15:clr>
            <a:srgbClr val="F26B43"/>
          </p15:clr>
        </p15:guide>
        <p15:guide id="27" orient="horz" pos="88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4" name="Group 143">
            <a:extLst>
              <a:ext uri="{FF2B5EF4-FFF2-40B4-BE49-F238E27FC236}">
                <a16:creationId xmlns:a16="http://schemas.microsoft.com/office/drawing/2014/main" id="{8B53055D-29D5-4FE1-BE64-E17CAF363092}"/>
              </a:ext>
            </a:extLst>
          </p:cNvPr>
          <p:cNvGrpSpPr/>
          <p:nvPr/>
        </p:nvGrpSpPr>
        <p:grpSpPr>
          <a:xfrm>
            <a:off x="9144747" y="647701"/>
            <a:ext cx="104748" cy="5046663"/>
            <a:chOff x="12192996" y="647700"/>
            <a:chExt cx="139664" cy="5046663"/>
          </a:xfrm>
        </p:grpSpPr>
        <p:cxnSp>
          <p:nvCxnSpPr>
            <p:cNvPr id="143" name="Straight Connector 142">
              <a:extLst>
                <a:ext uri="{FF2B5EF4-FFF2-40B4-BE49-F238E27FC236}">
                  <a16:creationId xmlns:a16="http://schemas.microsoft.com/office/drawing/2014/main" id="{4239ECE5-FA9C-4670-87F6-C0D934E9AAE7}"/>
                </a:ext>
              </a:extLst>
            </p:cNvPr>
            <p:cNvCxnSpPr/>
            <p:nvPr/>
          </p:nvCxnSpPr>
          <p:spPr>
            <a:xfrm>
              <a:off x="12192996"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9D1EA425-A7BD-47A4-B2D5-16D157827594}"/>
                </a:ext>
              </a:extLst>
            </p:cNvPr>
            <p:cNvGrpSpPr/>
            <p:nvPr/>
          </p:nvGrpSpPr>
          <p:grpSpPr>
            <a:xfrm>
              <a:off x="12202508" y="647700"/>
              <a:ext cx="130152" cy="5046663"/>
              <a:chOff x="12202508" y="647700"/>
              <a:chExt cx="130152" cy="5046663"/>
            </a:xfrm>
          </p:grpSpPr>
          <p:cxnSp>
            <p:nvCxnSpPr>
              <p:cNvPr id="59" name="Straight Connector 58">
                <a:extLst>
                  <a:ext uri="{FF2B5EF4-FFF2-40B4-BE49-F238E27FC236}">
                    <a16:creationId xmlns:a16="http://schemas.microsoft.com/office/drawing/2014/main" id="{7D274501-4E1B-4808-B24A-1DD2E90B8BE3}"/>
                  </a:ext>
                </a:extLst>
              </p:cNvPr>
              <p:cNvCxnSpPr/>
              <p:nvPr/>
            </p:nvCxnSpPr>
            <p:spPr>
              <a:xfrm>
                <a:off x="12202508"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FC8E6B1F-3105-4A91-B970-D589ADB77A85}"/>
                  </a:ext>
                </a:extLst>
              </p:cNvPr>
              <p:cNvCxnSpPr/>
              <p:nvPr/>
            </p:nvCxnSpPr>
            <p:spPr>
              <a:xfrm>
                <a:off x="12202508"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CB44A62-3176-45B3-B8F1-13B68150156C}"/>
                  </a:ext>
                </a:extLst>
              </p:cNvPr>
              <p:cNvCxnSpPr/>
              <p:nvPr/>
            </p:nvCxnSpPr>
            <p:spPr>
              <a:xfrm>
                <a:off x="12202508"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3F9198C-0474-411B-B709-BB380C249BDA}"/>
                  </a:ext>
                </a:extLst>
              </p:cNvPr>
              <p:cNvCxnSpPr/>
              <p:nvPr/>
            </p:nvCxnSpPr>
            <p:spPr>
              <a:xfrm>
                <a:off x="12202508"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E22D08E-6812-4F78-A644-C1C379E1CB6A}"/>
                  </a:ext>
                </a:extLst>
              </p:cNvPr>
              <p:cNvCxnSpPr/>
              <p:nvPr/>
            </p:nvCxnSpPr>
            <p:spPr>
              <a:xfrm>
                <a:off x="12202508"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425280" y="651300"/>
            <a:ext cx="8297032" cy="648111"/>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425279" y="1622631"/>
            <a:ext cx="8298180" cy="4585665"/>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721359" y="6403792"/>
            <a:ext cx="1852439" cy="214805"/>
          </a:xfrm>
          <a:prstGeom prst="rect">
            <a:avLst/>
          </a:prstGeom>
        </p:spPr>
        <p:txBody>
          <a:bodyPr vert="horz" lIns="0" tIns="0" rIns="0" bIns="0" rtlCol="0" anchor="ctr"/>
          <a:lstStyle>
            <a:lvl1pPr algn="l">
              <a:defRPr sz="675">
                <a:solidFill>
                  <a:schemeClr val="tx1"/>
                </a:solidFill>
              </a:defRPr>
            </a:lvl1pPr>
          </a:lstStyle>
          <a:p>
            <a:fld id="{741705B8-0135-4861-9438-C6F1E3D9C470}" type="datetime4">
              <a:rPr lang="en-US" smtClean="0"/>
              <a:t>August 13, 2025</a:t>
            </a:fld>
            <a:endParaRPr lang="en-US"/>
          </a:p>
        </p:txBody>
      </p:sp>
      <p:sp>
        <p:nvSpPr>
          <p:cNvPr id="5" name="Footer Placeholder 4"/>
          <p:cNvSpPr>
            <a:spLocks noGrp="1"/>
          </p:cNvSpPr>
          <p:nvPr>
            <p:ph type="ftr" sz="quarter" idx="3"/>
          </p:nvPr>
        </p:nvSpPr>
        <p:spPr>
          <a:xfrm>
            <a:off x="4627538" y="6403792"/>
            <a:ext cx="3756197" cy="214805"/>
          </a:xfrm>
          <a:prstGeom prst="rect">
            <a:avLst/>
          </a:prstGeom>
        </p:spPr>
        <p:txBody>
          <a:bodyPr vert="horz" lIns="0" tIns="0" rIns="0" bIns="0" rtlCol="0" anchor="ctr"/>
          <a:lstStyle>
            <a:lvl1pPr algn="r">
              <a:defRPr sz="675">
                <a:solidFill>
                  <a:schemeClr val="tx1"/>
                </a:solidFill>
              </a:defRPr>
            </a:lvl1pPr>
          </a:lstStyle>
          <a:p>
            <a:r>
              <a:rPr lang="en-US"/>
              <a:t>S&amp;P Global Commodity Insights – Internal Use Only</a:t>
            </a:r>
          </a:p>
        </p:txBody>
      </p:sp>
      <p:sp>
        <p:nvSpPr>
          <p:cNvPr id="6" name="Slide Number Placeholder 5"/>
          <p:cNvSpPr>
            <a:spLocks noGrp="1"/>
          </p:cNvSpPr>
          <p:nvPr>
            <p:ph type="sldNum" sz="quarter" idx="4"/>
          </p:nvPr>
        </p:nvSpPr>
        <p:spPr>
          <a:xfrm>
            <a:off x="8407384" y="6403791"/>
            <a:ext cx="316487" cy="214804"/>
          </a:xfrm>
          <a:prstGeom prst="rect">
            <a:avLst/>
          </a:prstGeom>
        </p:spPr>
        <p:txBody>
          <a:bodyPr vert="horz" lIns="0" tIns="0" rIns="0" bIns="0" rtlCol="0" anchor="ctr"/>
          <a:lstStyle>
            <a:lvl1pPr algn="r">
              <a:defRPr sz="675">
                <a:solidFill>
                  <a:schemeClr val="tx1"/>
                </a:solidFill>
              </a:defRPr>
            </a:lvl1pPr>
          </a:lstStyle>
          <a:p>
            <a:fld id="{4704619B-9823-F845-874B-2390AC991BC7}" type="slidenum">
              <a:rPr lang="en-US" smtClean="0"/>
              <a:pPr/>
              <a:t>‹#›</a:t>
            </a:fld>
            <a:endParaRPr lang="en-US" dirty="0"/>
          </a:p>
        </p:txBody>
      </p:sp>
      <p:cxnSp>
        <p:nvCxnSpPr>
          <p:cNvPr id="22" name="Straight Connector 21">
            <a:extLst>
              <a:ext uri="{FF2B5EF4-FFF2-40B4-BE49-F238E27FC236}">
                <a16:creationId xmlns:a16="http://schemas.microsoft.com/office/drawing/2014/main" id="{F8CC70A6-20E9-484F-A6D8-8AC9F5A99694}"/>
              </a:ext>
            </a:extLst>
          </p:cNvPr>
          <p:cNvCxnSpPr/>
          <p:nvPr/>
        </p:nvCxnSpPr>
        <p:spPr>
          <a:xfrm>
            <a:off x="-296716"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26C736-25F9-4471-B9E2-7FDAD4B0C0F7}"/>
              </a:ext>
            </a:extLst>
          </p:cNvPr>
          <p:cNvCxnSpPr/>
          <p:nvPr/>
        </p:nvCxnSpPr>
        <p:spPr>
          <a:xfrm>
            <a:off x="9144000" y="6209536"/>
            <a:ext cx="296716"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FA59E5F-121F-4882-AD04-A65D6DB42A46}"/>
              </a:ext>
            </a:extLst>
          </p:cNvPr>
          <p:cNvSpPr txBox="1"/>
          <p:nvPr/>
        </p:nvSpPr>
        <p:spPr>
          <a:xfrm>
            <a:off x="9215268" y="6093489"/>
            <a:ext cx="927136" cy="142555"/>
          </a:xfrm>
          <a:prstGeom prst="rect">
            <a:avLst/>
          </a:prstGeom>
          <a:noFill/>
        </p:spPr>
        <p:txBody>
          <a:bodyPr wrap="square" lIns="0" tIns="0" rIns="0" bIns="0" rtlCol="0">
            <a:noAutofit/>
          </a:bodyPr>
          <a:lstStyle/>
          <a:p>
            <a:pPr algn="l"/>
            <a:r>
              <a:rPr lang="en-US" sz="525">
                <a:solidFill>
                  <a:schemeClr val="bg2">
                    <a:lumMod val="50000"/>
                  </a:schemeClr>
                </a:solidFill>
                <a:latin typeface="+mn-lt"/>
              </a:rPr>
              <a:t>No content below the line</a:t>
            </a:r>
          </a:p>
        </p:txBody>
      </p:sp>
      <p:sp>
        <p:nvSpPr>
          <p:cNvPr id="25" name="TextBox 24">
            <a:extLst>
              <a:ext uri="{FF2B5EF4-FFF2-40B4-BE49-F238E27FC236}">
                <a16:creationId xmlns:a16="http://schemas.microsoft.com/office/drawing/2014/main" id="{924EB760-7DB9-4158-8A20-E30A256A1D62}"/>
              </a:ext>
            </a:extLst>
          </p:cNvPr>
          <p:cNvSpPr txBox="1"/>
          <p:nvPr/>
        </p:nvSpPr>
        <p:spPr>
          <a:xfrm>
            <a:off x="-871709" y="6084780"/>
            <a:ext cx="811752" cy="142555"/>
          </a:xfrm>
          <a:prstGeom prst="rect">
            <a:avLst/>
          </a:prstGeom>
          <a:noFill/>
        </p:spPr>
        <p:txBody>
          <a:bodyPr wrap="square" lIns="0" tIns="0" rIns="0" bIns="0" rtlCol="0">
            <a:noAutofit/>
          </a:bodyPr>
          <a:lstStyle/>
          <a:p>
            <a:pPr algn="r"/>
            <a:r>
              <a:rPr lang="en-US" sz="525">
                <a:solidFill>
                  <a:schemeClr val="bg2">
                    <a:lumMod val="50000"/>
                  </a:schemeClr>
                </a:solidFill>
                <a:latin typeface="+mn-lt"/>
              </a:rPr>
              <a:t>No content below the line</a:t>
            </a:r>
          </a:p>
        </p:txBody>
      </p:sp>
      <p:grpSp>
        <p:nvGrpSpPr>
          <p:cNvPr id="145" name="Group 144">
            <a:extLst>
              <a:ext uri="{FF2B5EF4-FFF2-40B4-BE49-F238E27FC236}">
                <a16:creationId xmlns:a16="http://schemas.microsoft.com/office/drawing/2014/main" id="{CB39B6C1-8002-4F75-B7FC-EDAA23A0F76B}"/>
              </a:ext>
            </a:extLst>
          </p:cNvPr>
          <p:cNvGrpSpPr/>
          <p:nvPr/>
        </p:nvGrpSpPr>
        <p:grpSpPr>
          <a:xfrm>
            <a:off x="-97614" y="647701"/>
            <a:ext cx="97614" cy="5046663"/>
            <a:chOff x="-130152" y="647700"/>
            <a:chExt cx="130152" cy="5046663"/>
          </a:xfrm>
        </p:grpSpPr>
        <p:cxnSp>
          <p:nvCxnSpPr>
            <p:cNvPr id="53" name="Straight Connector 52">
              <a:extLst>
                <a:ext uri="{FF2B5EF4-FFF2-40B4-BE49-F238E27FC236}">
                  <a16:creationId xmlns:a16="http://schemas.microsoft.com/office/drawing/2014/main" id="{E3A10AFA-0D6D-43FA-9041-F48F1EDAEE3C}"/>
                </a:ext>
              </a:extLst>
            </p:cNvPr>
            <p:cNvCxnSpPr/>
            <p:nvPr/>
          </p:nvCxnSpPr>
          <p:spPr>
            <a:xfrm>
              <a:off x="-130152" y="5694363"/>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5406A10-0F3B-4C6E-BB94-300915DB02B5}"/>
                </a:ext>
              </a:extLst>
            </p:cNvPr>
            <p:cNvCxnSpPr/>
            <p:nvPr/>
          </p:nvCxnSpPr>
          <p:spPr>
            <a:xfrm>
              <a:off x="-130152" y="261801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B54C7B1-605E-4788-A9E2-5192021613D6}"/>
                </a:ext>
              </a:extLst>
            </p:cNvPr>
            <p:cNvCxnSpPr/>
            <p:nvPr/>
          </p:nvCxnSpPr>
          <p:spPr>
            <a:xfrm>
              <a:off x="-130152" y="1954558"/>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6BF6F6D6-1AD2-4BB1-ABE1-A1E2DADB16B8}"/>
                </a:ext>
              </a:extLst>
            </p:cNvPr>
            <p:cNvCxnSpPr/>
            <p:nvPr/>
          </p:nvCxnSpPr>
          <p:spPr>
            <a:xfrm>
              <a:off x="-130152" y="1299411"/>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3725CBF-16E5-4686-95FC-61EDD7BAA222}"/>
                </a:ext>
              </a:extLst>
            </p:cNvPr>
            <p:cNvCxnSpPr/>
            <p:nvPr/>
          </p:nvCxnSpPr>
          <p:spPr>
            <a:xfrm>
              <a:off x="-130152" y="64770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9F14B1D6-A02F-4F63-8B42-6490CB75FEED}"/>
                </a:ext>
              </a:extLst>
            </p:cNvPr>
            <p:cNvCxnSpPr/>
            <p:nvPr/>
          </p:nvCxnSpPr>
          <p:spPr>
            <a:xfrm>
              <a:off x="-130152" y="1622630"/>
              <a:ext cx="130152" cy="0"/>
            </a:xfrm>
            <a:prstGeom prst="line">
              <a:avLst/>
            </a:prstGeom>
            <a:ln w="3175" cap="flat" cmpd="sng" algn="ctr">
              <a:solidFill>
                <a:srgbClr val="C2C4C3"/>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4" name="Straight Connector 63">
            <a:extLst>
              <a:ext uri="{FF2B5EF4-FFF2-40B4-BE49-F238E27FC236}">
                <a16:creationId xmlns:a16="http://schemas.microsoft.com/office/drawing/2014/main" id="{44C75B12-814D-46B5-AC2A-CF6E825BD2A6}"/>
              </a:ext>
            </a:extLst>
          </p:cNvPr>
          <p:cNvCxnSpPr>
            <a:cxnSpLocks/>
          </p:cNvCxnSpPr>
          <p:nvPr/>
        </p:nvCxnSpPr>
        <p:spPr>
          <a:xfrm rot="16200000">
            <a:off x="4116399"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3196D04-0548-4EFC-84ED-EC48273BDB1F}"/>
              </a:ext>
            </a:extLst>
          </p:cNvPr>
          <p:cNvCxnSpPr>
            <a:cxnSpLocks/>
          </p:cNvCxnSpPr>
          <p:nvPr/>
        </p:nvCxnSpPr>
        <p:spPr>
          <a:xfrm rot="16200000">
            <a:off x="4890305" y="-95347"/>
            <a:ext cx="130152" cy="0"/>
          </a:xfrm>
          <a:prstGeom prst="line">
            <a:avLst/>
          </a:prstGeom>
          <a:ln w="3175">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4CDAEB47-98C9-4B0C-95C2-0EC29C2061ED}"/>
              </a:ext>
            </a:extLst>
          </p:cNvPr>
          <p:cNvGrpSpPr/>
          <p:nvPr/>
        </p:nvGrpSpPr>
        <p:grpSpPr>
          <a:xfrm>
            <a:off x="-994" y="6871034"/>
            <a:ext cx="9144000" cy="143299"/>
            <a:chOff x="-1325" y="6871033"/>
            <a:chExt cx="12192000" cy="143299"/>
          </a:xfrm>
        </p:grpSpPr>
        <p:sp>
          <p:nvSpPr>
            <p:cNvPr id="26" name="Rectangle 25">
              <a:extLst>
                <a:ext uri="{FF2B5EF4-FFF2-40B4-BE49-F238E27FC236}">
                  <a16:creationId xmlns:a16="http://schemas.microsoft.com/office/drawing/2014/main" id="{E605001D-9AEE-4D97-B1CD-2703613BD583}"/>
                </a:ext>
              </a:extLst>
            </p:cNvPr>
            <p:cNvSpPr/>
            <p:nvPr/>
          </p:nvSpPr>
          <p:spPr>
            <a:xfrm>
              <a:off x="-1325" y="6871033"/>
              <a:ext cx="12192000" cy="143299"/>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r"/>
              <a:r>
                <a:rPr lang="en-US" sz="450" b="0" baseline="0">
                  <a:solidFill>
                    <a:srgbClr val="000000"/>
                  </a:solidFill>
                </a:rPr>
                <a:t>Default Footer text on all slides is “S&amp;P Global Commodity Insights – Internal Use Only” </a:t>
              </a:r>
              <a:r>
                <a:rPr lang="en-US" sz="450" b="1" baseline="0">
                  <a:solidFill>
                    <a:srgbClr val="000000"/>
                  </a:solidFill>
                </a:rPr>
                <a:t>– to change / remove use </a:t>
              </a:r>
              <a:r>
                <a:rPr lang="en-US" sz="450" baseline="0">
                  <a:solidFill>
                    <a:srgbClr val="000000"/>
                  </a:solidFill>
                </a:rPr>
                <a:t>Insert Tab </a:t>
              </a:r>
              <a:r>
                <a:rPr lang="en-US" sz="450" baseline="0">
                  <a:solidFill>
                    <a:srgbClr val="000000"/>
                  </a:solidFill>
                  <a:sym typeface="Wingdings 3" panose="05040102010807070707" pitchFamily="18" charset="2"/>
                </a:rPr>
                <a:t> Header &amp; Footer Enter / change text  Click Apply All. </a:t>
              </a:r>
              <a:endParaRPr lang="en-US" sz="450" baseline="0">
                <a:solidFill>
                  <a:srgbClr val="000000"/>
                </a:solidFill>
              </a:endParaRPr>
            </a:p>
          </p:txBody>
        </p:sp>
        <p:sp>
          <p:nvSpPr>
            <p:cNvPr id="66" name="Rectangle 65">
              <a:extLst>
                <a:ext uri="{FF2B5EF4-FFF2-40B4-BE49-F238E27FC236}">
                  <a16:creationId xmlns:a16="http://schemas.microsoft.com/office/drawing/2014/main" id="{1B9E2804-C808-4357-85E3-7E72AE20E804}"/>
                </a:ext>
              </a:extLst>
            </p:cNvPr>
            <p:cNvSpPr/>
            <p:nvPr/>
          </p:nvSpPr>
          <p:spPr>
            <a:xfrm>
              <a:off x="-1325" y="6871033"/>
              <a:ext cx="6477571" cy="1432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l"/>
              <a:r>
                <a:rPr lang="en-US" sz="450" b="0" baseline="0">
                  <a:solidFill>
                    <a:srgbClr val="000000"/>
                  </a:solidFill>
                </a:rPr>
                <a:t>Always copy slides into a new presentation using </a:t>
              </a:r>
              <a:r>
                <a:rPr lang="en-US" sz="450" b="1" baseline="0">
                  <a:solidFill>
                    <a:srgbClr val="000000"/>
                  </a:solidFill>
                </a:rPr>
                <a:t>Paste Options / Paste  Special </a:t>
              </a:r>
              <a:r>
                <a:rPr lang="en-US" sz="450" b="1" baseline="0">
                  <a:solidFill>
                    <a:srgbClr val="000000"/>
                  </a:solidFill>
                  <a:sym typeface="Wingdings 3" panose="05040102010807070707" pitchFamily="18" charset="2"/>
                </a:rPr>
                <a:t> Use Destination Theme</a:t>
              </a:r>
              <a:endParaRPr lang="en-US" sz="450" baseline="0">
                <a:solidFill>
                  <a:srgbClr val="000000"/>
                </a:solidFill>
              </a:endParaRPr>
            </a:p>
          </p:txBody>
        </p:sp>
      </p:grpSp>
      <p:sp>
        <p:nvSpPr>
          <p:cNvPr id="67" name="Rectangle 66">
            <a:extLst>
              <a:ext uri="{FF2B5EF4-FFF2-40B4-BE49-F238E27FC236}">
                <a16:creationId xmlns:a16="http://schemas.microsoft.com/office/drawing/2014/main" id="{D1B8713C-445E-4C83-92F1-E19C8C10D52A}"/>
              </a:ext>
            </a:extLst>
          </p:cNvPr>
          <p:cNvSpPr/>
          <p:nvPr/>
        </p:nvSpPr>
        <p:spPr>
          <a:xfrm>
            <a:off x="-1014362" y="-10546"/>
            <a:ext cx="954405" cy="97095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endParaRPr lang="en-US" sz="600">
              <a:solidFill>
                <a:srgbClr val="000000"/>
              </a:solidFill>
            </a:endParaRPr>
          </a:p>
        </p:txBody>
      </p:sp>
      <p:sp>
        <p:nvSpPr>
          <p:cNvPr id="68" name="Rectangle 67">
            <a:extLst>
              <a:ext uri="{FF2B5EF4-FFF2-40B4-BE49-F238E27FC236}">
                <a16:creationId xmlns:a16="http://schemas.microsoft.com/office/drawing/2014/main" id="{E4BEDC11-C1A2-4363-AD61-124751DC85FF}"/>
              </a:ext>
            </a:extLst>
          </p:cNvPr>
          <p:cNvSpPr/>
          <p:nvPr/>
        </p:nvSpPr>
        <p:spPr>
          <a:xfrm>
            <a:off x="9192986" y="-10546"/>
            <a:ext cx="954405" cy="970953"/>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t"/>
          <a:lstStyle/>
          <a:p>
            <a:pPr algn="l">
              <a:lnSpc>
                <a:spcPct val="90000"/>
              </a:lnSpc>
              <a:spcBef>
                <a:spcPts val="450"/>
              </a:spcBef>
            </a:pPr>
            <a:r>
              <a:rPr lang="en-US" sz="600">
                <a:solidFill>
                  <a:srgbClr val="000000"/>
                </a:solidFill>
              </a:rPr>
              <a:t>When adding colors, </a:t>
            </a:r>
            <a:r>
              <a:rPr lang="en-US" sz="600" b="1">
                <a:solidFill>
                  <a:srgbClr val="000000"/>
                </a:solidFill>
              </a:rPr>
              <a:t>don’t use the variants or the Standard Colors </a:t>
            </a:r>
            <a:r>
              <a:rPr lang="en-US" sz="600">
                <a:solidFill>
                  <a:srgbClr val="000000"/>
                </a:solidFill>
              </a:rPr>
              <a:t>of the Theme Colors. </a:t>
            </a:r>
          </a:p>
          <a:p>
            <a:pPr algn="l">
              <a:lnSpc>
                <a:spcPct val="90000"/>
              </a:lnSpc>
              <a:spcBef>
                <a:spcPts val="450"/>
              </a:spcBef>
            </a:pPr>
            <a:r>
              <a:rPr lang="en-US" sz="600">
                <a:solidFill>
                  <a:srgbClr val="000000"/>
                </a:solidFill>
              </a:rPr>
              <a:t>Only use the </a:t>
            </a:r>
            <a:r>
              <a:rPr lang="en-US" sz="600" b="1">
                <a:solidFill>
                  <a:srgbClr val="000000"/>
                </a:solidFill>
              </a:rPr>
              <a:t>Data Visualization colors </a:t>
            </a:r>
            <a:r>
              <a:rPr lang="en-US" sz="600">
                <a:solidFill>
                  <a:srgbClr val="000000"/>
                </a:solidFill>
              </a:rPr>
              <a:t>for charts. </a:t>
            </a:r>
          </a:p>
        </p:txBody>
      </p:sp>
      <p:grpSp>
        <p:nvGrpSpPr>
          <p:cNvPr id="69" name="Group 68">
            <a:extLst>
              <a:ext uri="{FF2B5EF4-FFF2-40B4-BE49-F238E27FC236}">
                <a16:creationId xmlns:a16="http://schemas.microsoft.com/office/drawing/2014/main" id="{E15ADA81-F289-451E-8271-81B1C7F9E9EF}"/>
              </a:ext>
            </a:extLst>
          </p:cNvPr>
          <p:cNvGrpSpPr/>
          <p:nvPr/>
        </p:nvGrpSpPr>
        <p:grpSpPr>
          <a:xfrm>
            <a:off x="9192986" y="1051487"/>
            <a:ext cx="954405" cy="3085386"/>
            <a:chOff x="12257314" y="1051487"/>
            <a:chExt cx="1272540" cy="3085386"/>
          </a:xfrm>
        </p:grpSpPr>
        <p:sp>
          <p:nvSpPr>
            <p:cNvPr id="70" name="Rectangle 69">
              <a:extLst>
                <a:ext uri="{FF2B5EF4-FFF2-40B4-BE49-F238E27FC236}">
                  <a16:creationId xmlns:a16="http://schemas.microsoft.com/office/drawing/2014/main" id="{1A4E92C5-8939-4B55-A84F-8B6C68F6A2FC}"/>
                </a:ext>
              </a:extLst>
            </p:cNvPr>
            <p:cNvSpPr/>
            <p:nvPr/>
          </p:nvSpPr>
          <p:spPr>
            <a:xfrm>
              <a:off x="12257314" y="1051487"/>
              <a:ext cx="1272540" cy="3085386"/>
            </a:xfrm>
            <a:prstGeom prst="rect">
              <a:avLst/>
            </a:prstGeom>
            <a:solidFill>
              <a:srgbClr val="DCDCDC"/>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algn="l">
                <a:lnSpc>
                  <a:spcPct val="90000"/>
                </a:lnSpc>
                <a:spcBef>
                  <a:spcPts val="450"/>
                </a:spcBef>
              </a:pPr>
              <a:endParaRPr lang="en-US" sz="600">
                <a:solidFill>
                  <a:schemeClr val="tx1"/>
                </a:solidFill>
              </a:endParaRPr>
            </a:p>
          </p:txBody>
        </p:sp>
        <p:sp>
          <p:nvSpPr>
            <p:cNvPr id="71" name="TextBox 70">
              <a:extLst>
                <a:ext uri="{FF2B5EF4-FFF2-40B4-BE49-F238E27FC236}">
                  <a16:creationId xmlns:a16="http://schemas.microsoft.com/office/drawing/2014/main" id="{EC1083AB-631D-4A3B-8771-C6B62512D456}"/>
                </a:ext>
              </a:extLst>
            </p:cNvPr>
            <p:cNvSpPr txBox="1"/>
            <p:nvPr/>
          </p:nvSpPr>
          <p:spPr>
            <a:xfrm>
              <a:off x="12494753" y="3360230"/>
              <a:ext cx="841983" cy="218137"/>
            </a:xfrm>
            <a:prstGeom prst="rect">
              <a:avLst/>
            </a:prstGeom>
            <a:noFill/>
          </p:spPr>
          <p:txBody>
            <a:bodyPr wrap="square" lIns="0" tIns="0" rIns="0" bIns="0" rtlCol="0">
              <a:spAutoFit/>
            </a:bodyPr>
            <a:lstStyle/>
            <a:p>
              <a:pPr algn="l">
                <a:lnSpc>
                  <a:spcPct val="90000"/>
                </a:lnSpc>
              </a:pPr>
              <a:r>
                <a:rPr lang="en-US" sz="525" b="1">
                  <a:solidFill>
                    <a:srgbClr val="000000"/>
                  </a:solidFill>
                </a:rPr>
                <a:t>Data Visualization colors in correct order. </a:t>
              </a:r>
            </a:p>
          </p:txBody>
        </p:sp>
        <p:sp>
          <p:nvSpPr>
            <p:cNvPr id="72" name="Freeform: Shape 71">
              <a:extLst>
                <a:ext uri="{FF2B5EF4-FFF2-40B4-BE49-F238E27FC236}">
                  <a16:creationId xmlns:a16="http://schemas.microsoft.com/office/drawing/2014/main" id="{FF86C41D-0758-43AE-A2D8-C6C2A9707FA7}"/>
                </a:ext>
              </a:extLst>
            </p:cNvPr>
            <p:cNvSpPr/>
            <p:nvPr/>
          </p:nvSpPr>
          <p:spPr>
            <a:xfrm>
              <a:off x="12292693" y="2388620"/>
              <a:ext cx="166007" cy="1012638"/>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3" name="TextBox 72">
              <a:extLst>
                <a:ext uri="{FF2B5EF4-FFF2-40B4-BE49-F238E27FC236}">
                  <a16:creationId xmlns:a16="http://schemas.microsoft.com/office/drawing/2014/main" id="{3DF0139A-E334-464F-A56C-5152A071597E}"/>
                </a:ext>
              </a:extLst>
            </p:cNvPr>
            <p:cNvSpPr txBox="1"/>
            <p:nvPr/>
          </p:nvSpPr>
          <p:spPr>
            <a:xfrm>
              <a:off x="12386052" y="1119751"/>
              <a:ext cx="1038123" cy="72712"/>
            </a:xfrm>
            <a:prstGeom prst="rect">
              <a:avLst/>
            </a:prstGeom>
            <a:noFill/>
          </p:spPr>
          <p:txBody>
            <a:bodyPr wrap="square" lIns="0" tIns="0" rIns="0" bIns="0" rtlCol="0">
              <a:spAutoFit/>
            </a:bodyPr>
            <a:lstStyle/>
            <a:p>
              <a:pPr algn="l">
                <a:lnSpc>
                  <a:spcPct val="90000"/>
                </a:lnSpc>
              </a:pPr>
              <a:r>
                <a:rPr lang="en-US" sz="525" b="1">
                  <a:solidFill>
                    <a:srgbClr val="000000"/>
                  </a:solidFill>
                </a:rPr>
                <a:t>Primary Brand Colors</a:t>
              </a:r>
              <a:endParaRPr lang="en-US" sz="525">
                <a:solidFill>
                  <a:srgbClr val="000000"/>
                </a:solidFill>
              </a:endParaRPr>
            </a:p>
          </p:txBody>
        </p:sp>
        <p:sp>
          <p:nvSpPr>
            <p:cNvPr id="74" name="Freeform: Shape 73">
              <a:extLst>
                <a:ext uri="{FF2B5EF4-FFF2-40B4-BE49-F238E27FC236}">
                  <a16:creationId xmlns:a16="http://schemas.microsoft.com/office/drawing/2014/main" id="{A932836E-03AE-4492-BB6B-F8FED4E71E87}"/>
                </a:ext>
              </a:extLst>
            </p:cNvPr>
            <p:cNvSpPr/>
            <p:nvPr/>
          </p:nvSpPr>
          <p:spPr>
            <a:xfrm flipH="1" flipV="1">
              <a:off x="13337378" y="1169084"/>
              <a:ext cx="130289" cy="364835"/>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 name="connsiteX0" fmla="*/ 95250 w 106476"/>
                <a:gd name="connsiteY0" fmla="*/ 0 h 579664"/>
                <a:gd name="connsiteX1" fmla="*/ 0 w 106476"/>
                <a:gd name="connsiteY1" fmla="*/ 0 h 579664"/>
                <a:gd name="connsiteX2" fmla="*/ 0 w 106476"/>
                <a:gd name="connsiteY2" fmla="*/ 579664 h 579664"/>
                <a:gd name="connsiteX3" fmla="*/ 106476 w 106476"/>
                <a:gd name="connsiteY3" fmla="*/ 579664 h 579664"/>
                <a:gd name="connsiteX0" fmla="*/ 95250 w 166008"/>
                <a:gd name="connsiteY0" fmla="*/ 0 h 587232"/>
                <a:gd name="connsiteX1" fmla="*/ 0 w 166008"/>
                <a:gd name="connsiteY1" fmla="*/ 0 h 587232"/>
                <a:gd name="connsiteX2" fmla="*/ 0 w 166008"/>
                <a:gd name="connsiteY2" fmla="*/ 579664 h 587232"/>
                <a:gd name="connsiteX3" fmla="*/ 166008 w 166008"/>
                <a:gd name="connsiteY3" fmla="*/ 587232 h 587232"/>
                <a:gd name="connsiteX0" fmla="*/ 95250 w 166008"/>
                <a:gd name="connsiteY0" fmla="*/ 0 h 579664"/>
                <a:gd name="connsiteX1" fmla="*/ 0 w 166008"/>
                <a:gd name="connsiteY1" fmla="*/ 0 h 579664"/>
                <a:gd name="connsiteX2" fmla="*/ 0 w 166008"/>
                <a:gd name="connsiteY2" fmla="*/ 579664 h 579664"/>
                <a:gd name="connsiteX3" fmla="*/ 166008 w 166008"/>
                <a:gd name="connsiteY3" fmla="*/ 579664 h 579664"/>
                <a:gd name="connsiteX0" fmla="*/ 95250 w 130289"/>
                <a:gd name="connsiteY0" fmla="*/ 0 h 579664"/>
                <a:gd name="connsiteX1" fmla="*/ 0 w 130289"/>
                <a:gd name="connsiteY1" fmla="*/ 0 h 579664"/>
                <a:gd name="connsiteX2" fmla="*/ 0 w 130289"/>
                <a:gd name="connsiteY2" fmla="*/ 579664 h 579664"/>
                <a:gd name="connsiteX3" fmla="*/ 130289 w 130289"/>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30289" h="579664">
                  <a:moveTo>
                    <a:pt x="95250" y="0"/>
                  </a:moveTo>
                  <a:lnTo>
                    <a:pt x="0" y="0"/>
                  </a:lnTo>
                  <a:lnTo>
                    <a:pt x="0" y="579664"/>
                  </a:lnTo>
                  <a:lnTo>
                    <a:pt x="130289"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5" name="Freeform: Shape 74">
              <a:extLst>
                <a:ext uri="{FF2B5EF4-FFF2-40B4-BE49-F238E27FC236}">
                  <a16:creationId xmlns:a16="http://schemas.microsoft.com/office/drawing/2014/main" id="{C7F708EF-F923-4A24-A6D7-4BCA3EA881C6}"/>
                </a:ext>
              </a:extLst>
            </p:cNvPr>
            <p:cNvSpPr/>
            <p:nvPr/>
          </p:nvSpPr>
          <p:spPr>
            <a:xfrm flipH="1">
              <a:off x="13304700" y="2605092"/>
              <a:ext cx="166007" cy="1168992"/>
            </a:xfrm>
            <a:custGeom>
              <a:avLst/>
              <a:gdLst>
                <a:gd name="connsiteX0" fmla="*/ 95250 w 103414"/>
                <a:gd name="connsiteY0" fmla="*/ 0 h 579664"/>
                <a:gd name="connsiteX1" fmla="*/ 0 w 103414"/>
                <a:gd name="connsiteY1" fmla="*/ 0 h 579664"/>
                <a:gd name="connsiteX2" fmla="*/ 0 w 103414"/>
                <a:gd name="connsiteY2" fmla="*/ 579664 h 579664"/>
                <a:gd name="connsiteX3" fmla="*/ 103414 w 103414"/>
                <a:gd name="connsiteY3" fmla="*/ 579664 h 579664"/>
                <a:gd name="connsiteX0" fmla="*/ 95250 w 160564"/>
                <a:gd name="connsiteY0" fmla="*/ 0 h 579664"/>
                <a:gd name="connsiteX1" fmla="*/ 0 w 160564"/>
                <a:gd name="connsiteY1" fmla="*/ 0 h 579664"/>
                <a:gd name="connsiteX2" fmla="*/ 0 w 160564"/>
                <a:gd name="connsiteY2" fmla="*/ 579664 h 579664"/>
                <a:gd name="connsiteX3" fmla="*/ 160564 w 160564"/>
                <a:gd name="connsiteY3" fmla="*/ 576943 h 579664"/>
                <a:gd name="connsiteX0" fmla="*/ 95250 w 166007"/>
                <a:gd name="connsiteY0" fmla="*/ 0 h 579664"/>
                <a:gd name="connsiteX1" fmla="*/ 0 w 166007"/>
                <a:gd name="connsiteY1" fmla="*/ 0 h 579664"/>
                <a:gd name="connsiteX2" fmla="*/ 0 w 166007"/>
                <a:gd name="connsiteY2" fmla="*/ 579664 h 579664"/>
                <a:gd name="connsiteX3" fmla="*/ 166007 w 166007"/>
                <a:gd name="connsiteY3" fmla="*/ 579664 h 579664"/>
              </a:gdLst>
              <a:ahLst/>
              <a:cxnLst>
                <a:cxn ang="0">
                  <a:pos x="connsiteX0" y="connsiteY0"/>
                </a:cxn>
                <a:cxn ang="0">
                  <a:pos x="connsiteX1" y="connsiteY1"/>
                </a:cxn>
                <a:cxn ang="0">
                  <a:pos x="connsiteX2" y="connsiteY2"/>
                </a:cxn>
                <a:cxn ang="0">
                  <a:pos x="connsiteX3" y="connsiteY3"/>
                </a:cxn>
              </a:cxnLst>
              <a:rect l="l" t="t" r="r" b="b"/>
              <a:pathLst>
                <a:path w="166007" h="579664">
                  <a:moveTo>
                    <a:pt x="95250" y="0"/>
                  </a:moveTo>
                  <a:lnTo>
                    <a:pt x="0" y="0"/>
                  </a:lnTo>
                  <a:lnTo>
                    <a:pt x="0" y="579664"/>
                  </a:lnTo>
                  <a:lnTo>
                    <a:pt x="166007" y="579664"/>
                  </a:lnTo>
                </a:path>
              </a:pathLst>
            </a:custGeom>
            <a:noFill/>
            <a:ln w="12700" cap="flat" cmpd="sng" algn="ctr">
              <a:solidFill>
                <a:srgbClr val="000000"/>
              </a:solidFill>
              <a:prstDash val="solid"/>
              <a:miter lim="8000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6" name="TextBox 75">
              <a:extLst>
                <a:ext uri="{FF2B5EF4-FFF2-40B4-BE49-F238E27FC236}">
                  <a16:creationId xmlns:a16="http://schemas.microsoft.com/office/drawing/2014/main" id="{940B2C87-F899-480F-93E9-C79E951858AE}"/>
                </a:ext>
              </a:extLst>
            </p:cNvPr>
            <p:cNvSpPr txBox="1"/>
            <p:nvPr/>
          </p:nvSpPr>
          <p:spPr>
            <a:xfrm>
              <a:off x="12494753" y="3709681"/>
              <a:ext cx="841982" cy="218137"/>
            </a:xfrm>
            <a:prstGeom prst="rect">
              <a:avLst/>
            </a:prstGeom>
            <a:noFill/>
          </p:spPr>
          <p:txBody>
            <a:bodyPr wrap="square" lIns="0" tIns="0" rIns="0" bIns="0" rtlCol="0">
              <a:spAutoFit/>
            </a:bodyPr>
            <a:lstStyle/>
            <a:p>
              <a:pPr algn="l">
                <a:lnSpc>
                  <a:spcPct val="90000"/>
                </a:lnSpc>
              </a:pPr>
              <a:r>
                <a:rPr lang="en-US" sz="525" b="1">
                  <a:solidFill>
                    <a:srgbClr val="000000"/>
                  </a:solidFill>
                </a:rPr>
                <a:t>Lighter / Darker versions for Data Visualizations only. </a:t>
              </a:r>
            </a:p>
          </p:txBody>
        </p:sp>
        <p:pic>
          <p:nvPicPr>
            <p:cNvPr id="77" name="Picture 76">
              <a:extLst>
                <a:ext uri="{FF2B5EF4-FFF2-40B4-BE49-F238E27FC236}">
                  <a16:creationId xmlns:a16="http://schemas.microsoft.com/office/drawing/2014/main" id="{E5DF1AEA-298E-4AA0-B861-79AAC8A95392}"/>
                </a:ext>
              </a:extLst>
            </p:cNvPr>
            <p:cNvPicPr>
              <a:picLocks noChangeAspect="1"/>
            </p:cNvPicPr>
            <p:nvPr/>
          </p:nvPicPr>
          <p:blipFill>
            <a:blip r:embed="rId67">
              <a:extLst>
                <a:ext uri="{28A0092B-C50C-407E-A947-70E740481C1C}">
                  <a14:useLocalDpi xmlns:a14="http://schemas.microsoft.com/office/drawing/2010/main" val="0"/>
                </a:ext>
              </a:extLst>
            </a:blip>
            <a:srcRect/>
            <a:stretch/>
          </p:blipFill>
          <p:spPr>
            <a:xfrm>
              <a:off x="12343753" y="1289096"/>
              <a:ext cx="1097248" cy="2017928"/>
            </a:xfrm>
            <a:prstGeom prst="rect">
              <a:avLst/>
            </a:prstGeom>
          </p:spPr>
        </p:pic>
        <p:sp>
          <p:nvSpPr>
            <p:cNvPr id="78" name="Rectangle 77">
              <a:extLst>
                <a:ext uri="{FF2B5EF4-FFF2-40B4-BE49-F238E27FC236}">
                  <a16:creationId xmlns:a16="http://schemas.microsoft.com/office/drawing/2014/main" id="{91936950-6B61-4AF0-BAA8-E319B5E9A775}"/>
                </a:ext>
              </a:extLst>
            </p:cNvPr>
            <p:cNvSpPr/>
            <p:nvPr/>
          </p:nvSpPr>
          <p:spPr>
            <a:xfrm>
              <a:off x="12353371" y="1616205"/>
              <a:ext cx="1074126" cy="479902"/>
            </a:xfrm>
            <a:prstGeom prst="rect">
              <a:avLst/>
            </a:prstGeom>
            <a:solidFill>
              <a:srgbClr val="FFFFFF">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25" b="1">
                  <a:solidFill>
                    <a:srgbClr val="000000"/>
                  </a:solidFill>
                </a:rPr>
                <a:t>Do not use these variants!</a:t>
              </a:r>
            </a:p>
          </p:txBody>
        </p:sp>
        <p:sp>
          <p:nvSpPr>
            <p:cNvPr id="79" name="Rectangle 78">
              <a:extLst>
                <a:ext uri="{FF2B5EF4-FFF2-40B4-BE49-F238E27FC236}">
                  <a16:creationId xmlns:a16="http://schemas.microsoft.com/office/drawing/2014/main" id="{EDB7CB3A-885A-4980-B14D-0F1486237ABB}"/>
                </a:ext>
              </a:extLst>
            </p:cNvPr>
            <p:cNvSpPr/>
            <p:nvPr/>
          </p:nvSpPr>
          <p:spPr>
            <a:xfrm>
              <a:off x="12357206" y="2338634"/>
              <a:ext cx="1074370"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4" name="Rectangle 83">
              <a:extLst>
                <a:ext uri="{FF2B5EF4-FFF2-40B4-BE49-F238E27FC236}">
                  <a16:creationId xmlns:a16="http://schemas.microsoft.com/office/drawing/2014/main" id="{E23BEF90-B240-43F5-A7D2-FF40EB2BA42E}"/>
                </a:ext>
              </a:extLst>
            </p:cNvPr>
            <p:cNvSpPr/>
            <p:nvPr/>
          </p:nvSpPr>
          <p:spPr>
            <a:xfrm>
              <a:off x="12781010" y="1481846"/>
              <a:ext cx="644483" cy="110735"/>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sp>
          <p:nvSpPr>
            <p:cNvPr id="85" name="Rectangle 84">
              <a:extLst>
                <a:ext uri="{FF2B5EF4-FFF2-40B4-BE49-F238E27FC236}">
                  <a16:creationId xmlns:a16="http://schemas.microsoft.com/office/drawing/2014/main" id="{F4099FFA-147F-4A80-8F31-739AAC66D79E}"/>
                </a:ext>
              </a:extLst>
            </p:cNvPr>
            <p:cNvSpPr/>
            <p:nvPr/>
          </p:nvSpPr>
          <p:spPr>
            <a:xfrm>
              <a:off x="12357206" y="2449369"/>
              <a:ext cx="1074370" cy="427471"/>
            </a:xfrm>
            <a:prstGeom prst="rect">
              <a:avLst/>
            </a:prstGeom>
            <a:noFill/>
            <a:ln w="6350" cap="flat" cmpd="sng" algn="ctr">
              <a:solidFill>
                <a:srgbClr val="000000"/>
              </a:solidFill>
              <a:prstDash val="dash"/>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err="1">
                <a:solidFill>
                  <a:schemeClr val="tx1"/>
                </a:solidFill>
              </a:endParaRPr>
            </a:p>
          </p:txBody>
        </p:sp>
        <p:grpSp>
          <p:nvGrpSpPr>
            <p:cNvPr id="86" name="Group 85">
              <a:extLst>
                <a:ext uri="{FF2B5EF4-FFF2-40B4-BE49-F238E27FC236}">
                  <a16:creationId xmlns:a16="http://schemas.microsoft.com/office/drawing/2014/main" id="{26126108-7849-4214-9223-9F761DE635F2}"/>
                </a:ext>
              </a:extLst>
            </p:cNvPr>
            <p:cNvGrpSpPr/>
            <p:nvPr/>
          </p:nvGrpSpPr>
          <p:grpSpPr>
            <a:xfrm>
              <a:off x="12364752" y="2345932"/>
              <a:ext cx="1055431" cy="88186"/>
              <a:chOff x="914335" y="6913770"/>
              <a:chExt cx="1109884" cy="100584"/>
            </a:xfrm>
            <a:noFill/>
          </p:grpSpPr>
          <p:sp>
            <p:nvSpPr>
              <p:cNvPr id="101" name="Rectangle 100">
                <a:extLst>
                  <a:ext uri="{FF2B5EF4-FFF2-40B4-BE49-F238E27FC236}">
                    <a16:creationId xmlns:a16="http://schemas.microsoft.com/office/drawing/2014/main" id="{D9714B2F-270E-40BD-B18C-1CABA6E328BE}"/>
                  </a:ext>
                </a:extLst>
              </p:cNvPr>
              <p:cNvSpPr/>
              <p:nvPr/>
            </p:nvSpPr>
            <p:spPr>
              <a:xfrm>
                <a:off x="9143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a:t>
                </a:r>
              </a:p>
            </p:txBody>
          </p:sp>
          <p:sp>
            <p:nvSpPr>
              <p:cNvPr id="102" name="Rectangle 101">
                <a:extLst>
                  <a:ext uri="{FF2B5EF4-FFF2-40B4-BE49-F238E27FC236}">
                    <a16:creationId xmlns:a16="http://schemas.microsoft.com/office/drawing/2014/main" id="{0E9EDAC8-6407-4216-ABF3-EA70809BB4FD}"/>
                  </a:ext>
                </a:extLst>
              </p:cNvPr>
              <p:cNvSpPr/>
              <p:nvPr/>
            </p:nvSpPr>
            <p:spPr>
              <a:xfrm>
                <a:off x="113862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3</a:t>
                </a:r>
              </a:p>
            </p:txBody>
          </p:sp>
          <p:sp>
            <p:nvSpPr>
              <p:cNvPr id="103" name="Rectangle 102">
                <a:extLst>
                  <a:ext uri="{FF2B5EF4-FFF2-40B4-BE49-F238E27FC236}">
                    <a16:creationId xmlns:a16="http://schemas.microsoft.com/office/drawing/2014/main" id="{C97366D4-D620-4493-BD87-54D81FBE2F40}"/>
                  </a:ext>
                </a:extLst>
              </p:cNvPr>
              <p:cNvSpPr/>
              <p:nvPr/>
            </p:nvSpPr>
            <p:spPr>
              <a:xfrm>
                <a:off x="1026479"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2</a:t>
                </a:r>
              </a:p>
            </p:txBody>
          </p:sp>
          <p:sp>
            <p:nvSpPr>
              <p:cNvPr id="104" name="Rectangle 103">
                <a:extLst>
                  <a:ext uri="{FF2B5EF4-FFF2-40B4-BE49-F238E27FC236}">
                    <a16:creationId xmlns:a16="http://schemas.microsoft.com/office/drawing/2014/main" id="{028BCBB1-4C8C-4515-A267-36F4D23D05E3}"/>
                  </a:ext>
                </a:extLst>
              </p:cNvPr>
              <p:cNvSpPr/>
              <p:nvPr/>
            </p:nvSpPr>
            <p:spPr>
              <a:xfrm>
                <a:off x="1250766"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nl-NL" sz="300" b="1" i="0" u="none" strike="noStrike" kern="0" cap="none" spc="0" normalizeH="0" baseline="0" noProof="0">
                    <a:ln>
                      <a:noFill/>
                    </a:ln>
                    <a:solidFill>
                      <a:srgbClr val="FFFFFF"/>
                    </a:solidFill>
                    <a:effectLst/>
                    <a:uLnTx/>
                    <a:uFillTx/>
                    <a:latin typeface="+mn-lt"/>
                    <a:cs typeface="Arial"/>
                  </a:rPr>
                  <a:t>4</a:t>
                </a:r>
              </a:p>
            </p:txBody>
          </p:sp>
          <p:sp>
            <p:nvSpPr>
              <p:cNvPr id="105" name="Rectangle 104">
                <a:extLst>
                  <a:ext uri="{FF2B5EF4-FFF2-40B4-BE49-F238E27FC236}">
                    <a16:creationId xmlns:a16="http://schemas.microsoft.com/office/drawing/2014/main" id="{044F7EB9-753F-48FA-B2B6-73C4C4096CAE}"/>
                  </a:ext>
                </a:extLst>
              </p:cNvPr>
              <p:cNvSpPr/>
              <p:nvPr/>
            </p:nvSpPr>
            <p:spPr>
              <a:xfrm>
                <a:off x="1362910"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5</a:t>
                </a:r>
              </a:p>
            </p:txBody>
          </p:sp>
          <p:sp>
            <p:nvSpPr>
              <p:cNvPr id="106" name="Rectangle 105">
                <a:extLst>
                  <a:ext uri="{FF2B5EF4-FFF2-40B4-BE49-F238E27FC236}">
                    <a16:creationId xmlns:a16="http://schemas.microsoft.com/office/drawing/2014/main" id="{52DAE743-1AB2-468D-B4E2-50F2FB87E794}"/>
                  </a:ext>
                </a:extLst>
              </p:cNvPr>
              <p:cNvSpPr/>
              <p:nvPr/>
            </p:nvSpPr>
            <p:spPr>
              <a:xfrm>
                <a:off x="1475053"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6</a:t>
                </a:r>
              </a:p>
            </p:txBody>
          </p:sp>
          <p:sp>
            <p:nvSpPr>
              <p:cNvPr id="107" name="Rectangle 106">
                <a:extLst>
                  <a:ext uri="{FF2B5EF4-FFF2-40B4-BE49-F238E27FC236}">
                    <a16:creationId xmlns:a16="http://schemas.microsoft.com/office/drawing/2014/main" id="{B46B3D31-69AA-43A1-A2E2-F09392148922}"/>
                  </a:ext>
                </a:extLst>
              </p:cNvPr>
              <p:cNvSpPr/>
              <p:nvPr/>
            </p:nvSpPr>
            <p:spPr>
              <a:xfrm>
                <a:off x="1587197"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7</a:t>
                </a:r>
              </a:p>
            </p:txBody>
          </p:sp>
          <p:sp>
            <p:nvSpPr>
              <p:cNvPr id="108" name="Rectangle 107">
                <a:extLst>
                  <a:ext uri="{FF2B5EF4-FFF2-40B4-BE49-F238E27FC236}">
                    <a16:creationId xmlns:a16="http://schemas.microsoft.com/office/drawing/2014/main" id="{3064BA3B-8C0F-4AFD-92AB-AC0B5E4B6B3C}"/>
                  </a:ext>
                </a:extLst>
              </p:cNvPr>
              <p:cNvSpPr/>
              <p:nvPr/>
            </p:nvSpPr>
            <p:spPr>
              <a:xfrm>
                <a:off x="1699342"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8</a:t>
                </a:r>
              </a:p>
            </p:txBody>
          </p:sp>
          <p:sp>
            <p:nvSpPr>
              <p:cNvPr id="109" name="Rectangle 108">
                <a:extLst>
                  <a:ext uri="{FF2B5EF4-FFF2-40B4-BE49-F238E27FC236}">
                    <a16:creationId xmlns:a16="http://schemas.microsoft.com/office/drawing/2014/main" id="{6CABC053-DAB8-4239-9575-3B71323FE84B}"/>
                  </a:ext>
                </a:extLst>
              </p:cNvPr>
              <p:cNvSpPr/>
              <p:nvPr/>
            </p:nvSpPr>
            <p:spPr>
              <a:xfrm>
                <a:off x="1811488"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pt-BR" sz="300" b="1" i="0" u="none" strike="noStrike" kern="0" cap="none" spc="0" normalizeH="0" baseline="0" noProof="0">
                    <a:ln>
                      <a:noFill/>
                    </a:ln>
                    <a:solidFill>
                      <a:srgbClr val="FFFFFF"/>
                    </a:solidFill>
                    <a:effectLst/>
                    <a:uLnTx/>
                    <a:uFillTx/>
                    <a:latin typeface="+mn-lt"/>
                    <a:cs typeface="Arial"/>
                  </a:rPr>
                  <a:t>9</a:t>
                </a:r>
              </a:p>
            </p:txBody>
          </p:sp>
          <p:sp>
            <p:nvSpPr>
              <p:cNvPr id="110" name="Rectangle 109">
                <a:extLst>
                  <a:ext uri="{FF2B5EF4-FFF2-40B4-BE49-F238E27FC236}">
                    <a16:creationId xmlns:a16="http://schemas.microsoft.com/office/drawing/2014/main" id="{06230F72-4394-4413-AF03-843676FDBA3A}"/>
                  </a:ext>
                </a:extLst>
              </p:cNvPr>
              <p:cNvSpPr/>
              <p:nvPr/>
            </p:nvSpPr>
            <p:spPr>
              <a:xfrm>
                <a:off x="1923635" y="6913770"/>
                <a:ext cx="100584" cy="100584"/>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685800" eaLnBrk="1" fontAlgn="auto" latinLnBrk="0" hangingPunct="1">
                  <a:lnSpc>
                    <a:spcPct val="100000"/>
                  </a:lnSpc>
                  <a:spcBef>
                    <a:spcPts val="0"/>
                  </a:spcBef>
                  <a:spcAft>
                    <a:spcPts val="0"/>
                  </a:spcAft>
                  <a:buClrTx/>
                  <a:buSzTx/>
                  <a:buFontTx/>
                  <a:buNone/>
                  <a:tabLst/>
                  <a:defRPr/>
                </a:pPr>
                <a:r>
                  <a:rPr kumimoji="0" lang="en-US" sz="300" b="1" i="0" u="none" strike="noStrike" kern="0" cap="none" spc="0" normalizeH="0" baseline="0" noProof="0">
                    <a:ln>
                      <a:noFill/>
                    </a:ln>
                    <a:solidFill>
                      <a:srgbClr val="FFFFFF"/>
                    </a:solidFill>
                    <a:effectLst/>
                    <a:uLnTx/>
                    <a:uFillTx/>
                    <a:latin typeface="+mn-lt"/>
                    <a:cs typeface="Arial"/>
                  </a:rPr>
                  <a:t>10</a:t>
                </a:r>
              </a:p>
            </p:txBody>
          </p:sp>
        </p:grpSp>
        <p:pic>
          <p:nvPicPr>
            <p:cNvPr id="87" name="Graphic 86" descr="Close with solid fill">
              <a:extLst>
                <a:ext uri="{FF2B5EF4-FFF2-40B4-BE49-F238E27FC236}">
                  <a16:creationId xmlns:a16="http://schemas.microsoft.com/office/drawing/2014/main" id="{1B831779-A669-4371-8FD1-5066D9D69E1B}"/>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359990" y="3132474"/>
              <a:ext cx="100919" cy="100919"/>
            </a:xfrm>
            <a:prstGeom prst="rect">
              <a:avLst/>
            </a:prstGeom>
          </p:spPr>
        </p:pic>
        <p:pic>
          <p:nvPicPr>
            <p:cNvPr id="92" name="Graphic 91" descr="Close with solid fill">
              <a:extLst>
                <a:ext uri="{FF2B5EF4-FFF2-40B4-BE49-F238E27FC236}">
                  <a16:creationId xmlns:a16="http://schemas.microsoft.com/office/drawing/2014/main" id="{208D0745-DE9A-4926-B866-2B1F3923CFF5}"/>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468758" y="3132474"/>
              <a:ext cx="100919" cy="100919"/>
            </a:xfrm>
            <a:prstGeom prst="rect">
              <a:avLst/>
            </a:prstGeom>
          </p:spPr>
        </p:pic>
        <p:pic>
          <p:nvPicPr>
            <p:cNvPr id="93" name="Graphic 92" descr="Close with solid fill">
              <a:extLst>
                <a:ext uri="{FF2B5EF4-FFF2-40B4-BE49-F238E27FC236}">
                  <a16:creationId xmlns:a16="http://schemas.microsoft.com/office/drawing/2014/main" id="{87D9F2AF-BA2B-48D6-B3AE-AF75E462424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572765" y="3132473"/>
              <a:ext cx="100919" cy="100919"/>
            </a:xfrm>
            <a:prstGeom prst="rect">
              <a:avLst/>
            </a:prstGeom>
          </p:spPr>
        </p:pic>
        <p:pic>
          <p:nvPicPr>
            <p:cNvPr id="94" name="Graphic 93" descr="Close with solid fill">
              <a:extLst>
                <a:ext uri="{FF2B5EF4-FFF2-40B4-BE49-F238E27FC236}">
                  <a16:creationId xmlns:a16="http://schemas.microsoft.com/office/drawing/2014/main" id="{AD967705-7CEE-4D01-818A-5D9A6396C5F5}"/>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679153" y="3132472"/>
              <a:ext cx="100919" cy="100919"/>
            </a:xfrm>
            <a:prstGeom prst="rect">
              <a:avLst/>
            </a:prstGeom>
          </p:spPr>
        </p:pic>
        <p:pic>
          <p:nvPicPr>
            <p:cNvPr id="95" name="Graphic 94" descr="Close with solid fill">
              <a:extLst>
                <a:ext uri="{FF2B5EF4-FFF2-40B4-BE49-F238E27FC236}">
                  <a16:creationId xmlns:a16="http://schemas.microsoft.com/office/drawing/2014/main" id="{0FCA396B-0DD6-4260-93CF-050A3D8C1C8D}"/>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785541" y="3132471"/>
              <a:ext cx="100919" cy="100919"/>
            </a:xfrm>
            <a:prstGeom prst="rect">
              <a:avLst/>
            </a:prstGeom>
          </p:spPr>
        </p:pic>
        <p:pic>
          <p:nvPicPr>
            <p:cNvPr id="96" name="Graphic 95" descr="Close with solid fill">
              <a:extLst>
                <a:ext uri="{FF2B5EF4-FFF2-40B4-BE49-F238E27FC236}">
                  <a16:creationId xmlns:a16="http://schemas.microsoft.com/office/drawing/2014/main" id="{E0B2C6CF-0507-414F-943B-3C7AE47177D1}"/>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891929" y="3132470"/>
              <a:ext cx="100919" cy="100919"/>
            </a:xfrm>
            <a:prstGeom prst="rect">
              <a:avLst/>
            </a:prstGeom>
          </p:spPr>
        </p:pic>
        <p:pic>
          <p:nvPicPr>
            <p:cNvPr id="97" name="Graphic 96" descr="Close with solid fill">
              <a:extLst>
                <a:ext uri="{FF2B5EF4-FFF2-40B4-BE49-F238E27FC236}">
                  <a16:creationId xmlns:a16="http://schemas.microsoft.com/office/drawing/2014/main" id="{2C279900-FF81-4B6D-BB80-0EBCB6DD7DF9}"/>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2998317" y="3132469"/>
              <a:ext cx="100919" cy="100919"/>
            </a:xfrm>
            <a:prstGeom prst="rect">
              <a:avLst/>
            </a:prstGeom>
          </p:spPr>
        </p:pic>
        <p:pic>
          <p:nvPicPr>
            <p:cNvPr id="98" name="Graphic 97" descr="Close with solid fill">
              <a:extLst>
                <a:ext uri="{FF2B5EF4-FFF2-40B4-BE49-F238E27FC236}">
                  <a16:creationId xmlns:a16="http://schemas.microsoft.com/office/drawing/2014/main" id="{517BE42C-F070-4880-9C4E-2C57CE4FE9DB}"/>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3104705" y="3132468"/>
              <a:ext cx="100919" cy="100919"/>
            </a:xfrm>
            <a:prstGeom prst="rect">
              <a:avLst/>
            </a:prstGeom>
          </p:spPr>
        </p:pic>
        <p:pic>
          <p:nvPicPr>
            <p:cNvPr id="99" name="Graphic 98" descr="Close with solid fill">
              <a:extLst>
                <a:ext uri="{FF2B5EF4-FFF2-40B4-BE49-F238E27FC236}">
                  <a16:creationId xmlns:a16="http://schemas.microsoft.com/office/drawing/2014/main" id="{35D3858B-63CC-4BA2-8F51-0C58B32C186A}"/>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3211093" y="3132467"/>
              <a:ext cx="100919" cy="100919"/>
            </a:xfrm>
            <a:prstGeom prst="rect">
              <a:avLst/>
            </a:prstGeom>
          </p:spPr>
        </p:pic>
        <p:pic>
          <p:nvPicPr>
            <p:cNvPr id="100" name="Graphic 99" descr="Close with solid fill">
              <a:extLst>
                <a:ext uri="{FF2B5EF4-FFF2-40B4-BE49-F238E27FC236}">
                  <a16:creationId xmlns:a16="http://schemas.microsoft.com/office/drawing/2014/main" id="{EF3F9163-C2B0-4D5D-B619-BF25796659B4}"/>
                </a:ext>
              </a:extLst>
            </p:cNvPr>
            <p:cNvPicPr>
              <a:picLocks noChangeAspect="1"/>
            </p:cNvPicPr>
            <p:nvPr/>
          </p:nvPicPr>
          <p:blipFill>
            <a:blip r:embed="rId68">
              <a:extLst>
                <a:ext uri="{28A0092B-C50C-407E-A947-70E740481C1C}">
                  <a14:useLocalDpi xmlns:a14="http://schemas.microsoft.com/office/drawing/2010/main" val="0"/>
                </a:ext>
                <a:ext uri="{96DAC541-7B7A-43D3-8B79-37D633B846F1}">
                  <asvg:svgBlip xmlns:asvg="http://schemas.microsoft.com/office/drawing/2016/SVG/main" r:embed="rId69"/>
                </a:ext>
              </a:extLst>
            </a:blip>
            <a:stretch>
              <a:fillRect/>
            </a:stretch>
          </p:blipFill>
          <p:spPr>
            <a:xfrm>
              <a:off x="13317481" y="3132466"/>
              <a:ext cx="100919" cy="100919"/>
            </a:xfrm>
            <a:prstGeom prst="rect">
              <a:avLst/>
            </a:prstGeom>
          </p:spPr>
        </p:pic>
      </p:grpSp>
      <p:pic>
        <p:nvPicPr>
          <p:cNvPr id="82" name="SPG Commodity Insights Colorful Small">
            <a:extLst>
              <a:ext uri="{FF2B5EF4-FFF2-40B4-BE49-F238E27FC236}">
                <a16:creationId xmlns:a16="http://schemas.microsoft.com/office/drawing/2014/main" id="{1537D3B7-75E0-4E22-8B20-CB434306778D}"/>
              </a:ext>
            </a:extLst>
          </p:cNvPr>
          <p:cNvPicPr>
            <a:picLocks noChangeAspect="1"/>
          </p:cNvPicPr>
          <p:nvPr/>
        </p:nvPicPr>
        <p:blipFill>
          <a:blip r:embed="rId70">
            <a:extLst>
              <a:ext uri="{28A0092B-C50C-407E-A947-70E740481C1C}">
                <a14:useLocalDpi xmlns:a14="http://schemas.microsoft.com/office/drawing/2010/main" val="0"/>
              </a:ext>
              <a:ext uri="{96DAC541-7B7A-43D3-8B79-37D633B846F1}">
                <asvg:svgBlip xmlns:asvg="http://schemas.microsoft.com/office/drawing/2016/SVG/main" r:embed="rId71"/>
              </a:ext>
            </a:extLst>
          </a:blip>
          <a:stretch>
            <a:fillRect/>
          </a:stretch>
        </p:blipFill>
        <p:spPr>
          <a:xfrm>
            <a:off x="337725" y="6279196"/>
            <a:ext cx="1193292" cy="553511"/>
          </a:xfrm>
          <a:prstGeom prst="rect">
            <a:avLst/>
          </a:prstGeom>
        </p:spPr>
      </p:pic>
    </p:spTree>
    <p:extLst>
      <p:ext uri="{BB962C8B-B14F-4D97-AF65-F5344CB8AC3E}">
        <p14:creationId xmlns:p14="http://schemas.microsoft.com/office/powerpoint/2010/main" val="1162266937"/>
      </p:ext>
    </p:extLst>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 id="2147483963" r:id="rId12"/>
    <p:sldLayoutId id="2147483964" r:id="rId13"/>
    <p:sldLayoutId id="2147483965" r:id="rId14"/>
    <p:sldLayoutId id="2147483966" r:id="rId15"/>
    <p:sldLayoutId id="2147483967" r:id="rId16"/>
    <p:sldLayoutId id="2147483968" r:id="rId17"/>
    <p:sldLayoutId id="2147483969" r:id="rId18"/>
    <p:sldLayoutId id="2147483970" r:id="rId19"/>
    <p:sldLayoutId id="2147483971" r:id="rId20"/>
    <p:sldLayoutId id="2147483972" r:id="rId21"/>
    <p:sldLayoutId id="2147483973" r:id="rId22"/>
    <p:sldLayoutId id="2147483974" r:id="rId23"/>
    <p:sldLayoutId id="2147483975" r:id="rId24"/>
    <p:sldLayoutId id="2147483976" r:id="rId25"/>
    <p:sldLayoutId id="2147483977" r:id="rId26"/>
    <p:sldLayoutId id="2147483978" r:id="rId27"/>
    <p:sldLayoutId id="2147483979" r:id="rId28"/>
    <p:sldLayoutId id="2147483980" r:id="rId29"/>
    <p:sldLayoutId id="2147483981" r:id="rId30"/>
    <p:sldLayoutId id="2147483982" r:id="rId31"/>
    <p:sldLayoutId id="2147483983" r:id="rId32"/>
    <p:sldLayoutId id="2147483984" r:id="rId33"/>
    <p:sldLayoutId id="2147483985" r:id="rId34"/>
    <p:sldLayoutId id="2147483986" r:id="rId35"/>
    <p:sldLayoutId id="2147483987" r:id="rId36"/>
    <p:sldLayoutId id="2147483988" r:id="rId37"/>
    <p:sldLayoutId id="2147483989" r:id="rId38"/>
    <p:sldLayoutId id="2147483990" r:id="rId39"/>
    <p:sldLayoutId id="2147483991" r:id="rId40"/>
    <p:sldLayoutId id="2147483992" r:id="rId41"/>
    <p:sldLayoutId id="2147483993" r:id="rId42"/>
    <p:sldLayoutId id="2147483994" r:id="rId43"/>
    <p:sldLayoutId id="2147483995" r:id="rId44"/>
    <p:sldLayoutId id="2147483996" r:id="rId45"/>
    <p:sldLayoutId id="2147483997" r:id="rId46"/>
    <p:sldLayoutId id="2147483998" r:id="rId47"/>
    <p:sldLayoutId id="2147483999" r:id="rId48"/>
    <p:sldLayoutId id="2147484000" r:id="rId49"/>
    <p:sldLayoutId id="2147484001" r:id="rId50"/>
    <p:sldLayoutId id="2147484002" r:id="rId51"/>
    <p:sldLayoutId id="2147484003" r:id="rId52"/>
    <p:sldLayoutId id="2147484004" r:id="rId53"/>
    <p:sldLayoutId id="2147484005" r:id="rId54"/>
    <p:sldLayoutId id="2147484006" r:id="rId55"/>
    <p:sldLayoutId id="2147484007" r:id="rId56"/>
    <p:sldLayoutId id="2147484008" r:id="rId57"/>
    <p:sldLayoutId id="2147484009" r:id="rId58"/>
    <p:sldLayoutId id="2147484010" r:id="rId59"/>
    <p:sldLayoutId id="2147484011" r:id="rId60"/>
    <p:sldLayoutId id="2147484012" r:id="rId61"/>
    <p:sldLayoutId id="2147484013" r:id="rId62"/>
    <p:sldLayoutId id="2147484014" r:id="rId63"/>
    <p:sldLayoutId id="2147484015" r:id="rId64"/>
    <p:sldLayoutId id="2147484017" r:id="rId65"/>
  </p:sldLayoutIdLst>
  <p:hf hdr="0" ftr="0" dt="0"/>
  <p:txStyles>
    <p:titleStyle>
      <a:lvl1pPr algn="l" defTabSz="685800" rtl="0" eaLnBrk="1" latinLnBrk="0" hangingPunct="1">
        <a:lnSpc>
          <a:spcPct val="90000"/>
        </a:lnSpc>
        <a:spcBef>
          <a:spcPct val="0"/>
        </a:spcBef>
        <a:buNone/>
        <a:defRPr sz="1800" kern="1200">
          <a:solidFill>
            <a:schemeClr val="tx1"/>
          </a:solidFill>
          <a:latin typeface="+mj-lt"/>
          <a:ea typeface="+mj-ea"/>
          <a:cs typeface="+mj-cs"/>
        </a:defRPr>
      </a:lvl1pPr>
    </p:titleStyle>
    <p:bodyStyle>
      <a:lvl1pPr marL="127397" indent="-127397" algn="l" defTabSz="685800" rtl="0" eaLnBrk="1" latinLnBrk="0" hangingPunct="1">
        <a:lnSpc>
          <a:spcPct val="90000"/>
        </a:lnSpc>
        <a:spcBef>
          <a:spcPts val="750"/>
        </a:spcBef>
        <a:buFont typeface="Arial" panose="020B0604020202020204" pitchFamily="34" charset="0"/>
        <a:buChar char="•"/>
        <a:defRPr sz="1200" kern="1200">
          <a:solidFill>
            <a:schemeClr val="tx1"/>
          </a:solidFill>
          <a:latin typeface="+mn-lt"/>
          <a:ea typeface="+mn-ea"/>
          <a:cs typeface="+mn-cs"/>
        </a:defRPr>
      </a:lvl1pPr>
      <a:lvl2pPr marL="255985" indent="-128588"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2pPr>
      <a:lvl3pPr marL="388144" indent="-132160" algn="l" defTabSz="685800" rtl="0" eaLnBrk="1" latinLnBrk="0" hangingPunct="1">
        <a:lnSpc>
          <a:spcPct val="90000"/>
        </a:lnSpc>
        <a:spcBef>
          <a:spcPts val="375"/>
        </a:spcBef>
        <a:buFont typeface="Arial" panose="020B0604020202020204" pitchFamily="34" charset="0"/>
        <a:buChar char="•"/>
        <a:tabLst/>
        <a:defRPr sz="1200" kern="1200">
          <a:solidFill>
            <a:schemeClr val="tx1"/>
          </a:solidFill>
          <a:latin typeface="+mn-lt"/>
          <a:ea typeface="+mn-ea"/>
          <a:cs typeface="+mn-cs"/>
        </a:defRPr>
      </a:lvl3pPr>
      <a:lvl4pPr marL="515541" indent="-127397"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685800" indent="-17026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3840">
          <p15:clr>
            <a:srgbClr val="A4A3A4"/>
          </p15:clr>
        </p15:guide>
        <p15:guide id="6" pos="7329">
          <p15:clr>
            <a:srgbClr val="F26B43"/>
          </p15:clr>
        </p15:guide>
        <p15:guide id="9" orient="horz" pos="408">
          <p15:clr>
            <a:srgbClr val="F26B43"/>
          </p15:clr>
        </p15:guide>
        <p15:guide id="12" orient="horz" pos="3909">
          <p15:clr>
            <a:srgbClr val="F26B43"/>
          </p15:clr>
        </p15:guide>
        <p15:guide id="14" orient="horz" pos="818">
          <p15:clr>
            <a:srgbClr val="FBAE40"/>
          </p15:clr>
        </p15:guide>
        <p15:guide id="19" pos="3512">
          <p15:clr>
            <a:srgbClr val="FBAE40"/>
          </p15:clr>
        </p15:guide>
        <p15:guide id="20" pos="4162">
          <p15:clr>
            <a:srgbClr val="FBAE40"/>
          </p15:clr>
        </p15:guide>
        <p15:guide id="21" pos="351">
          <p15:clr>
            <a:srgbClr val="F26B43"/>
          </p15:clr>
        </p15:guide>
        <p15:guide id="22" pos="288" userDrawn="1">
          <p15:clr>
            <a:srgbClr val="F26B43"/>
          </p15:clr>
        </p15:guide>
        <p15:guide id="23" pos="5472" userDrawn="1">
          <p15:clr>
            <a:srgbClr val="F26B43"/>
          </p15:clr>
        </p15:guide>
        <p15:guide id="24" orient="horz" pos="606" userDrawn="1">
          <p15:clr>
            <a:srgbClr val="F26B43"/>
          </p15:clr>
        </p15:guide>
        <p15:guide id="25" orient="horz" pos="1187" userDrawn="1">
          <p15:clr>
            <a:srgbClr val="F26B43"/>
          </p15:clr>
        </p15:guide>
        <p15:guide id="26" orient="horz" pos="3828" userDrawn="1">
          <p15:clr>
            <a:srgbClr val="F26B43"/>
          </p15:clr>
        </p15:guide>
        <p15:guide id="27" orient="horz" pos="88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79787-AD5F-4570-41F5-D4838FAB468A}"/>
              </a:ext>
            </a:extLst>
          </p:cNvPr>
          <p:cNvSpPr>
            <a:spLocks noGrp="1"/>
          </p:cNvSpPr>
          <p:nvPr>
            <p:ph type="title"/>
          </p:nvPr>
        </p:nvSpPr>
        <p:spPr>
          <a:xfrm>
            <a:off x="425196" y="1959841"/>
            <a:ext cx="5391765" cy="1398263"/>
          </a:xfrm>
        </p:spPr>
        <p:txBody>
          <a:bodyPr anchor="b">
            <a:normAutofit/>
          </a:bodyPr>
          <a:lstStyle/>
          <a:p>
            <a:r>
              <a:rPr lang="en-US" dirty="0"/>
              <a:t>Kingdom SDK</a:t>
            </a:r>
          </a:p>
        </p:txBody>
      </p:sp>
      <p:sp>
        <p:nvSpPr>
          <p:cNvPr id="3" name="Text Placeholder 2">
            <a:extLst>
              <a:ext uri="{FF2B5EF4-FFF2-40B4-BE49-F238E27FC236}">
                <a16:creationId xmlns:a16="http://schemas.microsoft.com/office/drawing/2014/main" id="{03B95F60-47E3-ED27-B64D-708991888EF6}"/>
              </a:ext>
            </a:extLst>
          </p:cNvPr>
          <p:cNvSpPr>
            <a:spLocks noGrp="1"/>
          </p:cNvSpPr>
          <p:nvPr>
            <p:ph type="body" sz="quarter" idx="14"/>
          </p:nvPr>
        </p:nvSpPr>
        <p:spPr>
          <a:xfrm>
            <a:off x="425196" y="3478225"/>
            <a:ext cx="5391765" cy="475488"/>
          </a:xfrm>
        </p:spPr>
        <p:txBody>
          <a:bodyPr>
            <a:normAutofit/>
          </a:bodyPr>
          <a:lstStyle/>
          <a:p>
            <a:r>
              <a:rPr lang="en-US" dirty="0"/>
              <a:t>Best Practices &amp; Programming Guidelines</a:t>
            </a:r>
          </a:p>
        </p:txBody>
      </p:sp>
      <p:sp>
        <p:nvSpPr>
          <p:cNvPr id="5" name="Text Placeholder 4">
            <a:extLst>
              <a:ext uri="{FF2B5EF4-FFF2-40B4-BE49-F238E27FC236}">
                <a16:creationId xmlns:a16="http://schemas.microsoft.com/office/drawing/2014/main" id="{B684B0F3-9AEE-6AF8-1304-5363E60083AC}"/>
              </a:ext>
            </a:extLst>
          </p:cNvPr>
          <p:cNvSpPr>
            <a:spLocks noGrp="1"/>
          </p:cNvSpPr>
          <p:nvPr>
            <p:ph type="body" sz="quarter" idx="16"/>
          </p:nvPr>
        </p:nvSpPr>
        <p:spPr>
          <a:xfrm>
            <a:off x="425196" y="4133915"/>
            <a:ext cx="2276856" cy="1166941"/>
          </a:xfrm>
        </p:spPr>
        <p:txBody>
          <a:bodyPr anchor="b">
            <a:normAutofit/>
          </a:bodyPr>
          <a:lstStyle/>
          <a:p>
            <a:r>
              <a:rPr lang="en-US" dirty="0"/>
              <a:t>May 2020</a:t>
            </a:r>
          </a:p>
        </p:txBody>
      </p:sp>
      <p:sp>
        <p:nvSpPr>
          <p:cNvPr id="6" name="Slide Number Placeholder 5">
            <a:extLst>
              <a:ext uri="{FF2B5EF4-FFF2-40B4-BE49-F238E27FC236}">
                <a16:creationId xmlns:a16="http://schemas.microsoft.com/office/drawing/2014/main" id="{5F9D0F97-2915-9EE8-0BA5-71C00887D571}"/>
              </a:ext>
            </a:extLst>
          </p:cNvPr>
          <p:cNvSpPr>
            <a:spLocks noGrp="1"/>
          </p:cNvSpPr>
          <p:nvPr>
            <p:ph type="sldNum" sz="quarter" idx="20"/>
          </p:nvPr>
        </p:nvSpPr>
        <p:spPr/>
        <p:txBody>
          <a:bodyPr/>
          <a:lstStyle/>
          <a:p>
            <a:pPr>
              <a:spcAft>
                <a:spcPts val="600"/>
              </a:spcAft>
            </a:pPr>
            <a:fld id="{4704619B-9823-F845-874B-2390AC991BC7}" type="slidenum">
              <a:rPr lang="en-US" smtClean="0"/>
              <a:pPr>
                <a:spcAft>
                  <a:spcPts val="600"/>
                </a:spcAft>
              </a:pPr>
              <a:t>1</a:t>
            </a:fld>
            <a:endParaRPr lang="en-US"/>
          </a:p>
        </p:txBody>
      </p:sp>
    </p:spTree>
    <p:extLst>
      <p:ext uri="{BB962C8B-B14F-4D97-AF65-F5344CB8AC3E}">
        <p14:creationId xmlns:p14="http://schemas.microsoft.com/office/powerpoint/2010/main" val="2008834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Best Practices</a:t>
            </a:r>
          </a:p>
          <a:p>
            <a:r>
              <a:rPr lang="en-US" dirty="0"/>
              <a:t>Programming Guidelines</a:t>
            </a:r>
          </a:p>
          <a:p>
            <a:endParaRPr lang="en-US" b="1" dirty="0"/>
          </a:p>
          <a:p>
            <a:endParaRPr lang="en-US" b="1" dirty="0"/>
          </a:p>
          <a:p>
            <a:endParaRPr lang="en-US" b="1" dirty="0"/>
          </a:p>
          <a:p>
            <a:endParaRPr lang="en-US" b="1" dirty="0"/>
          </a:p>
          <a:p>
            <a:endParaRPr lang="en-US" b="1" dirty="0"/>
          </a:p>
          <a:p>
            <a:endParaRPr lang="en-US" dirty="0"/>
          </a:p>
          <a:p>
            <a:endParaRPr lang="en-US" dirty="0"/>
          </a:p>
        </p:txBody>
      </p:sp>
      <p:sp>
        <p:nvSpPr>
          <p:cNvPr id="4" name="Slide Number Placeholder 3"/>
          <p:cNvSpPr>
            <a:spLocks noGrp="1"/>
          </p:cNvSpPr>
          <p:nvPr>
            <p:ph type="sldNum" sz="quarter" idx="12"/>
          </p:nvPr>
        </p:nvSpPr>
        <p:spPr/>
        <p:txBody>
          <a:bodyPr/>
          <a:lstStyle/>
          <a:p>
            <a:fld id="{4704619B-9823-F845-874B-2390AC991BC7}" type="slidenum">
              <a:rPr lang="en-US" smtClean="0"/>
              <a:t>2</a:t>
            </a:fld>
            <a:endParaRPr lang="en-US" dirty="0"/>
          </a:p>
        </p:txBody>
      </p:sp>
      <p:sp>
        <p:nvSpPr>
          <p:cNvPr id="2" name="Title 1"/>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2575149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EC4FC4-DF14-44BC-8268-0488FA1CBC11}"/>
              </a:ext>
            </a:extLst>
          </p:cNvPr>
          <p:cNvSpPr>
            <a:spLocks noGrp="1"/>
          </p:cNvSpPr>
          <p:nvPr>
            <p:ph idx="1"/>
          </p:nvPr>
        </p:nvSpPr>
        <p:spPr/>
        <p:txBody>
          <a:bodyPr/>
          <a:lstStyle/>
          <a:p>
            <a:r>
              <a:rPr lang="en-US" sz="2000" dirty="0"/>
              <a:t>How to use Kingdom Project connection</a:t>
            </a:r>
          </a:p>
          <a:p>
            <a:r>
              <a:rPr lang="en-US" sz="2000" dirty="0"/>
              <a:t>Efficiently saving data</a:t>
            </a:r>
          </a:p>
          <a:p>
            <a:r>
              <a:rPr lang="en-US" sz="2000" dirty="0"/>
              <a:t>Effective querying data from database</a:t>
            </a:r>
          </a:p>
          <a:p>
            <a:r>
              <a:rPr lang="en-US" sz="2000" dirty="0"/>
              <a:t>Caution on querying data from file based objects</a:t>
            </a:r>
          </a:p>
          <a:p>
            <a:r>
              <a:rPr lang="en-US" sz="2000" dirty="0"/>
              <a:t>Programming guidelines</a:t>
            </a:r>
          </a:p>
          <a:p>
            <a:endParaRPr lang="en-US" dirty="0"/>
          </a:p>
        </p:txBody>
      </p:sp>
      <p:sp>
        <p:nvSpPr>
          <p:cNvPr id="4" name="Slide Number Placeholder 3">
            <a:extLst>
              <a:ext uri="{FF2B5EF4-FFF2-40B4-BE49-F238E27FC236}">
                <a16:creationId xmlns:a16="http://schemas.microsoft.com/office/drawing/2014/main" id="{3B88C606-A894-4C5B-9A50-A9559DFD9AA6}"/>
              </a:ext>
            </a:extLst>
          </p:cNvPr>
          <p:cNvSpPr>
            <a:spLocks noGrp="1"/>
          </p:cNvSpPr>
          <p:nvPr>
            <p:ph type="sldNum" sz="quarter" idx="12"/>
          </p:nvPr>
        </p:nvSpPr>
        <p:spPr/>
        <p:txBody>
          <a:bodyPr/>
          <a:lstStyle/>
          <a:p>
            <a:fld id="{4704619B-9823-F845-874B-2390AC991BC7}" type="slidenum">
              <a:rPr lang="en-US" smtClean="0"/>
              <a:t>3</a:t>
            </a:fld>
            <a:endParaRPr lang="en-US" dirty="0"/>
          </a:p>
        </p:txBody>
      </p:sp>
      <p:sp>
        <p:nvSpPr>
          <p:cNvPr id="2" name="Title 1">
            <a:extLst>
              <a:ext uri="{FF2B5EF4-FFF2-40B4-BE49-F238E27FC236}">
                <a16:creationId xmlns:a16="http://schemas.microsoft.com/office/drawing/2014/main" id="{45AAE540-24F5-4253-AEF9-424EBC29A163}"/>
              </a:ext>
            </a:extLst>
          </p:cNvPr>
          <p:cNvSpPr>
            <a:spLocks noGrp="1"/>
          </p:cNvSpPr>
          <p:nvPr>
            <p:ph type="title"/>
          </p:nvPr>
        </p:nvSpPr>
        <p:spPr/>
        <p:txBody>
          <a:bodyPr/>
          <a:lstStyle/>
          <a:p>
            <a:r>
              <a:rPr lang="en-US" dirty="0"/>
              <a:t>Highlights</a:t>
            </a:r>
          </a:p>
        </p:txBody>
      </p:sp>
    </p:spTree>
    <p:extLst>
      <p:ext uri="{BB962C8B-B14F-4D97-AF65-F5344CB8AC3E}">
        <p14:creationId xmlns:p14="http://schemas.microsoft.com/office/powerpoint/2010/main" val="728719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AD06-C63E-4A1D-88B8-E9BD6C0E8576}"/>
              </a:ext>
            </a:extLst>
          </p:cNvPr>
          <p:cNvSpPr>
            <a:spLocks noGrp="1"/>
          </p:cNvSpPr>
          <p:nvPr>
            <p:ph type="title"/>
          </p:nvPr>
        </p:nvSpPr>
        <p:spPr/>
        <p:txBody>
          <a:bodyPr/>
          <a:lstStyle/>
          <a:p>
            <a:r>
              <a:rPr lang="en-US" dirty="0"/>
              <a:t>Best Practices</a:t>
            </a:r>
          </a:p>
        </p:txBody>
      </p:sp>
      <p:sp>
        <p:nvSpPr>
          <p:cNvPr id="4" name="Slide Number Placeholder 3">
            <a:extLst>
              <a:ext uri="{FF2B5EF4-FFF2-40B4-BE49-F238E27FC236}">
                <a16:creationId xmlns:a16="http://schemas.microsoft.com/office/drawing/2014/main" id="{3BCCFF81-A778-4D7A-AD07-087DFD852BFA}"/>
              </a:ext>
            </a:extLst>
          </p:cNvPr>
          <p:cNvSpPr>
            <a:spLocks noGrp="1"/>
          </p:cNvSpPr>
          <p:nvPr>
            <p:ph type="sldNum" sz="quarter" idx="12"/>
          </p:nvPr>
        </p:nvSpPr>
        <p:spPr/>
        <p:txBody>
          <a:bodyPr/>
          <a:lstStyle/>
          <a:p>
            <a:fld id="{4704619B-9823-F845-874B-2390AC991BC7}" type="slidenum">
              <a:rPr lang="en-US" smtClean="0"/>
              <a:t>4</a:t>
            </a:fld>
            <a:endParaRPr lang="en-US" dirty="0"/>
          </a:p>
        </p:txBody>
      </p:sp>
    </p:spTree>
    <p:extLst>
      <p:ext uri="{BB962C8B-B14F-4D97-AF65-F5344CB8AC3E}">
        <p14:creationId xmlns:p14="http://schemas.microsoft.com/office/powerpoint/2010/main" val="941965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Instantiate a single project object</a:t>
            </a:r>
          </a:p>
        </p:txBody>
      </p:sp>
      <p:sp>
        <p:nvSpPr>
          <p:cNvPr id="3" name="Content Placeholder 2"/>
          <p:cNvSpPr>
            <a:spLocks noGrp="1"/>
          </p:cNvSpPr>
          <p:nvPr>
            <p:ph idx="1"/>
          </p:nvPr>
        </p:nvSpPr>
        <p:spPr/>
        <p:txBody>
          <a:bodyPr/>
          <a:lstStyle/>
          <a:p>
            <a:r>
              <a:rPr lang="en-US" sz="2000" dirty="0"/>
              <a:t>A single instance of the project should be used during the course of the application session (If possible) </a:t>
            </a:r>
          </a:p>
          <a:p>
            <a:r>
              <a:rPr lang="en-US" sz="2000" dirty="0"/>
              <a:t>A singleton or service pattern can be used to keep the project object alive</a:t>
            </a:r>
          </a:p>
          <a:p>
            <a:r>
              <a:rPr lang="en-US" sz="2000" dirty="0"/>
              <a:t>At the end of the lifespan, the project object should be disposed of to clear both managed and unmanaged resources</a:t>
            </a:r>
          </a:p>
        </p:txBody>
      </p:sp>
      <p:sp>
        <p:nvSpPr>
          <p:cNvPr id="4" name="Slide Number Placeholder 3"/>
          <p:cNvSpPr>
            <a:spLocks noGrp="1"/>
          </p:cNvSpPr>
          <p:nvPr>
            <p:ph type="sldNum" sz="quarter" idx="12"/>
          </p:nvPr>
        </p:nvSpPr>
        <p:spPr/>
        <p:txBody>
          <a:bodyPr/>
          <a:lstStyle/>
          <a:p>
            <a:fld id="{4704619B-9823-F845-874B-2390AC991BC7}" type="slidenum">
              <a:rPr lang="en-US" smtClean="0"/>
              <a:t>5</a:t>
            </a:fld>
            <a:endParaRPr lang="en-US"/>
          </a:p>
        </p:txBody>
      </p:sp>
    </p:spTree>
    <p:extLst>
      <p:ext uri="{BB962C8B-B14F-4D97-AF65-F5344CB8AC3E}">
        <p14:creationId xmlns:p14="http://schemas.microsoft.com/office/powerpoint/2010/main" val="3465100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D165E-DF41-4C32-8526-46C0E6DCE42C}"/>
              </a:ext>
            </a:extLst>
          </p:cNvPr>
          <p:cNvSpPr>
            <a:spLocks noGrp="1"/>
          </p:cNvSpPr>
          <p:nvPr>
            <p:ph type="title"/>
          </p:nvPr>
        </p:nvSpPr>
        <p:spPr/>
        <p:txBody>
          <a:bodyPr/>
          <a:lstStyle/>
          <a:p>
            <a:r>
              <a:rPr lang="en-US" dirty="0"/>
              <a:t>Dispose project object after use</a:t>
            </a:r>
          </a:p>
        </p:txBody>
      </p:sp>
      <p:sp>
        <p:nvSpPr>
          <p:cNvPr id="3" name="Content Placeholder 2">
            <a:extLst>
              <a:ext uri="{FF2B5EF4-FFF2-40B4-BE49-F238E27FC236}">
                <a16:creationId xmlns:a16="http://schemas.microsoft.com/office/drawing/2014/main" id="{B5881215-5E95-4595-9A74-9138BFE88730}"/>
              </a:ext>
            </a:extLst>
          </p:cNvPr>
          <p:cNvSpPr>
            <a:spLocks noGrp="1"/>
          </p:cNvSpPr>
          <p:nvPr>
            <p:ph idx="1"/>
          </p:nvPr>
        </p:nvSpPr>
        <p:spPr/>
        <p:txBody>
          <a:bodyPr/>
          <a:lstStyle/>
          <a:p>
            <a:r>
              <a:rPr lang="en-US" sz="2000" dirty="0"/>
              <a:t>The project object(s) created with the SDK to connect to a Kingdom project need to be disposed when the client application is closing and the SDK project is no longer needed. Because the SDK uses some unmanaged third party libraries, if a project object is not properly disposed,  there could be memory leaks.</a:t>
            </a:r>
          </a:p>
          <a:p>
            <a:pPr marL="0" indent="0">
              <a:buNone/>
            </a:pPr>
            <a:endParaRPr lang="en-US" sz="2000" dirty="0"/>
          </a:p>
        </p:txBody>
      </p:sp>
      <p:sp>
        <p:nvSpPr>
          <p:cNvPr id="4" name="Slide Number Placeholder 3">
            <a:extLst>
              <a:ext uri="{FF2B5EF4-FFF2-40B4-BE49-F238E27FC236}">
                <a16:creationId xmlns:a16="http://schemas.microsoft.com/office/drawing/2014/main" id="{9A737660-A3F0-421D-90C3-9286F2825582}"/>
              </a:ext>
            </a:extLst>
          </p:cNvPr>
          <p:cNvSpPr>
            <a:spLocks noGrp="1"/>
          </p:cNvSpPr>
          <p:nvPr>
            <p:ph type="sldNum" sz="quarter" idx="12"/>
          </p:nvPr>
        </p:nvSpPr>
        <p:spPr/>
        <p:txBody>
          <a:bodyPr/>
          <a:lstStyle/>
          <a:p>
            <a:fld id="{4704619B-9823-F845-874B-2390AC991BC7}" type="slidenum">
              <a:rPr lang="en-US" smtClean="0"/>
              <a:t>6</a:t>
            </a:fld>
            <a:endParaRPr lang="en-US" dirty="0"/>
          </a:p>
        </p:txBody>
      </p:sp>
    </p:spTree>
    <p:extLst>
      <p:ext uri="{BB962C8B-B14F-4D97-AF65-F5344CB8AC3E}">
        <p14:creationId xmlns:p14="http://schemas.microsoft.com/office/powerpoint/2010/main" val="2421816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27E9B-46FB-4631-9F52-B1D09D58FAAA}"/>
              </a:ext>
            </a:extLst>
          </p:cNvPr>
          <p:cNvSpPr>
            <a:spLocks noGrp="1"/>
          </p:cNvSpPr>
          <p:nvPr>
            <p:ph type="title"/>
          </p:nvPr>
        </p:nvSpPr>
        <p:spPr/>
        <p:txBody>
          <a:bodyPr/>
          <a:lstStyle/>
          <a:p>
            <a:r>
              <a:rPr lang="en-US" dirty="0"/>
              <a:t>Chunk items to a smaller set number of records on saving</a:t>
            </a:r>
          </a:p>
        </p:txBody>
      </p:sp>
      <p:sp>
        <p:nvSpPr>
          <p:cNvPr id="3" name="Content Placeholder 2">
            <a:extLst>
              <a:ext uri="{FF2B5EF4-FFF2-40B4-BE49-F238E27FC236}">
                <a16:creationId xmlns:a16="http://schemas.microsoft.com/office/drawing/2014/main" id="{569CD0F3-DAFB-449D-BC60-4E9D9D77024F}"/>
              </a:ext>
            </a:extLst>
          </p:cNvPr>
          <p:cNvSpPr>
            <a:spLocks noGrp="1"/>
          </p:cNvSpPr>
          <p:nvPr>
            <p:ph idx="1"/>
          </p:nvPr>
        </p:nvSpPr>
        <p:spPr/>
        <p:txBody>
          <a:bodyPr/>
          <a:lstStyle/>
          <a:p>
            <a:r>
              <a:rPr lang="en-US" sz="2000" dirty="0"/>
              <a:t>To optimize performance, we recommend saving maximum of 300 records at a time.</a:t>
            </a:r>
          </a:p>
        </p:txBody>
      </p:sp>
      <p:sp>
        <p:nvSpPr>
          <p:cNvPr id="4" name="Slide Number Placeholder 3">
            <a:extLst>
              <a:ext uri="{FF2B5EF4-FFF2-40B4-BE49-F238E27FC236}">
                <a16:creationId xmlns:a16="http://schemas.microsoft.com/office/drawing/2014/main" id="{590902FC-56AA-4A15-A375-D7A69FE0E85E}"/>
              </a:ext>
            </a:extLst>
          </p:cNvPr>
          <p:cNvSpPr>
            <a:spLocks noGrp="1"/>
          </p:cNvSpPr>
          <p:nvPr>
            <p:ph type="sldNum" sz="quarter" idx="12"/>
          </p:nvPr>
        </p:nvSpPr>
        <p:spPr/>
        <p:txBody>
          <a:bodyPr/>
          <a:lstStyle/>
          <a:p>
            <a:fld id="{4704619B-9823-F845-874B-2390AC991BC7}" type="slidenum">
              <a:rPr lang="en-US" smtClean="0"/>
              <a:t>7</a:t>
            </a:fld>
            <a:endParaRPr lang="en-US" dirty="0"/>
          </a:p>
        </p:txBody>
      </p:sp>
    </p:spTree>
    <p:extLst>
      <p:ext uri="{BB962C8B-B14F-4D97-AF65-F5344CB8AC3E}">
        <p14:creationId xmlns:p14="http://schemas.microsoft.com/office/powerpoint/2010/main" val="3236413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1147-4664-4DCB-9811-0E6522E56E74}"/>
              </a:ext>
            </a:extLst>
          </p:cNvPr>
          <p:cNvSpPr>
            <a:spLocks noGrp="1"/>
          </p:cNvSpPr>
          <p:nvPr>
            <p:ph type="title"/>
          </p:nvPr>
        </p:nvSpPr>
        <p:spPr/>
        <p:txBody>
          <a:bodyPr/>
          <a:lstStyle/>
          <a:p>
            <a:r>
              <a:rPr lang="en-US" dirty="0"/>
              <a:t>Associations help save all related objects</a:t>
            </a:r>
          </a:p>
        </p:txBody>
      </p:sp>
      <p:sp>
        <p:nvSpPr>
          <p:cNvPr id="3" name="Content Placeholder 2">
            <a:extLst>
              <a:ext uri="{FF2B5EF4-FFF2-40B4-BE49-F238E27FC236}">
                <a16:creationId xmlns:a16="http://schemas.microsoft.com/office/drawing/2014/main" id="{03AD20C4-78DC-4CF2-B1AF-437D9AF781F8}"/>
              </a:ext>
            </a:extLst>
          </p:cNvPr>
          <p:cNvSpPr>
            <a:spLocks noGrp="1"/>
          </p:cNvSpPr>
          <p:nvPr>
            <p:ph idx="1"/>
          </p:nvPr>
        </p:nvSpPr>
        <p:spPr/>
        <p:txBody>
          <a:bodyPr/>
          <a:lstStyle/>
          <a:p>
            <a:r>
              <a:rPr lang="en-US" sz="2000" dirty="0"/>
              <a:t>Saving a Borehole object saves its related zone object(s), </a:t>
            </a:r>
            <a:r>
              <a:rPr lang="en-US" sz="2000" dirty="0" err="1"/>
              <a:t>zoneAttribDef</a:t>
            </a:r>
            <a:r>
              <a:rPr lang="en-US" sz="2000" dirty="0"/>
              <a:t> object(s), </a:t>
            </a:r>
            <a:r>
              <a:rPr lang="en-US" sz="2000" dirty="0" err="1"/>
              <a:t>zoneInterval</a:t>
            </a:r>
            <a:r>
              <a:rPr lang="en-US" sz="2000" dirty="0"/>
              <a:t> object(s), and </a:t>
            </a:r>
            <a:r>
              <a:rPr lang="en-US" sz="2000" dirty="0" err="1"/>
              <a:t>zoneAttributeFloat</a:t>
            </a:r>
            <a:r>
              <a:rPr lang="en-US" sz="2000" dirty="0"/>
              <a:t> object(s).</a:t>
            </a:r>
          </a:p>
          <a:p>
            <a:r>
              <a:rPr lang="en-US" sz="2000" dirty="0"/>
              <a:t>Refer: </a:t>
            </a:r>
            <a:r>
              <a:rPr lang="en-US" sz="2000" dirty="0" err="1"/>
              <a:t>FuncSavingOneSavesAll</a:t>
            </a:r>
            <a:endParaRPr lang="en-US" sz="2000" dirty="0"/>
          </a:p>
          <a:p>
            <a:r>
              <a:rPr lang="en-US" sz="2000" dirty="0"/>
              <a:t>(get diagram)</a:t>
            </a:r>
          </a:p>
        </p:txBody>
      </p:sp>
      <p:sp>
        <p:nvSpPr>
          <p:cNvPr id="4" name="Slide Number Placeholder 3">
            <a:extLst>
              <a:ext uri="{FF2B5EF4-FFF2-40B4-BE49-F238E27FC236}">
                <a16:creationId xmlns:a16="http://schemas.microsoft.com/office/drawing/2014/main" id="{EC135FFD-8A29-4509-A4F9-038DF6DAD5FE}"/>
              </a:ext>
            </a:extLst>
          </p:cNvPr>
          <p:cNvSpPr>
            <a:spLocks noGrp="1"/>
          </p:cNvSpPr>
          <p:nvPr>
            <p:ph type="sldNum" sz="quarter" idx="12"/>
          </p:nvPr>
        </p:nvSpPr>
        <p:spPr/>
        <p:txBody>
          <a:bodyPr/>
          <a:lstStyle/>
          <a:p>
            <a:fld id="{4704619B-9823-F845-874B-2390AC991BC7}" type="slidenum">
              <a:rPr lang="en-US" smtClean="0"/>
              <a:t>8</a:t>
            </a:fld>
            <a:endParaRPr lang="en-US" dirty="0"/>
          </a:p>
        </p:txBody>
      </p:sp>
    </p:spTree>
    <p:extLst>
      <p:ext uri="{BB962C8B-B14F-4D97-AF65-F5344CB8AC3E}">
        <p14:creationId xmlns:p14="http://schemas.microsoft.com/office/powerpoint/2010/main" val="3780233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2866B-0ADD-4C4D-824D-AB67384B12A9}"/>
              </a:ext>
            </a:extLst>
          </p:cNvPr>
          <p:cNvSpPr>
            <a:spLocks noGrp="1"/>
          </p:cNvSpPr>
          <p:nvPr>
            <p:ph type="title"/>
          </p:nvPr>
        </p:nvSpPr>
        <p:spPr/>
        <p:txBody>
          <a:bodyPr/>
          <a:lstStyle/>
          <a:p>
            <a:r>
              <a:rPr lang="en-US" dirty="0"/>
              <a:t>Limit operations inside the context</a:t>
            </a:r>
          </a:p>
        </p:txBody>
      </p:sp>
      <p:sp>
        <p:nvSpPr>
          <p:cNvPr id="3" name="Content Placeholder 2">
            <a:extLst>
              <a:ext uri="{FF2B5EF4-FFF2-40B4-BE49-F238E27FC236}">
                <a16:creationId xmlns:a16="http://schemas.microsoft.com/office/drawing/2014/main" id="{6D4F96AD-3658-47F3-8CA4-DFC027E16DA7}"/>
              </a:ext>
            </a:extLst>
          </p:cNvPr>
          <p:cNvSpPr>
            <a:spLocks noGrp="1"/>
          </p:cNvSpPr>
          <p:nvPr>
            <p:ph idx="1"/>
          </p:nvPr>
        </p:nvSpPr>
        <p:spPr/>
        <p:txBody>
          <a:bodyPr/>
          <a:lstStyle/>
          <a:p>
            <a:r>
              <a:rPr lang="en-US" sz="2000" dirty="0"/>
              <a:t>Limit operations inside the context to context-related operations, i.e. add/delete/update/edit and the save changes action</a:t>
            </a:r>
          </a:p>
          <a:p>
            <a:r>
              <a:rPr lang="en-US" sz="2000" dirty="0"/>
              <a:t>Mapping objects to and from the Kingdom objects and other non-related operations should be done outside of the context</a:t>
            </a:r>
          </a:p>
        </p:txBody>
      </p:sp>
      <p:sp>
        <p:nvSpPr>
          <p:cNvPr id="4" name="Slide Number Placeholder 3">
            <a:extLst>
              <a:ext uri="{FF2B5EF4-FFF2-40B4-BE49-F238E27FC236}">
                <a16:creationId xmlns:a16="http://schemas.microsoft.com/office/drawing/2014/main" id="{2A656C83-3DD2-4CBC-B297-07A8CA721CE1}"/>
              </a:ext>
            </a:extLst>
          </p:cNvPr>
          <p:cNvSpPr>
            <a:spLocks noGrp="1"/>
          </p:cNvSpPr>
          <p:nvPr>
            <p:ph type="sldNum" sz="quarter" idx="12"/>
          </p:nvPr>
        </p:nvSpPr>
        <p:spPr/>
        <p:txBody>
          <a:bodyPr/>
          <a:lstStyle/>
          <a:p>
            <a:fld id="{4704619B-9823-F845-874B-2390AC991BC7}" type="slidenum">
              <a:rPr lang="en-US" smtClean="0"/>
              <a:t>9</a:t>
            </a:fld>
            <a:endParaRPr lang="en-US" dirty="0"/>
          </a:p>
        </p:txBody>
      </p:sp>
    </p:spTree>
    <p:extLst>
      <p:ext uri="{BB962C8B-B14F-4D97-AF65-F5344CB8AC3E}">
        <p14:creationId xmlns:p14="http://schemas.microsoft.com/office/powerpoint/2010/main" val="331625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65439-E634-418A-BBA4-489F7EA357BB}"/>
              </a:ext>
            </a:extLst>
          </p:cNvPr>
          <p:cNvSpPr>
            <a:spLocks noGrp="1"/>
          </p:cNvSpPr>
          <p:nvPr>
            <p:ph type="title"/>
          </p:nvPr>
        </p:nvSpPr>
        <p:spPr/>
        <p:txBody>
          <a:bodyPr/>
          <a:lstStyle/>
          <a:p>
            <a:r>
              <a:rPr lang="en-US" dirty="0"/>
              <a:t>Unique key/ID required for 2 objects in the same context</a:t>
            </a:r>
          </a:p>
        </p:txBody>
      </p:sp>
      <p:sp>
        <p:nvSpPr>
          <p:cNvPr id="3" name="Content Placeholder 2">
            <a:extLst>
              <a:ext uri="{FF2B5EF4-FFF2-40B4-BE49-F238E27FC236}">
                <a16:creationId xmlns:a16="http://schemas.microsoft.com/office/drawing/2014/main" id="{99E03B1B-D65D-486B-8B0A-4C17149F9A41}"/>
              </a:ext>
            </a:extLst>
          </p:cNvPr>
          <p:cNvSpPr>
            <a:spLocks noGrp="1"/>
          </p:cNvSpPr>
          <p:nvPr>
            <p:ph idx="1"/>
          </p:nvPr>
        </p:nvSpPr>
        <p:spPr/>
        <p:txBody>
          <a:bodyPr/>
          <a:lstStyle/>
          <a:p>
            <a:pPr hangingPunct="0"/>
            <a:r>
              <a:rPr lang="en-US" sz="2000" dirty="0"/>
              <a:t>SDK does not allow two objects of one data type to have same natural key or Id under the same context</a:t>
            </a:r>
          </a:p>
          <a:p>
            <a:r>
              <a:rPr lang="en-US" sz="2000" dirty="0"/>
              <a:t>Refer: </a:t>
            </a:r>
            <a:r>
              <a:rPr lang="en-US" sz="2000" dirty="0" err="1"/>
              <a:t>FuncSameNaturalKeyOrIdUnderOneContext</a:t>
            </a:r>
            <a:endParaRPr lang="en-US" sz="2000" dirty="0"/>
          </a:p>
        </p:txBody>
      </p:sp>
      <p:sp>
        <p:nvSpPr>
          <p:cNvPr id="4" name="Slide Number Placeholder 3">
            <a:extLst>
              <a:ext uri="{FF2B5EF4-FFF2-40B4-BE49-F238E27FC236}">
                <a16:creationId xmlns:a16="http://schemas.microsoft.com/office/drawing/2014/main" id="{C976DEC9-EE5D-4310-BCC1-C08C71BFF013}"/>
              </a:ext>
            </a:extLst>
          </p:cNvPr>
          <p:cNvSpPr>
            <a:spLocks noGrp="1"/>
          </p:cNvSpPr>
          <p:nvPr>
            <p:ph type="sldNum" sz="quarter" idx="12"/>
          </p:nvPr>
        </p:nvSpPr>
        <p:spPr/>
        <p:txBody>
          <a:bodyPr/>
          <a:lstStyle/>
          <a:p>
            <a:fld id="{4704619B-9823-F845-874B-2390AC991BC7}" type="slidenum">
              <a:rPr lang="en-US" smtClean="0"/>
              <a:t>10</a:t>
            </a:fld>
            <a:endParaRPr lang="en-US" dirty="0"/>
          </a:p>
        </p:txBody>
      </p:sp>
    </p:spTree>
    <p:extLst>
      <p:ext uri="{BB962C8B-B14F-4D97-AF65-F5344CB8AC3E}">
        <p14:creationId xmlns:p14="http://schemas.microsoft.com/office/powerpoint/2010/main" val="3219210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80100-C4AC-494D-8343-5F8CC4F84BEF}"/>
              </a:ext>
            </a:extLst>
          </p:cNvPr>
          <p:cNvSpPr>
            <a:spLocks noGrp="1"/>
          </p:cNvSpPr>
          <p:nvPr>
            <p:ph type="title"/>
          </p:nvPr>
        </p:nvSpPr>
        <p:spPr/>
        <p:txBody>
          <a:bodyPr/>
          <a:lstStyle/>
          <a:p>
            <a:r>
              <a:rPr lang="en-US" dirty="0"/>
              <a:t>Updating/deleting by ID/Key</a:t>
            </a:r>
          </a:p>
        </p:txBody>
      </p:sp>
      <p:sp>
        <p:nvSpPr>
          <p:cNvPr id="3" name="Content Placeholder 2">
            <a:extLst>
              <a:ext uri="{FF2B5EF4-FFF2-40B4-BE49-F238E27FC236}">
                <a16:creationId xmlns:a16="http://schemas.microsoft.com/office/drawing/2014/main" id="{524667FB-F26B-4D8C-A951-DF551C2D1F30}"/>
              </a:ext>
            </a:extLst>
          </p:cNvPr>
          <p:cNvSpPr>
            <a:spLocks noGrp="1"/>
          </p:cNvSpPr>
          <p:nvPr>
            <p:ph idx="1"/>
          </p:nvPr>
        </p:nvSpPr>
        <p:spPr/>
        <p:txBody>
          <a:bodyPr/>
          <a:lstStyle/>
          <a:p>
            <a:pPr hangingPunct="0"/>
            <a:r>
              <a:rPr lang="en-US" sz="2000" dirty="0"/>
              <a:t>Use the Id or Natural key to identify the database record (Id takes the precedence)</a:t>
            </a:r>
          </a:p>
          <a:p>
            <a:pPr hangingPunct="0"/>
            <a:r>
              <a:rPr lang="en-US" sz="2000" dirty="0"/>
              <a:t>For Update set Id/Natural key and the values that need to be updated</a:t>
            </a:r>
          </a:p>
          <a:p>
            <a:pPr hangingPunct="0"/>
            <a:r>
              <a:rPr lang="en-US" sz="2000" dirty="0"/>
              <a:t>For Delete set Id/Natural key</a:t>
            </a:r>
          </a:p>
          <a:p>
            <a:r>
              <a:rPr lang="en-US" sz="2000" dirty="0"/>
              <a:t>Refer: </a:t>
            </a:r>
            <a:r>
              <a:rPr lang="en-US" sz="2000" dirty="0" err="1"/>
              <a:t>PerfUpdateDeleteTests</a:t>
            </a:r>
            <a:endParaRPr lang="en-US" sz="2000" dirty="0"/>
          </a:p>
        </p:txBody>
      </p:sp>
      <p:sp>
        <p:nvSpPr>
          <p:cNvPr id="4" name="Slide Number Placeholder 3">
            <a:extLst>
              <a:ext uri="{FF2B5EF4-FFF2-40B4-BE49-F238E27FC236}">
                <a16:creationId xmlns:a16="http://schemas.microsoft.com/office/drawing/2014/main" id="{7B729548-55C2-4167-BAFA-48389F687BFC}"/>
              </a:ext>
            </a:extLst>
          </p:cNvPr>
          <p:cNvSpPr>
            <a:spLocks noGrp="1"/>
          </p:cNvSpPr>
          <p:nvPr>
            <p:ph type="sldNum" sz="quarter" idx="12"/>
          </p:nvPr>
        </p:nvSpPr>
        <p:spPr/>
        <p:txBody>
          <a:bodyPr/>
          <a:lstStyle/>
          <a:p>
            <a:fld id="{4704619B-9823-F845-874B-2390AC991BC7}" type="slidenum">
              <a:rPr lang="en-US" smtClean="0"/>
              <a:t>11</a:t>
            </a:fld>
            <a:endParaRPr lang="en-US" dirty="0"/>
          </a:p>
        </p:txBody>
      </p:sp>
    </p:spTree>
    <p:extLst>
      <p:ext uri="{BB962C8B-B14F-4D97-AF65-F5344CB8AC3E}">
        <p14:creationId xmlns:p14="http://schemas.microsoft.com/office/powerpoint/2010/main" val="695726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AD401-8CEF-413E-8DB8-61B0F7E79518}"/>
              </a:ext>
            </a:extLst>
          </p:cNvPr>
          <p:cNvSpPr>
            <a:spLocks noGrp="1"/>
          </p:cNvSpPr>
          <p:nvPr>
            <p:ph type="title"/>
          </p:nvPr>
        </p:nvSpPr>
        <p:spPr/>
        <p:txBody>
          <a:bodyPr/>
          <a:lstStyle/>
          <a:p>
            <a:r>
              <a:rPr lang="en-US" dirty="0"/>
              <a:t>Deleting parent objects</a:t>
            </a:r>
          </a:p>
        </p:txBody>
      </p:sp>
      <p:sp>
        <p:nvSpPr>
          <p:cNvPr id="3" name="Content Placeholder 2">
            <a:extLst>
              <a:ext uri="{FF2B5EF4-FFF2-40B4-BE49-F238E27FC236}">
                <a16:creationId xmlns:a16="http://schemas.microsoft.com/office/drawing/2014/main" id="{9D29D735-E656-4A8D-83D3-6141D08004F1}"/>
              </a:ext>
            </a:extLst>
          </p:cNvPr>
          <p:cNvSpPr>
            <a:spLocks noGrp="1"/>
          </p:cNvSpPr>
          <p:nvPr>
            <p:ph idx="1"/>
          </p:nvPr>
        </p:nvSpPr>
        <p:spPr/>
        <p:txBody>
          <a:bodyPr/>
          <a:lstStyle/>
          <a:p>
            <a:pPr hangingPunct="0"/>
            <a:r>
              <a:rPr lang="en-US" sz="2000" dirty="0"/>
              <a:t>Deleting a parent object deletes all children</a:t>
            </a:r>
          </a:p>
          <a:p>
            <a:pPr hangingPunct="0"/>
            <a:r>
              <a:rPr lang="en-US" sz="2000" dirty="0"/>
              <a:t>When a zone is deleted through SDK, SDK will clean </a:t>
            </a:r>
            <a:r>
              <a:rPr lang="en-US" sz="2000" dirty="0" err="1"/>
              <a:t>ZoneAttribDef</a:t>
            </a:r>
            <a:r>
              <a:rPr lang="en-US" sz="2000" dirty="0"/>
              <a:t>, </a:t>
            </a:r>
            <a:r>
              <a:rPr lang="en-US" sz="2000" dirty="0" err="1"/>
              <a:t>ZoneInterval</a:t>
            </a:r>
            <a:r>
              <a:rPr lang="en-US" sz="2000" dirty="0"/>
              <a:t>, </a:t>
            </a:r>
            <a:r>
              <a:rPr lang="en-US" sz="2000" dirty="0" err="1"/>
              <a:t>ZoneAttributeFloat</a:t>
            </a:r>
            <a:endParaRPr lang="en-US" sz="2000" dirty="0"/>
          </a:p>
          <a:p>
            <a:pPr hangingPunct="0"/>
            <a:r>
              <a:rPr lang="en-US" sz="2000" dirty="0"/>
              <a:t>Refer: </a:t>
            </a:r>
            <a:r>
              <a:rPr lang="en-US" sz="2000" dirty="0" err="1"/>
              <a:t>FuncDeleteParentDeletesChildren</a:t>
            </a:r>
            <a:endParaRPr lang="en-US" sz="2000" dirty="0"/>
          </a:p>
        </p:txBody>
      </p:sp>
      <p:sp>
        <p:nvSpPr>
          <p:cNvPr id="4" name="Slide Number Placeholder 3">
            <a:extLst>
              <a:ext uri="{FF2B5EF4-FFF2-40B4-BE49-F238E27FC236}">
                <a16:creationId xmlns:a16="http://schemas.microsoft.com/office/drawing/2014/main" id="{F3C85DFB-1E38-4F10-B049-81617B1B8A28}"/>
              </a:ext>
            </a:extLst>
          </p:cNvPr>
          <p:cNvSpPr>
            <a:spLocks noGrp="1"/>
          </p:cNvSpPr>
          <p:nvPr>
            <p:ph type="sldNum" sz="quarter" idx="12"/>
          </p:nvPr>
        </p:nvSpPr>
        <p:spPr/>
        <p:txBody>
          <a:bodyPr/>
          <a:lstStyle/>
          <a:p>
            <a:fld id="{4704619B-9823-F845-874B-2390AC991BC7}" type="slidenum">
              <a:rPr lang="en-US" smtClean="0"/>
              <a:t>12</a:t>
            </a:fld>
            <a:endParaRPr lang="en-US" dirty="0"/>
          </a:p>
        </p:txBody>
      </p:sp>
    </p:spTree>
    <p:extLst>
      <p:ext uri="{BB962C8B-B14F-4D97-AF65-F5344CB8AC3E}">
        <p14:creationId xmlns:p14="http://schemas.microsoft.com/office/powerpoint/2010/main" val="2979095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5B0C6-8C58-4F83-854D-DBE1E2586DC4}"/>
              </a:ext>
            </a:extLst>
          </p:cNvPr>
          <p:cNvSpPr>
            <a:spLocks noGrp="1"/>
          </p:cNvSpPr>
          <p:nvPr>
            <p:ph type="title"/>
          </p:nvPr>
        </p:nvSpPr>
        <p:spPr/>
        <p:txBody>
          <a:bodyPr/>
          <a:lstStyle/>
          <a:p>
            <a:r>
              <a:rPr lang="en-US" dirty="0"/>
              <a:t>Use Projection for a single entity</a:t>
            </a:r>
          </a:p>
        </p:txBody>
      </p:sp>
      <p:sp>
        <p:nvSpPr>
          <p:cNvPr id="3" name="Content Placeholder 2">
            <a:extLst>
              <a:ext uri="{FF2B5EF4-FFF2-40B4-BE49-F238E27FC236}">
                <a16:creationId xmlns:a16="http://schemas.microsoft.com/office/drawing/2014/main" id="{0BE75F3C-80F8-4329-8941-02659113BF8A}"/>
              </a:ext>
            </a:extLst>
          </p:cNvPr>
          <p:cNvSpPr>
            <a:spLocks noGrp="1"/>
          </p:cNvSpPr>
          <p:nvPr>
            <p:ph idx="1"/>
          </p:nvPr>
        </p:nvSpPr>
        <p:spPr/>
        <p:txBody>
          <a:bodyPr/>
          <a:lstStyle/>
          <a:p>
            <a:pPr hangingPunct="0"/>
            <a:r>
              <a:rPr lang="en-US" sz="2000" dirty="0"/>
              <a:t>When querying a complete record, using projection has a better performance than getting the whole object</a:t>
            </a:r>
          </a:p>
          <a:p>
            <a:r>
              <a:rPr lang="en-US" sz="2000" dirty="0"/>
              <a:t>Refer: </a:t>
            </a:r>
            <a:r>
              <a:rPr lang="en-US" sz="2000" dirty="0" err="1"/>
              <a:t>PerfProjection</a:t>
            </a:r>
            <a:r>
              <a:rPr lang="en-US" sz="2000" dirty="0"/>
              <a:t>, </a:t>
            </a:r>
            <a:r>
              <a:rPr lang="en-US" sz="2000" dirty="0" err="1"/>
              <a:t>FuncGetOperations</a:t>
            </a:r>
            <a:endParaRPr lang="en-US" sz="2000" dirty="0"/>
          </a:p>
        </p:txBody>
      </p:sp>
      <p:sp>
        <p:nvSpPr>
          <p:cNvPr id="4" name="Slide Number Placeholder 3">
            <a:extLst>
              <a:ext uri="{FF2B5EF4-FFF2-40B4-BE49-F238E27FC236}">
                <a16:creationId xmlns:a16="http://schemas.microsoft.com/office/drawing/2014/main" id="{BF954F1F-8DD6-42B2-B07B-4BF28E56F310}"/>
              </a:ext>
            </a:extLst>
          </p:cNvPr>
          <p:cNvSpPr>
            <a:spLocks noGrp="1"/>
          </p:cNvSpPr>
          <p:nvPr>
            <p:ph type="sldNum" sz="quarter" idx="12"/>
          </p:nvPr>
        </p:nvSpPr>
        <p:spPr/>
        <p:txBody>
          <a:bodyPr/>
          <a:lstStyle/>
          <a:p>
            <a:fld id="{4704619B-9823-F845-874B-2390AC991BC7}" type="slidenum">
              <a:rPr lang="en-US" smtClean="0"/>
              <a:t>13</a:t>
            </a:fld>
            <a:endParaRPr lang="en-US" dirty="0"/>
          </a:p>
        </p:txBody>
      </p:sp>
    </p:spTree>
    <p:extLst>
      <p:ext uri="{BB962C8B-B14F-4D97-AF65-F5344CB8AC3E}">
        <p14:creationId xmlns:p14="http://schemas.microsoft.com/office/powerpoint/2010/main" val="28824388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68BEB-0837-4F44-B464-262A96575A3C}"/>
              </a:ext>
            </a:extLst>
          </p:cNvPr>
          <p:cNvSpPr>
            <a:spLocks noGrp="1"/>
          </p:cNvSpPr>
          <p:nvPr>
            <p:ph type="title"/>
          </p:nvPr>
        </p:nvSpPr>
        <p:spPr/>
        <p:txBody>
          <a:bodyPr/>
          <a:lstStyle/>
          <a:p>
            <a:r>
              <a:rPr lang="en-US" dirty="0"/>
              <a:t>Use Projections carefully</a:t>
            </a:r>
          </a:p>
        </p:txBody>
      </p:sp>
      <p:sp>
        <p:nvSpPr>
          <p:cNvPr id="3" name="Content Placeholder 2">
            <a:extLst>
              <a:ext uri="{FF2B5EF4-FFF2-40B4-BE49-F238E27FC236}">
                <a16:creationId xmlns:a16="http://schemas.microsoft.com/office/drawing/2014/main" id="{C9C07EC3-74D4-466B-9917-72FC993E3C65}"/>
              </a:ext>
            </a:extLst>
          </p:cNvPr>
          <p:cNvSpPr>
            <a:spLocks noGrp="1"/>
          </p:cNvSpPr>
          <p:nvPr>
            <p:ph idx="1"/>
          </p:nvPr>
        </p:nvSpPr>
        <p:spPr/>
        <p:txBody>
          <a:bodyPr/>
          <a:lstStyle/>
          <a:p>
            <a:pPr hangingPunct="0"/>
            <a:r>
              <a:rPr lang="en-US" sz="2000" dirty="0"/>
              <a:t>Oracle cannot handle many navigation properties</a:t>
            </a:r>
          </a:p>
          <a:p>
            <a:r>
              <a:rPr lang="en-US" sz="2000" dirty="0"/>
              <a:t>Refer: </a:t>
            </a:r>
            <a:r>
              <a:rPr lang="en-US" sz="2000" dirty="0" err="1"/>
              <a:t>FuncMoreNavigationItemsInProjection</a:t>
            </a:r>
            <a:endParaRPr lang="en-US" sz="2000" dirty="0"/>
          </a:p>
        </p:txBody>
      </p:sp>
      <p:sp>
        <p:nvSpPr>
          <p:cNvPr id="4" name="Slide Number Placeholder 3">
            <a:extLst>
              <a:ext uri="{FF2B5EF4-FFF2-40B4-BE49-F238E27FC236}">
                <a16:creationId xmlns:a16="http://schemas.microsoft.com/office/drawing/2014/main" id="{DFF9EFA7-E135-478F-B08C-D2487B6537C0}"/>
              </a:ext>
            </a:extLst>
          </p:cNvPr>
          <p:cNvSpPr>
            <a:spLocks noGrp="1"/>
          </p:cNvSpPr>
          <p:nvPr>
            <p:ph type="sldNum" sz="quarter" idx="12"/>
          </p:nvPr>
        </p:nvSpPr>
        <p:spPr/>
        <p:txBody>
          <a:bodyPr/>
          <a:lstStyle/>
          <a:p>
            <a:fld id="{4704619B-9823-F845-874B-2390AC991BC7}" type="slidenum">
              <a:rPr lang="en-US" smtClean="0"/>
              <a:t>14</a:t>
            </a:fld>
            <a:endParaRPr lang="en-US" dirty="0"/>
          </a:p>
        </p:txBody>
      </p:sp>
    </p:spTree>
    <p:extLst>
      <p:ext uri="{BB962C8B-B14F-4D97-AF65-F5344CB8AC3E}">
        <p14:creationId xmlns:p14="http://schemas.microsoft.com/office/powerpoint/2010/main" val="524596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BFE3-7563-445C-B94B-8841E47E21BE}"/>
              </a:ext>
            </a:extLst>
          </p:cNvPr>
          <p:cNvSpPr>
            <a:spLocks noGrp="1"/>
          </p:cNvSpPr>
          <p:nvPr>
            <p:ph type="title"/>
          </p:nvPr>
        </p:nvSpPr>
        <p:spPr/>
        <p:txBody>
          <a:bodyPr/>
          <a:lstStyle/>
          <a:p>
            <a:r>
              <a:rPr lang="en-US" dirty="0"/>
              <a:t>Use Contains carefully</a:t>
            </a:r>
          </a:p>
        </p:txBody>
      </p:sp>
      <p:sp>
        <p:nvSpPr>
          <p:cNvPr id="3" name="Content Placeholder 2">
            <a:extLst>
              <a:ext uri="{FF2B5EF4-FFF2-40B4-BE49-F238E27FC236}">
                <a16:creationId xmlns:a16="http://schemas.microsoft.com/office/drawing/2014/main" id="{B2D405AA-B794-4458-A982-084A50C8A83E}"/>
              </a:ext>
            </a:extLst>
          </p:cNvPr>
          <p:cNvSpPr>
            <a:spLocks noGrp="1"/>
          </p:cNvSpPr>
          <p:nvPr>
            <p:ph idx="1"/>
          </p:nvPr>
        </p:nvSpPr>
        <p:spPr/>
        <p:txBody>
          <a:bodyPr/>
          <a:lstStyle/>
          <a:p>
            <a:pPr hangingPunct="0"/>
            <a:r>
              <a:rPr lang="en-US" sz="2000" dirty="0"/>
              <a:t>Using contains with strings is a big performance hit</a:t>
            </a:r>
          </a:p>
          <a:p>
            <a:r>
              <a:rPr lang="en-US" sz="2000" dirty="0"/>
              <a:t>Refer: </a:t>
            </a:r>
            <a:r>
              <a:rPr lang="en-US" sz="2000" dirty="0" err="1"/>
              <a:t>PerfUsingContainsWithStrings</a:t>
            </a:r>
            <a:endParaRPr lang="en-US" sz="2000" dirty="0"/>
          </a:p>
        </p:txBody>
      </p:sp>
      <p:sp>
        <p:nvSpPr>
          <p:cNvPr id="4" name="Slide Number Placeholder 3">
            <a:extLst>
              <a:ext uri="{FF2B5EF4-FFF2-40B4-BE49-F238E27FC236}">
                <a16:creationId xmlns:a16="http://schemas.microsoft.com/office/drawing/2014/main" id="{3AA396D6-8C4D-4FF5-9161-5091DDFB345C}"/>
              </a:ext>
            </a:extLst>
          </p:cNvPr>
          <p:cNvSpPr>
            <a:spLocks noGrp="1"/>
          </p:cNvSpPr>
          <p:nvPr>
            <p:ph type="sldNum" sz="quarter" idx="12"/>
          </p:nvPr>
        </p:nvSpPr>
        <p:spPr/>
        <p:txBody>
          <a:bodyPr/>
          <a:lstStyle/>
          <a:p>
            <a:fld id="{4704619B-9823-F845-874B-2390AC991BC7}" type="slidenum">
              <a:rPr lang="en-US" smtClean="0"/>
              <a:t>15</a:t>
            </a:fld>
            <a:endParaRPr lang="en-US" dirty="0"/>
          </a:p>
        </p:txBody>
      </p:sp>
    </p:spTree>
    <p:extLst>
      <p:ext uri="{BB962C8B-B14F-4D97-AF65-F5344CB8AC3E}">
        <p14:creationId xmlns:p14="http://schemas.microsoft.com/office/powerpoint/2010/main" val="4079001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E7840-F256-4847-AA05-465E71B99CE4}"/>
              </a:ext>
            </a:extLst>
          </p:cNvPr>
          <p:cNvSpPr>
            <a:spLocks noGrp="1"/>
          </p:cNvSpPr>
          <p:nvPr>
            <p:ph type="title"/>
          </p:nvPr>
        </p:nvSpPr>
        <p:spPr/>
        <p:txBody>
          <a:bodyPr/>
          <a:lstStyle/>
          <a:p>
            <a:r>
              <a:rPr lang="en-US" dirty="0"/>
              <a:t>Legacy null values</a:t>
            </a:r>
          </a:p>
        </p:txBody>
      </p:sp>
      <p:sp>
        <p:nvSpPr>
          <p:cNvPr id="3" name="Content Placeholder 2">
            <a:extLst>
              <a:ext uri="{FF2B5EF4-FFF2-40B4-BE49-F238E27FC236}">
                <a16:creationId xmlns:a16="http://schemas.microsoft.com/office/drawing/2014/main" id="{F17D106B-C06F-4DFF-8870-212739C26B85}"/>
              </a:ext>
            </a:extLst>
          </p:cNvPr>
          <p:cNvSpPr>
            <a:spLocks noGrp="1"/>
          </p:cNvSpPr>
          <p:nvPr>
            <p:ph idx="1"/>
          </p:nvPr>
        </p:nvSpPr>
        <p:spPr/>
        <p:txBody>
          <a:bodyPr/>
          <a:lstStyle/>
          <a:p>
            <a:r>
              <a:rPr lang="en-US" sz="2000" dirty="0"/>
              <a:t>Some legacy data might use special values to represent null. We have a </a:t>
            </a:r>
            <a:r>
              <a:rPr lang="en-US" sz="2000" dirty="0" err="1"/>
              <a:t>KingdomConstants</a:t>
            </a:r>
            <a:r>
              <a:rPr lang="en-US" sz="2000" dirty="0"/>
              <a:t> class in </a:t>
            </a:r>
            <a:r>
              <a:rPr lang="en-US" sz="2000" dirty="0" err="1"/>
              <a:t>IHS.Kingdom.WellQuery.Models</a:t>
            </a:r>
            <a:r>
              <a:rPr lang="en-US" sz="2000" dirty="0"/>
              <a:t> that represent all of these null values.</a:t>
            </a:r>
          </a:p>
        </p:txBody>
      </p:sp>
      <p:sp>
        <p:nvSpPr>
          <p:cNvPr id="4" name="Slide Number Placeholder 3">
            <a:extLst>
              <a:ext uri="{FF2B5EF4-FFF2-40B4-BE49-F238E27FC236}">
                <a16:creationId xmlns:a16="http://schemas.microsoft.com/office/drawing/2014/main" id="{152BAFB4-1A4D-43CC-971D-ABFE7966B3B8}"/>
              </a:ext>
            </a:extLst>
          </p:cNvPr>
          <p:cNvSpPr>
            <a:spLocks noGrp="1"/>
          </p:cNvSpPr>
          <p:nvPr>
            <p:ph type="sldNum" sz="quarter" idx="12"/>
          </p:nvPr>
        </p:nvSpPr>
        <p:spPr/>
        <p:txBody>
          <a:bodyPr/>
          <a:lstStyle/>
          <a:p>
            <a:fld id="{4704619B-9823-F845-874B-2390AC991BC7}" type="slidenum">
              <a:rPr lang="en-US" smtClean="0"/>
              <a:t>16</a:t>
            </a:fld>
            <a:endParaRPr lang="en-US" dirty="0"/>
          </a:p>
        </p:txBody>
      </p:sp>
    </p:spTree>
    <p:extLst>
      <p:ext uri="{BB962C8B-B14F-4D97-AF65-F5344CB8AC3E}">
        <p14:creationId xmlns:p14="http://schemas.microsoft.com/office/powerpoint/2010/main" val="27859090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BC7C1-B9CB-43A6-85A9-55AE5A7712D0}"/>
              </a:ext>
            </a:extLst>
          </p:cNvPr>
          <p:cNvSpPr>
            <a:spLocks noGrp="1"/>
          </p:cNvSpPr>
          <p:nvPr>
            <p:ph type="title"/>
          </p:nvPr>
        </p:nvSpPr>
        <p:spPr/>
        <p:txBody>
          <a:bodyPr/>
          <a:lstStyle/>
          <a:p>
            <a:r>
              <a:rPr lang="en-US" dirty="0"/>
              <a:t>Get all is much faster than get with contains</a:t>
            </a:r>
          </a:p>
        </p:txBody>
      </p:sp>
      <p:sp>
        <p:nvSpPr>
          <p:cNvPr id="3" name="Content Placeholder 2">
            <a:extLst>
              <a:ext uri="{FF2B5EF4-FFF2-40B4-BE49-F238E27FC236}">
                <a16:creationId xmlns:a16="http://schemas.microsoft.com/office/drawing/2014/main" id="{8D66C2C4-1002-4C16-8088-7547F350F7E5}"/>
              </a:ext>
            </a:extLst>
          </p:cNvPr>
          <p:cNvSpPr>
            <a:spLocks noGrp="1"/>
          </p:cNvSpPr>
          <p:nvPr>
            <p:ph idx="1"/>
          </p:nvPr>
        </p:nvSpPr>
        <p:spPr/>
        <p:txBody>
          <a:bodyPr/>
          <a:lstStyle/>
          <a:p>
            <a:r>
              <a:rPr lang="en-US" sz="2000" dirty="0"/>
              <a:t>Consider the tradeoff between mem usage vs performance.</a:t>
            </a:r>
          </a:p>
        </p:txBody>
      </p:sp>
      <p:sp>
        <p:nvSpPr>
          <p:cNvPr id="4" name="Slide Number Placeholder 3">
            <a:extLst>
              <a:ext uri="{FF2B5EF4-FFF2-40B4-BE49-F238E27FC236}">
                <a16:creationId xmlns:a16="http://schemas.microsoft.com/office/drawing/2014/main" id="{171DDA66-01B9-40EF-B988-B37BA0E5F508}"/>
              </a:ext>
            </a:extLst>
          </p:cNvPr>
          <p:cNvSpPr>
            <a:spLocks noGrp="1"/>
          </p:cNvSpPr>
          <p:nvPr>
            <p:ph type="sldNum" sz="quarter" idx="12"/>
          </p:nvPr>
        </p:nvSpPr>
        <p:spPr/>
        <p:txBody>
          <a:bodyPr/>
          <a:lstStyle/>
          <a:p>
            <a:fld id="{4704619B-9823-F845-874B-2390AC991BC7}" type="slidenum">
              <a:rPr lang="en-US" smtClean="0"/>
              <a:t>17</a:t>
            </a:fld>
            <a:endParaRPr lang="en-US" dirty="0"/>
          </a:p>
        </p:txBody>
      </p:sp>
    </p:spTree>
    <p:extLst>
      <p:ext uri="{BB962C8B-B14F-4D97-AF65-F5344CB8AC3E}">
        <p14:creationId xmlns:p14="http://schemas.microsoft.com/office/powerpoint/2010/main" val="3619416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22C20-0F02-43C9-9AB8-2A44349F078E}"/>
              </a:ext>
            </a:extLst>
          </p:cNvPr>
          <p:cNvSpPr>
            <a:spLocks noGrp="1"/>
          </p:cNvSpPr>
          <p:nvPr>
            <p:ph type="title"/>
          </p:nvPr>
        </p:nvSpPr>
        <p:spPr/>
        <p:txBody>
          <a:bodyPr/>
          <a:lstStyle/>
          <a:p>
            <a:r>
              <a:rPr lang="en-US" dirty="0"/>
              <a:t>Data ordering between SQL vs Oracle</a:t>
            </a:r>
          </a:p>
        </p:txBody>
      </p:sp>
      <p:sp>
        <p:nvSpPr>
          <p:cNvPr id="3" name="Content Placeholder 2">
            <a:extLst>
              <a:ext uri="{FF2B5EF4-FFF2-40B4-BE49-F238E27FC236}">
                <a16:creationId xmlns:a16="http://schemas.microsoft.com/office/drawing/2014/main" id="{A36CCD55-A4D6-487F-B433-789E66ED34BD}"/>
              </a:ext>
            </a:extLst>
          </p:cNvPr>
          <p:cNvSpPr>
            <a:spLocks noGrp="1"/>
          </p:cNvSpPr>
          <p:nvPr>
            <p:ph idx="1"/>
          </p:nvPr>
        </p:nvSpPr>
        <p:spPr/>
        <p:txBody>
          <a:bodyPr/>
          <a:lstStyle/>
          <a:p>
            <a:pPr hangingPunct="0"/>
            <a:r>
              <a:rPr lang="en-US" sz="2000" dirty="0" err="1"/>
              <a:t>Kingdom.Get</a:t>
            </a:r>
            <a:r>
              <a:rPr lang="en-US" sz="2000" dirty="0"/>
              <a:t> returns different data order on SQL vs Oracle.</a:t>
            </a:r>
          </a:p>
          <a:p>
            <a:pPr hangingPunct="0"/>
            <a:r>
              <a:rPr lang="en-US" sz="2000" dirty="0"/>
              <a:t>Consider using </a:t>
            </a:r>
            <a:r>
              <a:rPr lang="en-US" sz="2000" dirty="0" err="1"/>
              <a:t>OrderBy</a:t>
            </a:r>
            <a:r>
              <a:rPr lang="en-US" sz="2000" dirty="0"/>
              <a:t> to get data in a consistent order.</a:t>
            </a:r>
          </a:p>
          <a:p>
            <a:r>
              <a:rPr lang="en-US" sz="2000" dirty="0" err="1"/>
              <a:t>e.g</a:t>
            </a:r>
            <a:r>
              <a:rPr lang="en-US" sz="2000" dirty="0"/>
              <a:t>: </a:t>
            </a:r>
            <a:r>
              <a:rPr lang="en-US" sz="2000" dirty="0" err="1"/>
              <a:t>kingdom.Get</a:t>
            </a:r>
            <a:r>
              <a:rPr lang="en-US" sz="2000" dirty="0"/>
              <a:t>(new Borehole(), b =&gt; new </a:t>
            </a:r>
            <a:r>
              <a:rPr lang="en-US" sz="2000" dirty="0" err="1"/>
              <a:t>BoreholeDto</a:t>
            </a:r>
            <a:r>
              <a:rPr lang="en-US" sz="2000" dirty="0"/>
              <a:t> { … }, b =&gt; true, false).</a:t>
            </a:r>
            <a:r>
              <a:rPr lang="en-US" sz="2000" dirty="0" err="1"/>
              <a:t>OrderBy</a:t>
            </a:r>
            <a:r>
              <a:rPr lang="en-US" sz="2000" dirty="0"/>
              <a:t>(b =&gt; </a:t>
            </a:r>
            <a:r>
              <a:rPr lang="en-US" sz="2000" dirty="0" err="1"/>
              <a:t>b.Uwi</a:t>
            </a:r>
            <a:r>
              <a:rPr lang="en-US" sz="2000" dirty="0"/>
              <a:t>);</a:t>
            </a:r>
          </a:p>
        </p:txBody>
      </p:sp>
      <p:sp>
        <p:nvSpPr>
          <p:cNvPr id="4" name="Slide Number Placeholder 3">
            <a:extLst>
              <a:ext uri="{FF2B5EF4-FFF2-40B4-BE49-F238E27FC236}">
                <a16:creationId xmlns:a16="http://schemas.microsoft.com/office/drawing/2014/main" id="{A0200D2B-E70B-44C3-B5CA-2477995D85EA}"/>
              </a:ext>
            </a:extLst>
          </p:cNvPr>
          <p:cNvSpPr>
            <a:spLocks noGrp="1"/>
          </p:cNvSpPr>
          <p:nvPr>
            <p:ph type="sldNum" sz="quarter" idx="12"/>
          </p:nvPr>
        </p:nvSpPr>
        <p:spPr/>
        <p:txBody>
          <a:bodyPr/>
          <a:lstStyle/>
          <a:p>
            <a:fld id="{4704619B-9823-F845-874B-2390AC991BC7}" type="slidenum">
              <a:rPr lang="en-US" smtClean="0"/>
              <a:t>18</a:t>
            </a:fld>
            <a:endParaRPr lang="en-US" dirty="0"/>
          </a:p>
        </p:txBody>
      </p:sp>
    </p:spTree>
    <p:extLst>
      <p:ext uri="{BB962C8B-B14F-4D97-AF65-F5344CB8AC3E}">
        <p14:creationId xmlns:p14="http://schemas.microsoft.com/office/powerpoint/2010/main" val="2995842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5EAB-9208-44D9-A54E-B87AF8232764}"/>
              </a:ext>
            </a:extLst>
          </p:cNvPr>
          <p:cNvSpPr>
            <a:spLocks noGrp="1"/>
          </p:cNvSpPr>
          <p:nvPr>
            <p:ph type="title"/>
          </p:nvPr>
        </p:nvSpPr>
        <p:spPr/>
        <p:txBody>
          <a:bodyPr/>
          <a:lstStyle/>
          <a:p>
            <a:r>
              <a:rPr lang="en-US" dirty="0"/>
              <a:t>Navigation Properties are not fetched by default</a:t>
            </a:r>
          </a:p>
        </p:txBody>
      </p:sp>
      <p:sp>
        <p:nvSpPr>
          <p:cNvPr id="3" name="Content Placeholder 2">
            <a:extLst>
              <a:ext uri="{FF2B5EF4-FFF2-40B4-BE49-F238E27FC236}">
                <a16:creationId xmlns:a16="http://schemas.microsoft.com/office/drawing/2014/main" id="{27951D5F-13C6-4D86-B231-63BC58F7EC29}"/>
              </a:ext>
            </a:extLst>
          </p:cNvPr>
          <p:cNvSpPr>
            <a:spLocks noGrp="1"/>
          </p:cNvSpPr>
          <p:nvPr>
            <p:ph idx="1"/>
          </p:nvPr>
        </p:nvSpPr>
        <p:spPr/>
        <p:txBody>
          <a:bodyPr/>
          <a:lstStyle/>
          <a:p>
            <a:r>
              <a:rPr lang="en-US" sz="2000" dirty="0"/>
              <a:t>Example: If you need </a:t>
            </a:r>
            <a:r>
              <a:rPr lang="en-US" sz="2000" dirty="0" err="1"/>
              <a:t>borehole.Well.WellName</a:t>
            </a:r>
            <a:r>
              <a:rPr lang="en-US" sz="2000" dirty="0"/>
              <a:t>, you cannot just do a b =&gt; b on the borehole. You also need to fetch </a:t>
            </a:r>
            <a:r>
              <a:rPr lang="en-US" sz="2000" dirty="0" err="1"/>
              <a:t>b.Well</a:t>
            </a:r>
            <a:r>
              <a:rPr lang="en-US" sz="2000" dirty="0"/>
              <a:t> in the projection.</a:t>
            </a:r>
          </a:p>
        </p:txBody>
      </p:sp>
      <p:sp>
        <p:nvSpPr>
          <p:cNvPr id="4" name="Slide Number Placeholder 3">
            <a:extLst>
              <a:ext uri="{FF2B5EF4-FFF2-40B4-BE49-F238E27FC236}">
                <a16:creationId xmlns:a16="http://schemas.microsoft.com/office/drawing/2014/main" id="{EFE67ACA-6C69-415C-BF53-E537BAEE8763}"/>
              </a:ext>
            </a:extLst>
          </p:cNvPr>
          <p:cNvSpPr>
            <a:spLocks noGrp="1"/>
          </p:cNvSpPr>
          <p:nvPr>
            <p:ph type="sldNum" sz="quarter" idx="12"/>
          </p:nvPr>
        </p:nvSpPr>
        <p:spPr/>
        <p:txBody>
          <a:bodyPr/>
          <a:lstStyle/>
          <a:p>
            <a:fld id="{4704619B-9823-F845-874B-2390AC991BC7}" type="slidenum">
              <a:rPr lang="en-US" smtClean="0"/>
              <a:t>19</a:t>
            </a:fld>
            <a:endParaRPr lang="en-US" dirty="0"/>
          </a:p>
        </p:txBody>
      </p:sp>
    </p:spTree>
    <p:extLst>
      <p:ext uri="{BB962C8B-B14F-4D97-AF65-F5344CB8AC3E}">
        <p14:creationId xmlns:p14="http://schemas.microsoft.com/office/powerpoint/2010/main" val="3512346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55265-4438-4070-B384-141AC1C8E0AB}"/>
              </a:ext>
            </a:extLst>
          </p:cNvPr>
          <p:cNvSpPr>
            <a:spLocks noGrp="1"/>
          </p:cNvSpPr>
          <p:nvPr>
            <p:ph type="title"/>
          </p:nvPr>
        </p:nvSpPr>
        <p:spPr/>
        <p:txBody>
          <a:bodyPr/>
          <a:lstStyle/>
          <a:p>
            <a:r>
              <a:rPr lang="en-US" dirty="0"/>
              <a:t>More on chunking</a:t>
            </a:r>
          </a:p>
        </p:txBody>
      </p:sp>
      <p:sp>
        <p:nvSpPr>
          <p:cNvPr id="3" name="Content Placeholder 2">
            <a:extLst>
              <a:ext uri="{FF2B5EF4-FFF2-40B4-BE49-F238E27FC236}">
                <a16:creationId xmlns:a16="http://schemas.microsoft.com/office/drawing/2014/main" id="{A97B7962-FB5C-4441-99E8-8F16499686C1}"/>
              </a:ext>
            </a:extLst>
          </p:cNvPr>
          <p:cNvSpPr>
            <a:spLocks noGrp="1"/>
          </p:cNvSpPr>
          <p:nvPr>
            <p:ph idx="1"/>
          </p:nvPr>
        </p:nvSpPr>
        <p:spPr/>
        <p:txBody>
          <a:bodyPr/>
          <a:lstStyle/>
          <a:p>
            <a:r>
              <a:rPr lang="en-US" sz="2000" dirty="0"/>
              <a:t>If fetching large objects with packed data like Logs, Dev Survey, do limit number of records. SDK will time out on big projects. In this case, it is better to do Contains and get a small chunk</a:t>
            </a:r>
          </a:p>
        </p:txBody>
      </p:sp>
      <p:sp>
        <p:nvSpPr>
          <p:cNvPr id="4" name="Slide Number Placeholder 3">
            <a:extLst>
              <a:ext uri="{FF2B5EF4-FFF2-40B4-BE49-F238E27FC236}">
                <a16:creationId xmlns:a16="http://schemas.microsoft.com/office/drawing/2014/main" id="{1743EF13-41DB-4ECD-A918-5B9B2544D1A9}"/>
              </a:ext>
            </a:extLst>
          </p:cNvPr>
          <p:cNvSpPr>
            <a:spLocks noGrp="1"/>
          </p:cNvSpPr>
          <p:nvPr>
            <p:ph type="sldNum" sz="quarter" idx="12"/>
          </p:nvPr>
        </p:nvSpPr>
        <p:spPr/>
        <p:txBody>
          <a:bodyPr/>
          <a:lstStyle/>
          <a:p>
            <a:fld id="{4704619B-9823-F845-874B-2390AC991BC7}" type="slidenum">
              <a:rPr lang="en-US" smtClean="0"/>
              <a:t>20</a:t>
            </a:fld>
            <a:endParaRPr lang="en-US" dirty="0"/>
          </a:p>
        </p:txBody>
      </p:sp>
    </p:spTree>
    <p:extLst>
      <p:ext uri="{BB962C8B-B14F-4D97-AF65-F5344CB8AC3E}">
        <p14:creationId xmlns:p14="http://schemas.microsoft.com/office/powerpoint/2010/main" val="1353473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5AAA4-DE96-4BB9-BAF2-563D327CC23C}"/>
              </a:ext>
            </a:extLst>
          </p:cNvPr>
          <p:cNvSpPr>
            <a:spLocks noGrp="1"/>
          </p:cNvSpPr>
          <p:nvPr>
            <p:ph type="title"/>
          </p:nvPr>
        </p:nvSpPr>
        <p:spPr/>
        <p:txBody>
          <a:bodyPr/>
          <a:lstStyle/>
          <a:p>
            <a:r>
              <a:rPr lang="en-US" dirty="0"/>
              <a:t>Authored Data</a:t>
            </a:r>
          </a:p>
        </p:txBody>
      </p:sp>
      <p:sp>
        <p:nvSpPr>
          <p:cNvPr id="3" name="Content Placeholder 2">
            <a:extLst>
              <a:ext uri="{FF2B5EF4-FFF2-40B4-BE49-F238E27FC236}">
                <a16:creationId xmlns:a16="http://schemas.microsoft.com/office/drawing/2014/main" id="{CF642047-E509-42B6-9257-4EA3B426DD7E}"/>
              </a:ext>
            </a:extLst>
          </p:cNvPr>
          <p:cNvSpPr>
            <a:spLocks noGrp="1"/>
          </p:cNvSpPr>
          <p:nvPr>
            <p:ph idx="1"/>
          </p:nvPr>
        </p:nvSpPr>
        <p:spPr/>
        <p:txBody>
          <a:bodyPr/>
          <a:lstStyle/>
          <a:p>
            <a:r>
              <a:rPr lang="en-US" sz="2000" dirty="0"/>
              <a:t>For authored items where you want to get multiple author data, use the Get method with </a:t>
            </a:r>
            <a:r>
              <a:rPr lang="en-US" sz="2000" dirty="0" err="1"/>
              <a:t>authorIds</a:t>
            </a:r>
            <a:r>
              <a:rPr lang="en-US" sz="2000" dirty="0"/>
              <a:t> for better performance.</a:t>
            </a:r>
          </a:p>
        </p:txBody>
      </p:sp>
      <p:sp>
        <p:nvSpPr>
          <p:cNvPr id="4" name="Slide Number Placeholder 3">
            <a:extLst>
              <a:ext uri="{FF2B5EF4-FFF2-40B4-BE49-F238E27FC236}">
                <a16:creationId xmlns:a16="http://schemas.microsoft.com/office/drawing/2014/main" id="{C331AACD-CEF2-4281-A167-60266380F6AA}"/>
              </a:ext>
            </a:extLst>
          </p:cNvPr>
          <p:cNvSpPr>
            <a:spLocks noGrp="1"/>
          </p:cNvSpPr>
          <p:nvPr>
            <p:ph type="sldNum" sz="quarter" idx="12"/>
          </p:nvPr>
        </p:nvSpPr>
        <p:spPr/>
        <p:txBody>
          <a:bodyPr/>
          <a:lstStyle/>
          <a:p>
            <a:fld id="{4704619B-9823-F845-874B-2390AC991BC7}" type="slidenum">
              <a:rPr lang="en-US" smtClean="0"/>
              <a:t>21</a:t>
            </a:fld>
            <a:endParaRPr lang="en-US" dirty="0"/>
          </a:p>
        </p:txBody>
      </p:sp>
    </p:spTree>
    <p:extLst>
      <p:ext uri="{BB962C8B-B14F-4D97-AF65-F5344CB8AC3E}">
        <p14:creationId xmlns:p14="http://schemas.microsoft.com/office/powerpoint/2010/main" val="4525900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97D4B-04DC-46AF-A4AE-1AFC5A198534}"/>
              </a:ext>
            </a:extLst>
          </p:cNvPr>
          <p:cNvSpPr>
            <a:spLocks noGrp="1"/>
          </p:cNvSpPr>
          <p:nvPr>
            <p:ph type="title"/>
          </p:nvPr>
        </p:nvSpPr>
        <p:spPr/>
        <p:txBody>
          <a:bodyPr/>
          <a:lstStyle/>
          <a:p>
            <a:r>
              <a:rPr lang="en-US" dirty="0"/>
              <a:t>Do not make assumption about the data</a:t>
            </a:r>
          </a:p>
        </p:txBody>
      </p:sp>
      <p:sp>
        <p:nvSpPr>
          <p:cNvPr id="3" name="Content Placeholder 2">
            <a:extLst>
              <a:ext uri="{FF2B5EF4-FFF2-40B4-BE49-F238E27FC236}">
                <a16:creationId xmlns:a16="http://schemas.microsoft.com/office/drawing/2014/main" id="{9923B4C0-E856-4B58-AF02-A8861D4E3B24}"/>
              </a:ext>
            </a:extLst>
          </p:cNvPr>
          <p:cNvSpPr>
            <a:spLocks noGrp="1"/>
          </p:cNvSpPr>
          <p:nvPr>
            <p:ph idx="1"/>
          </p:nvPr>
        </p:nvSpPr>
        <p:spPr/>
        <p:txBody>
          <a:bodyPr/>
          <a:lstStyle/>
          <a:p>
            <a:pPr marL="0" indent="0">
              <a:buNone/>
            </a:pPr>
            <a:r>
              <a:rPr lang="en-US" sz="2000" dirty="0"/>
              <a:t>If you perform a </a:t>
            </a:r>
            <a:r>
              <a:rPr lang="en-US" sz="2000" dirty="0" err="1"/>
              <a:t>ToDictionary</a:t>
            </a:r>
            <a:r>
              <a:rPr lang="en-US" sz="2000" dirty="0"/>
              <a:t> on the incoming data always check for data uniqueness. Even basic Ids like Borehole are unique in a project. For example, the </a:t>
            </a:r>
            <a:r>
              <a:rPr lang="en-US" sz="2000" dirty="0" err="1"/>
              <a:t>ActiveDeviation</a:t>
            </a:r>
            <a:r>
              <a:rPr lang="en-US" sz="2000" dirty="0"/>
              <a:t> table does not have duplicate borehole ids.</a:t>
            </a:r>
          </a:p>
          <a:p>
            <a:pPr marL="0" indent="0">
              <a:buNone/>
            </a:pPr>
            <a:r>
              <a:rPr lang="en-US" sz="2000" dirty="0"/>
              <a:t>Pre-SDK Kingdom was a free-for-all and many of our clients projects are inconsistent. Crashes have occurred because of assumptions about data. </a:t>
            </a:r>
          </a:p>
          <a:p>
            <a:pPr marL="0" indent="0">
              <a:buNone/>
            </a:pPr>
            <a:endParaRPr lang="en-US" sz="2000" dirty="0"/>
          </a:p>
        </p:txBody>
      </p:sp>
      <p:sp>
        <p:nvSpPr>
          <p:cNvPr id="4" name="Slide Number Placeholder 3">
            <a:extLst>
              <a:ext uri="{FF2B5EF4-FFF2-40B4-BE49-F238E27FC236}">
                <a16:creationId xmlns:a16="http://schemas.microsoft.com/office/drawing/2014/main" id="{083E5B7C-910B-4D6A-9A45-374BCA83E8A3}"/>
              </a:ext>
            </a:extLst>
          </p:cNvPr>
          <p:cNvSpPr>
            <a:spLocks noGrp="1"/>
          </p:cNvSpPr>
          <p:nvPr>
            <p:ph type="sldNum" sz="quarter" idx="12"/>
          </p:nvPr>
        </p:nvSpPr>
        <p:spPr/>
        <p:txBody>
          <a:bodyPr/>
          <a:lstStyle/>
          <a:p>
            <a:fld id="{4704619B-9823-F845-874B-2390AC991BC7}" type="slidenum">
              <a:rPr lang="en-US" smtClean="0"/>
              <a:t>22</a:t>
            </a:fld>
            <a:endParaRPr lang="en-US" dirty="0"/>
          </a:p>
        </p:txBody>
      </p:sp>
    </p:spTree>
    <p:extLst>
      <p:ext uri="{BB962C8B-B14F-4D97-AF65-F5344CB8AC3E}">
        <p14:creationId xmlns:p14="http://schemas.microsoft.com/office/powerpoint/2010/main" val="402703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2A0B9-725E-4BD2-8260-FB6EA54EC533}"/>
              </a:ext>
            </a:extLst>
          </p:cNvPr>
          <p:cNvSpPr>
            <a:spLocks noGrp="1"/>
          </p:cNvSpPr>
          <p:nvPr>
            <p:ph type="title"/>
          </p:nvPr>
        </p:nvSpPr>
        <p:spPr/>
        <p:txBody>
          <a:bodyPr/>
          <a:lstStyle/>
          <a:p>
            <a:r>
              <a:rPr lang="en-US" dirty="0"/>
              <a:t>Projection when data are stored in files</a:t>
            </a:r>
          </a:p>
        </p:txBody>
      </p:sp>
      <p:sp>
        <p:nvSpPr>
          <p:cNvPr id="3" name="Content Placeholder 2">
            <a:extLst>
              <a:ext uri="{FF2B5EF4-FFF2-40B4-BE49-F238E27FC236}">
                <a16:creationId xmlns:a16="http://schemas.microsoft.com/office/drawing/2014/main" id="{42D9967D-2D18-4F1C-A079-295287265473}"/>
              </a:ext>
            </a:extLst>
          </p:cNvPr>
          <p:cNvSpPr>
            <a:spLocks noGrp="1"/>
          </p:cNvSpPr>
          <p:nvPr>
            <p:ph idx="1"/>
          </p:nvPr>
        </p:nvSpPr>
        <p:spPr/>
        <p:txBody>
          <a:bodyPr/>
          <a:lstStyle/>
          <a:p>
            <a:r>
              <a:rPr lang="en-US" sz="2000" dirty="0"/>
              <a:t>Reading file-based objects like Grids, Horizons, Faults, and </a:t>
            </a:r>
            <a:r>
              <a:rPr lang="en-US" sz="2000" dirty="0" err="1"/>
              <a:t>SeismicData</a:t>
            </a:r>
            <a:r>
              <a:rPr lang="en-US" sz="2000" dirty="0"/>
              <a:t> would be slow in comparison to reading data from the database.</a:t>
            </a:r>
          </a:p>
          <a:p>
            <a:r>
              <a:rPr lang="en-US" sz="2000" dirty="0"/>
              <a:t>For example: If you only need grid names in a project, using projection will make a query in the database and return the results much faster than querying for the complete grid  because  reading the complete grid involves reading from the file.  Even adding one property such as </a:t>
            </a:r>
            <a:r>
              <a:rPr lang="en-US" sz="2000" dirty="0" err="1"/>
              <a:t>DepthType</a:t>
            </a:r>
            <a:r>
              <a:rPr lang="en-US" sz="2000" dirty="0"/>
              <a:t> involves reading from the file, and performance will be affected, possibly from a few seconds to potentially minutes opening every single file. </a:t>
            </a:r>
          </a:p>
          <a:p>
            <a:pPr marL="0" indent="0">
              <a:buNone/>
            </a:pPr>
            <a:endParaRPr lang="en-US" sz="2000" dirty="0"/>
          </a:p>
        </p:txBody>
      </p:sp>
      <p:sp>
        <p:nvSpPr>
          <p:cNvPr id="4" name="Slide Number Placeholder 3">
            <a:extLst>
              <a:ext uri="{FF2B5EF4-FFF2-40B4-BE49-F238E27FC236}">
                <a16:creationId xmlns:a16="http://schemas.microsoft.com/office/drawing/2014/main" id="{FD5ECD20-4BE3-48D7-9D6C-B3384C228D19}"/>
              </a:ext>
            </a:extLst>
          </p:cNvPr>
          <p:cNvSpPr>
            <a:spLocks noGrp="1"/>
          </p:cNvSpPr>
          <p:nvPr>
            <p:ph type="sldNum" sz="quarter" idx="12"/>
          </p:nvPr>
        </p:nvSpPr>
        <p:spPr/>
        <p:txBody>
          <a:bodyPr/>
          <a:lstStyle/>
          <a:p>
            <a:fld id="{4704619B-9823-F845-874B-2390AC991BC7}" type="slidenum">
              <a:rPr lang="en-US" smtClean="0"/>
              <a:t>23</a:t>
            </a:fld>
            <a:endParaRPr lang="en-US" dirty="0"/>
          </a:p>
        </p:txBody>
      </p:sp>
    </p:spTree>
    <p:extLst>
      <p:ext uri="{BB962C8B-B14F-4D97-AF65-F5344CB8AC3E}">
        <p14:creationId xmlns:p14="http://schemas.microsoft.com/office/powerpoint/2010/main" val="8319449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126F0-DE5C-4B62-910D-5DF71A22E613}"/>
              </a:ext>
            </a:extLst>
          </p:cNvPr>
          <p:cNvSpPr>
            <a:spLocks noGrp="1"/>
          </p:cNvSpPr>
          <p:nvPr>
            <p:ph type="title"/>
          </p:nvPr>
        </p:nvSpPr>
        <p:spPr/>
        <p:txBody>
          <a:bodyPr/>
          <a:lstStyle/>
          <a:p>
            <a:r>
              <a:rPr lang="en-US" dirty="0"/>
              <a:t>Duplicate data when saving in bulk</a:t>
            </a:r>
          </a:p>
        </p:txBody>
      </p:sp>
      <p:sp>
        <p:nvSpPr>
          <p:cNvPr id="3" name="Content Placeholder 2">
            <a:extLst>
              <a:ext uri="{FF2B5EF4-FFF2-40B4-BE49-F238E27FC236}">
                <a16:creationId xmlns:a16="http://schemas.microsoft.com/office/drawing/2014/main" id="{1BD01CBA-28F1-45BE-903F-D79468A4C8D1}"/>
              </a:ext>
            </a:extLst>
          </p:cNvPr>
          <p:cNvSpPr>
            <a:spLocks noGrp="1"/>
          </p:cNvSpPr>
          <p:nvPr>
            <p:ph idx="1"/>
          </p:nvPr>
        </p:nvSpPr>
        <p:spPr/>
        <p:txBody>
          <a:bodyPr/>
          <a:lstStyle/>
          <a:p>
            <a:pPr hangingPunct="0"/>
            <a:r>
              <a:rPr lang="en-US" sz="2000" dirty="0"/>
              <a:t>When saving data in Bulk, you have to ensure that incoming data does not have duplicates. (Only applies to the incoming chunk – you can merge with existing data in SDK – but incoming chunk itself should not have duplicates). </a:t>
            </a:r>
          </a:p>
          <a:p>
            <a:pPr hangingPunct="0"/>
            <a:r>
              <a:rPr lang="en-US" sz="2000" dirty="0"/>
              <a:t>For example: If you have 2 wells and both have same operator Chevron – you cannot create 2 wells like this. It will crash SDK.</a:t>
            </a:r>
          </a:p>
          <a:p>
            <a:pPr marL="344488" lvl="2" indent="0" hangingPunct="0">
              <a:buNone/>
            </a:pPr>
            <a:endParaRPr lang="en-US" dirty="0"/>
          </a:p>
          <a:p>
            <a:pPr marL="344488" lvl="2" indent="0" hangingPunct="0">
              <a:buNone/>
            </a:pPr>
            <a:r>
              <a:rPr lang="en-US" dirty="0" err="1"/>
              <a:t>var</a:t>
            </a:r>
            <a:r>
              <a:rPr lang="en-US" dirty="0"/>
              <a:t> well1 = new Well { Operator = new Operator (“Operator1”) };</a:t>
            </a:r>
            <a:br>
              <a:rPr lang="en-US" dirty="0"/>
            </a:br>
            <a:r>
              <a:rPr lang="en-US" dirty="0"/>
              <a:t>var well2 = new Well { Operator = new Operator (“Operator1”) };</a:t>
            </a:r>
          </a:p>
          <a:p>
            <a:pPr marL="344488" lvl="2" indent="0" hangingPunct="0">
              <a:buNone/>
            </a:pPr>
            <a:r>
              <a:rPr lang="en-US" dirty="0"/>
              <a:t>Instead, you should do:</a:t>
            </a:r>
          </a:p>
          <a:p>
            <a:pPr marL="344488" lvl="2" indent="0" hangingPunct="0">
              <a:buNone/>
            </a:pPr>
            <a:r>
              <a:rPr lang="en-US" dirty="0"/>
              <a:t>var op1 = new Operator (“Operator1”);</a:t>
            </a:r>
            <a:br>
              <a:rPr lang="en-US" dirty="0"/>
            </a:br>
            <a:r>
              <a:rPr lang="en-US" dirty="0"/>
              <a:t>var well1 = new Well{ Operator = op1 };</a:t>
            </a:r>
            <a:br>
              <a:rPr lang="en-US" dirty="0"/>
            </a:br>
            <a:r>
              <a:rPr lang="en-US" dirty="0"/>
              <a:t>var well2 = new Well{ Operator = op1 };</a:t>
            </a:r>
          </a:p>
        </p:txBody>
      </p:sp>
      <p:sp>
        <p:nvSpPr>
          <p:cNvPr id="4" name="Slide Number Placeholder 3">
            <a:extLst>
              <a:ext uri="{FF2B5EF4-FFF2-40B4-BE49-F238E27FC236}">
                <a16:creationId xmlns:a16="http://schemas.microsoft.com/office/drawing/2014/main" id="{DD9F8F92-E826-4037-955F-AFFDB9182B4A}"/>
              </a:ext>
            </a:extLst>
          </p:cNvPr>
          <p:cNvSpPr>
            <a:spLocks noGrp="1"/>
          </p:cNvSpPr>
          <p:nvPr>
            <p:ph type="sldNum" sz="quarter" idx="12"/>
          </p:nvPr>
        </p:nvSpPr>
        <p:spPr/>
        <p:txBody>
          <a:bodyPr/>
          <a:lstStyle/>
          <a:p>
            <a:fld id="{4704619B-9823-F845-874B-2390AC991BC7}" type="slidenum">
              <a:rPr lang="en-US" smtClean="0"/>
              <a:t>24</a:t>
            </a:fld>
            <a:endParaRPr lang="en-US" dirty="0"/>
          </a:p>
        </p:txBody>
      </p:sp>
    </p:spTree>
    <p:extLst>
      <p:ext uri="{BB962C8B-B14F-4D97-AF65-F5344CB8AC3E}">
        <p14:creationId xmlns:p14="http://schemas.microsoft.com/office/powerpoint/2010/main" val="38182910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E05D1-0E68-4C8D-AE65-B6D7CEB7ADCD}"/>
              </a:ext>
            </a:extLst>
          </p:cNvPr>
          <p:cNvSpPr>
            <a:spLocks noGrp="1"/>
          </p:cNvSpPr>
          <p:nvPr>
            <p:ph type="title"/>
          </p:nvPr>
        </p:nvSpPr>
        <p:spPr>
          <a:xfrm>
            <a:off x="468312" y="961012"/>
            <a:ext cx="8207375" cy="738664"/>
          </a:xfrm>
        </p:spPr>
        <p:txBody>
          <a:bodyPr/>
          <a:lstStyle/>
          <a:p>
            <a:r>
              <a:rPr lang="en-US" dirty="0"/>
              <a:t>Suggestion on how to use Reference Entities</a:t>
            </a:r>
            <a:br>
              <a:rPr lang="en-US" dirty="0"/>
            </a:br>
            <a:endParaRPr lang="en-US" dirty="0"/>
          </a:p>
        </p:txBody>
      </p:sp>
      <p:sp>
        <p:nvSpPr>
          <p:cNvPr id="3" name="Content Placeholder 2">
            <a:extLst>
              <a:ext uri="{FF2B5EF4-FFF2-40B4-BE49-F238E27FC236}">
                <a16:creationId xmlns:a16="http://schemas.microsoft.com/office/drawing/2014/main" id="{2C315E51-CF20-4453-A472-22BDDFF73C4F}"/>
              </a:ext>
            </a:extLst>
          </p:cNvPr>
          <p:cNvSpPr>
            <a:spLocks noGrp="1"/>
          </p:cNvSpPr>
          <p:nvPr>
            <p:ph idx="1"/>
          </p:nvPr>
        </p:nvSpPr>
        <p:spPr/>
        <p:txBody>
          <a:bodyPr/>
          <a:lstStyle/>
          <a:p>
            <a:pPr marL="0" indent="0">
              <a:buNone/>
            </a:pPr>
            <a:r>
              <a:rPr lang="en-US" sz="1600" dirty="0">
                <a:solidFill>
                  <a:schemeClr val="tx1"/>
                </a:solidFill>
              </a:rPr>
              <a:t>Entities are linked to each other by associations. When adding objects:</a:t>
            </a:r>
          </a:p>
          <a:p>
            <a:r>
              <a:rPr lang="en-US" sz="1600" dirty="0">
                <a:solidFill>
                  <a:schemeClr val="tx1"/>
                </a:solidFill>
              </a:rPr>
              <a:t>Associated items including entities are also added</a:t>
            </a:r>
          </a:p>
          <a:p>
            <a:r>
              <a:rPr lang="en-US" sz="1600" dirty="0">
                <a:solidFill>
                  <a:schemeClr val="tx1"/>
                </a:solidFill>
              </a:rPr>
              <a:t>Associations are public with the exception of Reference Entities</a:t>
            </a:r>
          </a:p>
          <a:p>
            <a:pPr lvl="1"/>
            <a:r>
              <a:rPr lang="en-US" sz="1600" dirty="0">
                <a:solidFill>
                  <a:schemeClr val="tx1"/>
                </a:solidFill>
              </a:rPr>
              <a:t>Reference Entities (</a:t>
            </a:r>
            <a:r>
              <a:rPr lang="en-US" sz="1600" dirty="0" err="1">
                <a:solidFill>
                  <a:schemeClr val="tx1"/>
                </a:solidFill>
              </a:rPr>
              <a:t>WellOperator</a:t>
            </a:r>
            <a:r>
              <a:rPr lang="en-US" sz="1600" dirty="0">
                <a:solidFill>
                  <a:schemeClr val="tx1"/>
                </a:solidFill>
              </a:rPr>
              <a:t>, State, etc.) function the same but are internal only (not visible externally)</a:t>
            </a:r>
          </a:p>
          <a:p>
            <a:pPr marL="0" indent="0">
              <a:buNone/>
            </a:pPr>
            <a:r>
              <a:rPr lang="en-US" sz="1600" dirty="0">
                <a:solidFill>
                  <a:schemeClr val="tx1"/>
                </a:solidFill>
              </a:rPr>
              <a:t>When bulk loading with reference entities, we suggest chunking with these guidelines:</a:t>
            </a:r>
          </a:p>
          <a:p>
            <a:r>
              <a:rPr lang="en-US" sz="1600" dirty="0">
                <a:solidFill>
                  <a:schemeClr val="tx1"/>
                </a:solidFill>
              </a:rPr>
              <a:t>Load the reference entities first, get its IDs, use Id to assign the related object. </a:t>
            </a:r>
            <a:br>
              <a:rPr lang="en-US" sz="1600" dirty="0">
                <a:solidFill>
                  <a:schemeClr val="tx1"/>
                </a:solidFill>
              </a:rPr>
            </a:br>
            <a:r>
              <a:rPr lang="en-US" sz="1600" dirty="0">
                <a:solidFill>
                  <a:schemeClr val="tx1"/>
                </a:solidFill>
              </a:rPr>
              <a:t>Example:</a:t>
            </a:r>
            <a:br>
              <a:rPr lang="en-US" sz="1600" dirty="0">
                <a:solidFill>
                  <a:schemeClr val="tx1"/>
                </a:solidFill>
              </a:rPr>
            </a:br>
            <a:r>
              <a:rPr lang="en-US" sz="1600" dirty="0" err="1">
                <a:solidFill>
                  <a:schemeClr val="tx1"/>
                </a:solidFill>
              </a:rPr>
              <a:t>borehole.OperatorId</a:t>
            </a:r>
            <a:r>
              <a:rPr lang="en-US" sz="1600" dirty="0">
                <a:solidFill>
                  <a:schemeClr val="tx1"/>
                </a:solidFill>
              </a:rPr>
              <a:t> = operator.Id; (insead of borehole.Operator = operator;)</a:t>
            </a:r>
          </a:p>
          <a:p>
            <a:r>
              <a:rPr lang="en-US" sz="1600" dirty="0">
                <a:solidFill>
                  <a:schemeClr val="tx1"/>
                </a:solidFill>
              </a:rPr>
              <a:t>Always create a fresh copy of reference  for each chunk. Do not reuse last chunk reference object as it will have association to all the objects already saved and will impact performance.</a:t>
            </a:r>
          </a:p>
        </p:txBody>
      </p:sp>
      <p:sp>
        <p:nvSpPr>
          <p:cNvPr id="4" name="Slide Number Placeholder 3">
            <a:extLst>
              <a:ext uri="{FF2B5EF4-FFF2-40B4-BE49-F238E27FC236}">
                <a16:creationId xmlns:a16="http://schemas.microsoft.com/office/drawing/2014/main" id="{9C0A6F86-5066-4FBD-9385-372762ECA0D8}"/>
              </a:ext>
            </a:extLst>
          </p:cNvPr>
          <p:cNvSpPr>
            <a:spLocks noGrp="1"/>
          </p:cNvSpPr>
          <p:nvPr>
            <p:ph type="sldNum" sz="quarter" idx="12"/>
          </p:nvPr>
        </p:nvSpPr>
        <p:spPr/>
        <p:txBody>
          <a:bodyPr/>
          <a:lstStyle/>
          <a:p>
            <a:fld id="{4704619B-9823-F845-874B-2390AC991BC7}" type="slidenum">
              <a:rPr lang="en-US" smtClean="0"/>
              <a:t>25</a:t>
            </a:fld>
            <a:endParaRPr lang="en-US" dirty="0"/>
          </a:p>
        </p:txBody>
      </p:sp>
    </p:spTree>
    <p:extLst>
      <p:ext uri="{BB962C8B-B14F-4D97-AF65-F5344CB8AC3E}">
        <p14:creationId xmlns:p14="http://schemas.microsoft.com/office/powerpoint/2010/main" val="26999335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25D2C-A999-41C5-A759-F5CABB3861AA}"/>
              </a:ext>
            </a:extLst>
          </p:cNvPr>
          <p:cNvSpPr>
            <a:spLocks noGrp="1"/>
          </p:cNvSpPr>
          <p:nvPr>
            <p:ph type="title"/>
          </p:nvPr>
        </p:nvSpPr>
        <p:spPr/>
        <p:txBody>
          <a:bodyPr/>
          <a:lstStyle/>
          <a:p>
            <a:r>
              <a:rPr lang="en-US" dirty="0"/>
              <a:t>Programming Guidelines</a:t>
            </a:r>
          </a:p>
        </p:txBody>
      </p:sp>
      <p:sp>
        <p:nvSpPr>
          <p:cNvPr id="4" name="Slide Number Placeholder 3">
            <a:extLst>
              <a:ext uri="{FF2B5EF4-FFF2-40B4-BE49-F238E27FC236}">
                <a16:creationId xmlns:a16="http://schemas.microsoft.com/office/drawing/2014/main" id="{229F1E0D-9DF3-4319-BCE5-F225D88E0FA3}"/>
              </a:ext>
            </a:extLst>
          </p:cNvPr>
          <p:cNvSpPr>
            <a:spLocks noGrp="1"/>
          </p:cNvSpPr>
          <p:nvPr>
            <p:ph type="sldNum" sz="quarter" idx="12"/>
          </p:nvPr>
        </p:nvSpPr>
        <p:spPr/>
        <p:txBody>
          <a:bodyPr/>
          <a:lstStyle/>
          <a:p>
            <a:fld id="{4704619B-9823-F845-874B-2390AC991BC7}" type="slidenum">
              <a:rPr lang="en-US" smtClean="0"/>
              <a:t>26</a:t>
            </a:fld>
            <a:endParaRPr lang="en-US" dirty="0"/>
          </a:p>
        </p:txBody>
      </p:sp>
    </p:spTree>
    <p:extLst>
      <p:ext uri="{BB962C8B-B14F-4D97-AF65-F5344CB8AC3E}">
        <p14:creationId xmlns:p14="http://schemas.microsoft.com/office/powerpoint/2010/main" val="11780660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BFE3-7563-445C-B94B-8841E47E21BE}"/>
              </a:ext>
            </a:extLst>
          </p:cNvPr>
          <p:cNvSpPr>
            <a:spLocks noGrp="1"/>
          </p:cNvSpPr>
          <p:nvPr>
            <p:ph type="title"/>
          </p:nvPr>
        </p:nvSpPr>
        <p:spPr/>
        <p:txBody>
          <a:bodyPr/>
          <a:lstStyle/>
          <a:p>
            <a:r>
              <a:rPr lang="en-US" dirty="0"/>
              <a:t>Repository Pattern</a:t>
            </a:r>
          </a:p>
        </p:txBody>
      </p:sp>
      <p:sp>
        <p:nvSpPr>
          <p:cNvPr id="3" name="Content Placeholder 2">
            <a:extLst>
              <a:ext uri="{FF2B5EF4-FFF2-40B4-BE49-F238E27FC236}">
                <a16:creationId xmlns:a16="http://schemas.microsoft.com/office/drawing/2014/main" id="{B2D405AA-B794-4458-A982-084A50C8A83E}"/>
              </a:ext>
            </a:extLst>
          </p:cNvPr>
          <p:cNvSpPr>
            <a:spLocks noGrp="1"/>
          </p:cNvSpPr>
          <p:nvPr>
            <p:ph idx="1"/>
          </p:nvPr>
        </p:nvSpPr>
        <p:spPr/>
        <p:txBody>
          <a:bodyPr/>
          <a:lstStyle/>
          <a:p>
            <a:pPr hangingPunct="0"/>
            <a:r>
              <a:rPr lang="en-US" sz="2000" dirty="0"/>
              <a:t>We recommend to have an wrapper around SDK. Any changes in SDK will have minimal effect on the client app using this methodology.</a:t>
            </a:r>
          </a:p>
          <a:p>
            <a:pPr hangingPunct="0"/>
            <a:endParaRPr lang="en-US" sz="2000" dirty="0"/>
          </a:p>
        </p:txBody>
      </p:sp>
      <p:sp>
        <p:nvSpPr>
          <p:cNvPr id="4" name="Slide Number Placeholder 3">
            <a:extLst>
              <a:ext uri="{FF2B5EF4-FFF2-40B4-BE49-F238E27FC236}">
                <a16:creationId xmlns:a16="http://schemas.microsoft.com/office/drawing/2014/main" id="{3AA396D6-8C4D-4FF5-9161-5091DDFB345C}"/>
              </a:ext>
            </a:extLst>
          </p:cNvPr>
          <p:cNvSpPr>
            <a:spLocks noGrp="1"/>
          </p:cNvSpPr>
          <p:nvPr>
            <p:ph type="sldNum" sz="quarter" idx="12"/>
          </p:nvPr>
        </p:nvSpPr>
        <p:spPr/>
        <p:txBody>
          <a:bodyPr/>
          <a:lstStyle/>
          <a:p>
            <a:fld id="{4704619B-9823-F845-874B-2390AC991BC7}" type="slidenum">
              <a:rPr lang="en-US" smtClean="0"/>
              <a:t>27</a:t>
            </a:fld>
            <a:endParaRPr lang="en-US" dirty="0"/>
          </a:p>
        </p:txBody>
      </p:sp>
    </p:spTree>
    <p:extLst>
      <p:ext uri="{BB962C8B-B14F-4D97-AF65-F5344CB8AC3E}">
        <p14:creationId xmlns:p14="http://schemas.microsoft.com/office/powerpoint/2010/main" val="887955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51141-AA11-4898-A717-3B7EBDEEA8B7}"/>
              </a:ext>
            </a:extLst>
          </p:cNvPr>
          <p:cNvSpPr>
            <a:spLocks noGrp="1"/>
          </p:cNvSpPr>
          <p:nvPr>
            <p:ph type="title"/>
          </p:nvPr>
        </p:nvSpPr>
        <p:spPr/>
        <p:txBody>
          <a:bodyPr/>
          <a:lstStyle/>
          <a:p>
            <a:r>
              <a:rPr lang="en-US" dirty="0"/>
              <a:t>Name Tables Caching</a:t>
            </a:r>
          </a:p>
        </p:txBody>
      </p:sp>
      <p:sp>
        <p:nvSpPr>
          <p:cNvPr id="3" name="Content Placeholder 2">
            <a:extLst>
              <a:ext uri="{FF2B5EF4-FFF2-40B4-BE49-F238E27FC236}">
                <a16:creationId xmlns:a16="http://schemas.microsoft.com/office/drawing/2014/main" id="{69DA707E-F626-43C7-99EB-E4A4BF9274EB}"/>
              </a:ext>
            </a:extLst>
          </p:cNvPr>
          <p:cNvSpPr>
            <a:spLocks noGrp="1"/>
          </p:cNvSpPr>
          <p:nvPr>
            <p:ph idx="1"/>
          </p:nvPr>
        </p:nvSpPr>
        <p:spPr/>
        <p:txBody>
          <a:bodyPr/>
          <a:lstStyle/>
          <a:p>
            <a:r>
              <a:rPr lang="en-US" sz="2000" dirty="0"/>
              <a:t>For Name table we recommend using a Name Id Cache to keep track of existing data in the database. Instead of adding reference to this Name object, set the </a:t>
            </a:r>
            <a:r>
              <a:rPr lang="en-US" sz="2000" dirty="0" err="1"/>
              <a:t>NameId</a:t>
            </a:r>
            <a:r>
              <a:rPr lang="en-US" sz="2000" dirty="0"/>
              <a:t> property.</a:t>
            </a:r>
            <a:br>
              <a:rPr lang="en-US" sz="2000" dirty="0"/>
            </a:br>
            <a:r>
              <a:rPr lang="en-US" sz="2000" dirty="0"/>
              <a:t>Example:</a:t>
            </a:r>
          </a:p>
          <a:p>
            <a:pPr lvl="1">
              <a:buFont typeface="Arial" panose="020B0604020202020204" pitchFamily="34" charset="0"/>
              <a:buChar char="&gt;"/>
            </a:pPr>
            <a:r>
              <a:rPr lang="en-US" sz="2000" dirty="0"/>
              <a:t>Not recommended:</a:t>
            </a:r>
          </a:p>
          <a:p>
            <a:pPr lvl="2"/>
            <a:r>
              <a:rPr lang="en-US" sz="2000" dirty="0" err="1"/>
              <a:t>well.State</a:t>
            </a:r>
            <a:r>
              <a:rPr lang="en-US" sz="2000" dirty="0"/>
              <a:t> = new State(){Name=“Texas”)</a:t>
            </a:r>
          </a:p>
          <a:p>
            <a:pPr lvl="1"/>
            <a:r>
              <a:rPr lang="en-US" sz="2000" dirty="0"/>
              <a:t>Recommended:</a:t>
            </a:r>
          </a:p>
          <a:p>
            <a:pPr lvl="2"/>
            <a:r>
              <a:rPr lang="en-US" sz="2000" dirty="0" err="1"/>
              <a:t>well.StateId</a:t>
            </a:r>
            <a:r>
              <a:rPr lang="en-US" sz="2000" dirty="0"/>
              <a:t> = </a:t>
            </a:r>
            <a:r>
              <a:rPr lang="en-US" sz="2000" dirty="0" err="1"/>
              <a:t>StateCache</a:t>
            </a:r>
            <a:r>
              <a:rPr lang="en-US" sz="2000" dirty="0"/>
              <a:t>[“Texas”] -&gt; this returns the existing ID in the database as stored in the cache.</a:t>
            </a:r>
          </a:p>
          <a:p>
            <a:pPr marL="344488" lvl="2" indent="0">
              <a:buNone/>
            </a:pPr>
            <a:r>
              <a:rPr lang="en-US" sz="2000" dirty="0"/>
              <a:t>If a new Name is coming in and it is not in the cache, create this name as one item, cache it and use the Id.</a:t>
            </a:r>
          </a:p>
        </p:txBody>
      </p:sp>
      <p:sp>
        <p:nvSpPr>
          <p:cNvPr id="4" name="Slide Number Placeholder 3">
            <a:extLst>
              <a:ext uri="{FF2B5EF4-FFF2-40B4-BE49-F238E27FC236}">
                <a16:creationId xmlns:a16="http://schemas.microsoft.com/office/drawing/2014/main" id="{B874B1B6-C75F-4F65-BB00-1818460D88D6}"/>
              </a:ext>
            </a:extLst>
          </p:cNvPr>
          <p:cNvSpPr>
            <a:spLocks noGrp="1"/>
          </p:cNvSpPr>
          <p:nvPr>
            <p:ph type="sldNum" sz="quarter" idx="12"/>
          </p:nvPr>
        </p:nvSpPr>
        <p:spPr/>
        <p:txBody>
          <a:bodyPr/>
          <a:lstStyle/>
          <a:p>
            <a:fld id="{4704619B-9823-F845-874B-2390AC991BC7}" type="slidenum">
              <a:rPr lang="en-US" smtClean="0"/>
              <a:t>28</a:t>
            </a:fld>
            <a:endParaRPr lang="en-US" dirty="0"/>
          </a:p>
        </p:txBody>
      </p:sp>
    </p:spTree>
    <p:extLst>
      <p:ext uri="{BB962C8B-B14F-4D97-AF65-F5344CB8AC3E}">
        <p14:creationId xmlns:p14="http://schemas.microsoft.com/office/powerpoint/2010/main" val="34774733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25D2C-A999-41C5-A759-F5CABB3861AA}"/>
              </a:ext>
            </a:extLst>
          </p:cNvPr>
          <p:cNvSpPr>
            <a:spLocks noGrp="1"/>
          </p:cNvSpPr>
          <p:nvPr>
            <p:ph type="title"/>
          </p:nvPr>
        </p:nvSpPr>
        <p:spPr/>
        <p:txBody>
          <a:bodyPr/>
          <a:lstStyle/>
          <a:p>
            <a:r>
              <a:rPr lang="en-US" dirty="0"/>
              <a:t>Saving Specific Objects </a:t>
            </a:r>
          </a:p>
        </p:txBody>
      </p:sp>
      <p:sp>
        <p:nvSpPr>
          <p:cNvPr id="4" name="Slide Number Placeholder 3">
            <a:extLst>
              <a:ext uri="{FF2B5EF4-FFF2-40B4-BE49-F238E27FC236}">
                <a16:creationId xmlns:a16="http://schemas.microsoft.com/office/drawing/2014/main" id="{229F1E0D-9DF3-4319-BCE5-F225D88E0FA3}"/>
              </a:ext>
            </a:extLst>
          </p:cNvPr>
          <p:cNvSpPr>
            <a:spLocks noGrp="1"/>
          </p:cNvSpPr>
          <p:nvPr>
            <p:ph type="sldNum" sz="quarter" idx="12"/>
          </p:nvPr>
        </p:nvSpPr>
        <p:spPr/>
        <p:txBody>
          <a:bodyPr/>
          <a:lstStyle/>
          <a:p>
            <a:fld id="{4704619B-9823-F845-874B-2390AC991BC7}" type="slidenum">
              <a:rPr lang="en-US" smtClean="0"/>
              <a:t>29</a:t>
            </a:fld>
            <a:endParaRPr lang="en-US" dirty="0"/>
          </a:p>
        </p:txBody>
      </p:sp>
    </p:spTree>
    <p:extLst>
      <p:ext uri="{BB962C8B-B14F-4D97-AF65-F5344CB8AC3E}">
        <p14:creationId xmlns:p14="http://schemas.microsoft.com/office/powerpoint/2010/main" val="1151598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02B7A-9C29-4358-8F64-865E0BAE7099}"/>
              </a:ext>
            </a:extLst>
          </p:cNvPr>
          <p:cNvSpPr>
            <a:spLocks noGrp="1"/>
          </p:cNvSpPr>
          <p:nvPr>
            <p:ph type="title"/>
          </p:nvPr>
        </p:nvSpPr>
        <p:spPr/>
        <p:txBody>
          <a:bodyPr/>
          <a:lstStyle/>
          <a:p>
            <a:r>
              <a:rPr lang="en-US" dirty="0"/>
              <a:t>How to set Active Elevation</a:t>
            </a:r>
          </a:p>
        </p:txBody>
      </p:sp>
      <p:sp>
        <p:nvSpPr>
          <p:cNvPr id="3" name="Content Placeholder 2">
            <a:extLst>
              <a:ext uri="{FF2B5EF4-FFF2-40B4-BE49-F238E27FC236}">
                <a16:creationId xmlns:a16="http://schemas.microsoft.com/office/drawing/2014/main" id="{EDC481C9-098A-4D53-A34C-84D9066BEACB}"/>
              </a:ext>
            </a:extLst>
          </p:cNvPr>
          <p:cNvSpPr>
            <a:spLocks noGrp="1"/>
          </p:cNvSpPr>
          <p:nvPr>
            <p:ph idx="1"/>
          </p:nvPr>
        </p:nvSpPr>
        <p:spPr>
          <a:xfrm>
            <a:off x="468313" y="1524001"/>
            <a:ext cx="8207375" cy="4713288"/>
          </a:xfrm>
        </p:spPr>
        <p:txBody>
          <a:bodyPr/>
          <a:lstStyle/>
          <a:p>
            <a:r>
              <a:rPr lang="en-US" dirty="0"/>
              <a:t>For a Well Entity, you can set KB, DF and GL Elevation in KBElevation, DFElevation and SurfaceElevation properties respectively.</a:t>
            </a:r>
          </a:p>
          <a:p>
            <a:r>
              <a:rPr lang="en-US" dirty="0"/>
              <a:t>Active Elevation of the Well can be set using ElevationReference property.</a:t>
            </a:r>
          </a:p>
          <a:p>
            <a:r>
              <a:rPr lang="en-US" dirty="0"/>
              <a:t>Always set the Active Elevation to KB or DF or GL</a:t>
            </a:r>
          </a:p>
          <a:p>
            <a:r>
              <a:rPr lang="en-US" dirty="0"/>
              <a:t>ElevationReferenceType.ElevationReferenceNotSet is not supported in Kingdom or WellExplorer. This option is not recommended.</a:t>
            </a:r>
          </a:p>
          <a:p>
            <a:r>
              <a:rPr lang="en-US" dirty="0"/>
              <a:t>KBElevation is mapped to RealKBElevation column and the Active Elevation is mapped to KBElevation column in the T_Well Table.</a:t>
            </a:r>
          </a:p>
          <a:p>
            <a:pPr marL="344488" lvl="2" indent="0">
              <a:lnSpc>
                <a:spcPts val="1100"/>
              </a:lnSpc>
              <a:buNone/>
            </a:pPr>
            <a:r>
              <a:rPr lang="en-US" dirty="0" err="1"/>
              <a:t>var</a:t>
            </a:r>
            <a:r>
              <a:rPr lang="en-US" dirty="0"/>
              <a:t> myWell2 = new Well(CRUDOption.CreateOrUpdate)</a:t>
            </a:r>
          </a:p>
          <a:p>
            <a:pPr marL="344488" lvl="2" indent="0">
              <a:lnSpc>
                <a:spcPts val="1100"/>
              </a:lnSpc>
              <a:buNone/>
            </a:pPr>
            <a:r>
              <a:rPr lang="en-US" dirty="0"/>
              <a:t> {   </a:t>
            </a:r>
          </a:p>
          <a:p>
            <a:pPr marL="344488" lvl="2" indent="0">
              <a:lnSpc>
                <a:spcPts val="1100"/>
              </a:lnSpc>
              <a:buNone/>
            </a:pPr>
            <a:r>
              <a:rPr lang="en-US" dirty="0"/>
              <a:t>	Name = "Well2",       SurfaceLocX = 10,    SurfaceLocY = 20,</a:t>
            </a:r>
          </a:p>
          <a:p>
            <a:pPr marL="344488" lvl="2" indent="0">
              <a:lnSpc>
                <a:spcPts val="1100"/>
              </a:lnSpc>
              <a:buNone/>
            </a:pPr>
            <a:r>
              <a:rPr lang="en-US" dirty="0"/>
              <a:t>	KBElevation = 5, </a:t>
            </a:r>
            <a:r>
              <a:rPr lang="en-US" dirty="0">
                <a:solidFill>
                  <a:schemeClr val="accent1"/>
                </a:solidFill>
              </a:rPr>
              <a:t>//Mapped to RealKBElevation in Database</a:t>
            </a:r>
          </a:p>
          <a:p>
            <a:pPr marL="344488" lvl="2" indent="0">
              <a:lnSpc>
                <a:spcPts val="1100"/>
              </a:lnSpc>
              <a:buNone/>
            </a:pPr>
            <a:r>
              <a:rPr lang="en-US" dirty="0"/>
              <a:t>	DFElevation = 6, </a:t>
            </a:r>
            <a:r>
              <a:rPr lang="en-US" dirty="0">
                <a:solidFill>
                  <a:schemeClr val="accent1"/>
                </a:solidFill>
              </a:rPr>
              <a:t>//Mapped to DFElevation in Database</a:t>
            </a:r>
          </a:p>
          <a:p>
            <a:pPr marL="344488" lvl="2" indent="0">
              <a:lnSpc>
                <a:spcPts val="1100"/>
              </a:lnSpc>
              <a:buNone/>
            </a:pPr>
            <a:r>
              <a:rPr lang="en-US" dirty="0"/>
              <a:t>	SurfaceElevation = 7, </a:t>
            </a:r>
            <a:r>
              <a:rPr lang="en-US" dirty="0">
                <a:solidFill>
                  <a:schemeClr val="accent1"/>
                </a:solidFill>
              </a:rPr>
              <a:t>//Mapped to SurfaceElevation in Database</a:t>
            </a:r>
          </a:p>
          <a:p>
            <a:pPr marL="344488" lvl="2" indent="0">
              <a:lnSpc>
                <a:spcPts val="1100"/>
              </a:lnSpc>
              <a:buNone/>
            </a:pPr>
            <a:r>
              <a:rPr lang="en-US" dirty="0"/>
              <a:t>	ElevationReference = ElevationReferenceType. ElevationReferenceDF   </a:t>
            </a:r>
          </a:p>
          <a:p>
            <a:pPr marL="344488" lvl="2" indent="0">
              <a:lnSpc>
                <a:spcPts val="1100"/>
              </a:lnSpc>
              <a:buNone/>
            </a:pPr>
            <a:r>
              <a:rPr lang="en-US" dirty="0"/>
              <a:t>  	</a:t>
            </a:r>
            <a:r>
              <a:rPr lang="en-US" dirty="0">
                <a:solidFill>
                  <a:schemeClr val="accent1"/>
                </a:solidFill>
              </a:rPr>
              <a:t>// DFElevation set as Active Elevation and mapped to KBElevation in Database</a:t>
            </a:r>
          </a:p>
          <a:p>
            <a:pPr marL="344488" lvl="2" indent="0">
              <a:lnSpc>
                <a:spcPts val="1100"/>
              </a:lnSpc>
              <a:buNone/>
            </a:pPr>
            <a:r>
              <a:rPr lang="en-US" dirty="0"/>
              <a:t>};</a:t>
            </a:r>
          </a:p>
        </p:txBody>
      </p:sp>
      <p:sp>
        <p:nvSpPr>
          <p:cNvPr id="4" name="Slide Number Placeholder 3">
            <a:extLst>
              <a:ext uri="{FF2B5EF4-FFF2-40B4-BE49-F238E27FC236}">
                <a16:creationId xmlns:a16="http://schemas.microsoft.com/office/drawing/2014/main" id="{5C3143A9-2E29-471A-8503-FA09D1F49406}"/>
              </a:ext>
            </a:extLst>
          </p:cNvPr>
          <p:cNvSpPr>
            <a:spLocks noGrp="1"/>
          </p:cNvSpPr>
          <p:nvPr>
            <p:ph type="sldNum" sz="quarter" idx="12"/>
          </p:nvPr>
        </p:nvSpPr>
        <p:spPr/>
        <p:txBody>
          <a:bodyPr/>
          <a:lstStyle/>
          <a:p>
            <a:fld id="{4704619B-9823-F845-874B-2390AC991BC7}" type="slidenum">
              <a:rPr lang="en-US" smtClean="0"/>
              <a:t>30</a:t>
            </a:fld>
            <a:endParaRPr lang="en-US" dirty="0"/>
          </a:p>
        </p:txBody>
      </p:sp>
    </p:spTree>
    <p:extLst>
      <p:ext uri="{BB962C8B-B14F-4D97-AF65-F5344CB8AC3E}">
        <p14:creationId xmlns:p14="http://schemas.microsoft.com/office/powerpoint/2010/main" val="36890655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EEE8F-00A1-4E85-85B3-E49060D753CB}"/>
              </a:ext>
            </a:extLst>
          </p:cNvPr>
          <p:cNvSpPr>
            <a:spLocks noGrp="1"/>
          </p:cNvSpPr>
          <p:nvPr>
            <p:ph type="title"/>
          </p:nvPr>
        </p:nvSpPr>
        <p:spPr/>
        <p:txBody>
          <a:bodyPr/>
          <a:lstStyle/>
          <a:p>
            <a:r>
              <a:rPr lang="en-US" dirty="0"/>
              <a:t>Set Active Deviation Survey</a:t>
            </a:r>
          </a:p>
        </p:txBody>
      </p:sp>
      <p:sp>
        <p:nvSpPr>
          <p:cNvPr id="3" name="Content Placeholder 2">
            <a:extLst>
              <a:ext uri="{FF2B5EF4-FFF2-40B4-BE49-F238E27FC236}">
                <a16:creationId xmlns:a16="http://schemas.microsoft.com/office/drawing/2014/main" id="{928633B7-BF24-4C0E-AA69-17C10E5BF0AD}"/>
              </a:ext>
            </a:extLst>
          </p:cNvPr>
          <p:cNvSpPr>
            <a:spLocks noGrp="1"/>
          </p:cNvSpPr>
          <p:nvPr>
            <p:ph idx="1"/>
          </p:nvPr>
        </p:nvSpPr>
        <p:spPr/>
        <p:txBody>
          <a:bodyPr/>
          <a:lstStyle/>
          <a:p>
            <a:pPr marL="0" indent="0">
              <a:buNone/>
            </a:pPr>
            <a:r>
              <a:rPr lang="en-US" sz="1200" dirty="0" err="1">
                <a:solidFill>
                  <a:srgbClr val="0000FF"/>
                </a:solidFill>
                <a:latin typeface="Consolas" panose="020B0609020204030204" pitchFamily="49" charset="0"/>
              </a:rPr>
              <a:t>var</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activeSurvey</a:t>
            </a:r>
            <a:r>
              <a:rPr lang="en-US" sz="1200" dirty="0">
                <a:solidFill>
                  <a:srgbClr val="000000"/>
                </a:solidFill>
                <a:latin typeface="Consolas" panose="020B0609020204030204" pitchFamily="49" charset="0"/>
              </a:rPr>
              <a:t> = </a:t>
            </a:r>
            <a:r>
              <a:rPr lang="en-US" sz="1200" dirty="0">
                <a:solidFill>
                  <a:srgbClr val="0000FF"/>
                </a:solidFill>
                <a:latin typeface="Consolas" panose="020B0609020204030204" pitchFamily="49" charset="0"/>
              </a:rPr>
              <a:t>new</a:t>
            </a:r>
            <a:r>
              <a:rPr lang="en-US" sz="1200" dirty="0">
                <a:solidFill>
                  <a:srgbClr val="000000"/>
                </a:solidFill>
                <a:latin typeface="Consolas" panose="020B0609020204030204" pitchFamily="49" charset="0"/>
              </a:rPr>
              <a:t> </a:t>
            </a:r>
            <a:r>
              <a:rPr lang="en-US" sz="1200" dirty="0" err="1">
                <a:solidFill>
                  <a:srgbClr val="000000"/>
                </a:solidFill>
                <a:latin typeface="Consolas" panose="020B0609020204030204" pitchFamily="49" charset="0"/>
              </a:rPr>
              <a:t>Smt.Entities.ActiveDeviation</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CRUDOption.CreateOrUpdate</a:t>
            </a:r>
            <a:r>
              <a:rPr lang="en-US" sz="1200" dirty="0">
                <a:solidFill>
                  <a:srgbClr val="000000"/>
                </a:solidFill>
                <a:latin typeface="Consolas" panose="020B0609020204030204" pitchFamily="49" charset="0"/>
              </a:rPr>
              <a:t>);</a:t>
            </a:r>
          </a:p>
          <a:p>
            <a:pPr marL="0" indent="0">
              <a:buNone/>
            </a:pPr>
            <a:r>
              <a:rPr lang="en-US" sz="1200" dirty="0" err="1">
                <a:solidFill>
                  <a:srgbClr val="000000"/>
                </a:solidFill>
                <a:latin typeface="Consolas" panose="020B0609020204030204" pitchFamily="49" charset="0"/>
              </a:rPr>
              <a:t>activeSurvey.Borehole</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sdkBorehole</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a:t>
            </a:r>
            <a:r>
              <a:rPr lang="en-US" sz="1200" dirty="0" err="1">
                <a:solidFill>
                  <a:srgbClr val="008000"/>
                </a:solidFill>
                <a:latin typeface="Consolas" panose="020B0609020204030204" pitchFamily="49" charset="0"/>
              </a:rPr>
              <a:t>activeSurvey.BoreholeId</a:t>
            </a:r>
            <a:r>
              <a:rPr lang="en-US" sz="1200" dirty="0">
                <a:solidFill>
                  <a:srgbClr val="008000"/>
                </a:solidFill>
                <a:latin typeface="Consolas" panose="020B0609020204030204" pitchFamily="49" charset="0"/>
              </a:rPr>
              <a:t> = </a:t>
            </a:r>
            <a:r>
              <a:rPr lang="en-US" sz="1200" dirty="0" err="1">
                <a:solidFill>
                  <a:srgbClr val="008000"/>
                </a:solidFill>
                <a:latin typeface="Consolas" panose="020B0609020204030204" pitchFamily="49" charset="0"/>
              </a:rPr>
              <a:t>parentId</a:t>
            </a:r>
            <a:r>
              <a:rPr lang="en-US" sz="1200" dirty="0">
                <a:solidFill>
                  <a:srgbClr val="008000"/>
                </a:solidFill>
                <a:latin typeface="Consolas" panose="020B0609020204030204" pitchFamily="49" charset="0"/>
              </a:rPr>
              <a:t>; </a:t>
            </a:r>
            <a:endParaRPr lang="en-US" sz="1200" dirty="0">
              <a:solidFill>
                <a:srgbClr val="000000"/>
              </a:solidFill>
              <a:latin typeface="Consolas" panose="020B0609020204030204" pitchFamily="49" charset="0"/>
            </a:endParaRPr>
          </a:p>
          <a:p>
            <a:pPr marL="0" indent="0">
              <a:buNone/>
            </a:pPr>
            <a:r>
              <a:rPr lang="en-US" sz="1200" dirty="0" err="1">
                <a:solidFill>
                  <a:srgbClr val="000000"/>
                </a:solidFill>
                <a:latin typeface="Consolas" panose="020B0609020204030204" pitchFamily="49" charset="0"/>
              </a:rPr>
              <a:t>activeSurvey.DeviationSurvey</a:t>
            </a:r>
            <a:r>
              <a:rPr lang="en-US" sz="1200" dirty="0">
                <a:solidFill>
                  <a:srgbClr val="000000"/>
                </a:solidFill>
                <a:latin typeface="Consolas" panose="020B0609020204030204" pitchFamily="49" charset="0"/>
              </a:rPr>
              <a:t> = </a:t>
            </a:r>
            <a:r>
              <a:rPr lang="en-US" sz="1200" dirty="0" err="1">
                <a:solidFill>
                  <a:srgbClr val="000000"/>
                </a:solidFill>
                <a:latin typeface="Consolas" panose="020B0609020204030204" pitchFamily="49" charset="0"/>
              </a:rPr>
              <a:t>sdkSurvey</a:t>
            </a:r>
            <a:r>
              <a:rPr lang="en-US" sz="1200" dirty="0">
                <a:solidFill>
                  <a:srgbClr val="000000"/>
                </a:solidFill>
                <a:latin typeface="Consolas" panose="020B0609020204030204" pitchFamily="49" charset="0"/>
              </a:rPr>
              <a:t>; </a:t>
            </a:r>
            <a:r>
              <a:rPr lang="en-US" sz="1200" dirty="0">
                <a:solidFill>
                  <a:srgbClr val="008000"/>
                </a:solidFill>
                <a:latin typeface="Consolas" panose="020B0609020204030204" pitchFamily="49" charset="0"/>
              </a:rPr>
              <a:t>// </a:t>
            </a:r>
            <a:r>
              <a:rPr lang="en-US" sz="1200" dirty="0" err="1">
                <a:solidFill>
                  <a:srgbClr val="008000"/>
                </a:solidFill>
                <a:latin typeface="Consolas" panose="020B0609020204030204" pitchFamily="49" charset="0"/>
              </a:rPr>
              <a:t>activeSurvey.DeviationSurveyId</a:t>
            </a:r>
            <a:r>
              <a:rPr lang="en-US" sz="1200" dirty="0">
                <a:solidFill>
                  <a:srgbClr val="008000"/>
                </a:solidFill>
                <a:latin typeface="Consolas" panose="020B0609020204030204" pitchFamily="49" charset="0"/>
              </a:rPr>
              <a:t> = </a:t>
            </a:r>
            <a:r>
              <a:rPr lang="en-US" sz="1200" dirty="0" err="1">
                <a:solidFill>
                  <a:srgbClr val="008000"/>
                </a:solidFill>
                <a:latin typeface="Consolas" panose="020B0609020204030204" pitchFamily="49" charset="0"/>
              </a:rPr>
              <a:t>surveyId</a:t>
            </a:r>
            <a:r>
              <a:rPr lang="en-US" sz="1200" dirty="0">
                <a:solidFill>
                  <a:srgbClr val="008000"/>
                </a:solidFill>
                <a:latin typeface="Consolas" panose="020B0609020204030204" pitchFamily="49" charset="0"/>
              </a:rPr>
              <a:t>; </a:t>
            </a:r>
            <a:endParaRPr lang="en-US" sz="1200" dirty="0">
              <a:solidFill>
                <a:srgbClr val="000000"/>
              </a:solidFill>
              <a:latin typeface="Consolas" panose="020B0609020204030204" pitchFamily="49" charset="0"/>
            </a:endParaRPr>
          </a:p>
          <a:p>
            <a:pPr marL="0" indent="0">
              <a:buNone/>
            </a:pPr>
            <a:r>
              <a:rPr lang="en-US" sz="1200" dirty="0" err="1">
                <a:solidFill>
                  <a:srgbClr val="000000"/>
                </a:solidFill>
                <a:latin typeface="Consolas" panose="020B0609020204030204" pitchFamily="49" charset="0"/>
              </a:rPr>
              <a:t>context.AddObject</a:t>
            </a:r>
            <a:r>
              <a:rPr lang="en-US" sz="1200" dirty="0">
                <a:solidFill>
                  <a:srgbClr val="000000"/>
                </a:solidFill>
                <a:latin typeface="Consolas" panose="020B0609020204030204" pitchFamily="49" charset="0"/>
              </a:rPr>
              <a:t>(</a:t>
            </a:r>
            <a:r>
              <a:rPr lang="en-US" sz="1200" dirty="0" err="1">
                <a:solidFill>
                  <a:srgbClr val="000000"/>
                </a:solidFill>
                <a:latin typeface="Consolas" panose="020B0609020204030204" pitchFamily="49" charset="0"/>
              </a:rPr>
              <a:t>activeSurvey</a:t>
            </a:r>
            <a:r>
              <a:rPr lang="en-US" sz="1200" dirty="0">
                <a:solidFill>
                  <a:srgbClr val="000000"/>
                </a:solidFill>
                <a:latin typeface="Consolas" panose="020B0609020204030204" pitchFamily="49" charset="0"/>
              </a:rPr>
              <a:t>);</a:t>
            </a:r>
          </a:p>
          <a:p>
            <a:pPr marL="0" indent="0">
              <a:buNone/>
            </a:pPr>
            <a:r>
              <a:rPr lang="en-US" sz="1200" dirty="0" err="1">
                <a:solidFill>
                  <a:srgbClr val="000000"/>
                </a:solidFill>
                <a:latin typeface="Consolas" panose="020B0609020204030204" pitchFamily="49" charset="0"/>
              </a:rPr>
              <a:t>context.SaveChanges</a:t>
            </a:r>
            <a:r>
              <a:rPr lang="en-US" sz="1200" dirty="0">
                <a:solidFill>
                  <a:srgbClr val="000000"/>
                </a:solidFill>
                <a:latin typeface="Consolas" panose="020B0609020204030204" pitchFamily="49" charset="0"/>
              </a:rPr>
              <a:t>();</a:t>
            </a:r>
          </a:p>
          <a:p>
            <a:r>
              <a:rPr lang="en-US" sz="2000" dirty="0"/>
              <a:t>If the Active Deviation Survey for that Borehole does not exist then it will create a new record for this Borehole.</a:t>
            </a:r>
          </a:p>
          <a:p>
            <a:r>
              <a:rPr lang="en-US" sz="2000" dirty="0"/>
              <a:t>If Active Deviation Survey for that Borehole already exists then it will update that record with the newly set Deviation Survey Id. </a:t>
            </a:r>
          </a:p>
          <a:p>
            <a:r>
              <a:rPr lang="en-US" sz="2000" dirty="0"/>
              <a:t>To unset the active deviation survey:</a:t>
            </a:r>
          </a:p>
          <a:p>
            <a:pPr lvl="1"/>
            <a:r>
              <a:rPr lang="en-US" sz="2000" dirty="0"/>
              <a:t>Get the current Active Deviation Survey for the given Borehole and delete that Active Deviation Survey object</a:t>
            </a:r>
          </a:p>
        </p:txBody>
      </p:sp>
      <p:sp>
        <p:nvSpPr>
          <p:cNvPr id="4" name="Slide Number Placeholder 3">
            <a:extLst>
              <a:ext uri="{FF2B5EF4-FFF2-40B4-BE49-F238E27FC236}">
                <a16:creationId xmlns:a16="http://schemas.microsoft.com/office/drawing/2014/main" id="{18908CE9-948E-42E9-B14D-987B4E4F4211}"/>
              </a:ext>
            </a:extLst>
          </p:cNvPr>
          <p:cNvSpPr>
            <a:spLocks noGrp="1"/>
          </p:cNvSpPr>
          <p:nvPr>
            <p:ph type="sldNum" sz="quarter" idx="12"/>
          </p:nvPr>
        </p:nvSpPr>
        <p:spPr/>
        <p:txBody>
          <a:bodyPr/>
          <a:lstStyle/>
          <a:p>
            <a:fld id="{4704619B-9823-F845-874B-2390AC991BC7}" type="slidenum">
              <a:rPr lang="en-US" smtClean="0"/>
              <a:t>31</a:t>
            </a:fld>
            <a:endParaRPr lang="en-US" dirty="0"/>
          </a:p>
        </p:txBody>
      </p:sp>
    </p:spTree>
    <p:extLst>
      <p:ext uri="{BB962C8B-B14F-4D97-AF65-F5344CB8AC3E}">
        <p14:creationId xmlns:p14="http://schemas.microsoft.com/office/powerpoint/2010/main" val="724669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C0E8D-0CCD-4230-A9A8-72FE39EE88C8}"/>
              </a:ext>
            </a:extLst>
          </p:cNvPr>
          <p:cNvSpPr>
            <a:spLocks noGrp="1"/>
          </p:cNvSpPr>
          <p:nvPr>
            <p:ph type="title"/>
          </p:nvPr>
        </p:nvSpPr>
        <p:spPr/>
        <p:txBody>
          <a:bodyPr/>
          <a:lstStyle/>
          <a:p>
            <a:r>
              <a:rPr lang="en-US" dirty="0"/>
              <a:t>Deviation Survey Data</a:t>
            </a:r>
          </a:p>
        </p:txBody>
      </p:sp>
      <p:sp>
        <p:nvSpPr>
          <p:cNvPr id="3" name="Content Placeholder 2">
            <a:extLst>
              <a:ext uri="{FF2B5EF4-FFF2-40B4-BE49-F238E27FC236}">
                <a16:creationId xmlns:a16="http://schemas.microsoft.com/office/drawing/2014/main" id="{F1527E07-83CA-4468-8C87-AF84D2EF5362}"/>
              </a:ext>
            </a:extLst>
          </p:cNvPr>
          <p:cNvSpPr>
            <a:spLocks noGrp="1"/>
          </p:cNvSpPr>
          <p:nvPr>
            <p:ph idx="1"/>
          </p:nvPr>
        </p:nvSpPr>
        <p:spPr/>
        <p:txBody>
          <a:bodyPr/>
          <a:lstStyle/>
          <a:p>
            <a:pPr marL="342900" marR="0" lvl="0" indent="-342900">
              <a:spcBef>
                <a:spcPts val="0"/>
              </a:spcBef>
              <a:spcAft>
                <a:spcPts val="0"/>
              </a:spcAft>
              <a:buFont typeface="+mj-lt"/>
              <a:buAutoNum type="arabicPeriod"/>
            </a:pPr>
            <a:r>
              <a:rPr lang="en-US" sz="2000" dirty="0">
                <a:latin typeface="Calibri" panose="020F0502020204030204" pitchFamily="34" charset="0"/>
                <a:ea typeface="Times New Roman" panose="02020603050405020304" pitchFamily="18" charset="0"/>
              </a:rPr>
              <a:t>If your survey is in “True North”, you need to give the SDK the </a:t>
            </a:r>
            <a:r>
              <a:rPr lang="en-US" sz="2000" dirty="0" err="1">
                <a:latin typeface="Calibri" panose="020F0502020204030204" pitchFamily="34" charset="0"/>
                <a:ea typeface="Times New Roman" panose="02020603050405020304" pitchFamily="18" charset="0"/>
              </a:rPr>
              <a:t>ConvergenceAngle</a:t>
            </a:r>
            <a:r>
              <a:rPr lang="en-US" sz="2000" dirty="0">
                <a:latin typeface="Calibri" panose="020F0502020204030204" pitchFamily="34" charset="0"/>
                <a:ea typeface="Times New Roman" panose="02020603050405020304" pitchFamily="18" charset="0"/>
              </a:rPr>
              <a:t> between True North and the current Kingdom project CRS. SDK will adjust the survey points based on the angle.</a:t>
            </a:r>
            <a:endParaRPr lang="en-US" sz="2000" dirty="0">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2000" dirty="0">
                <a:latin typeface="Calibri" panose="020F0502020204030204" pitchFamily="34" charset="0"/>
                <a:ea typeface="Times New Roman" panose="02020603050405020304" pitchFamily="18" charset="0"/>
              </a:rPr>
              <a:t>If your survey is in “Grid North”, </a:t>
            </a:r>
            <a:endParaRPr lang="en-US" sz="2000" dirty="0">
              <a:latin typeface="Calibri" panose="020F0502020204030204" pitchFamily="34" charset="0"/>
              <a:ea typeface="Calibri" panose="020F0502020204030204" pitchFamily="34" charset="0"/>
            </a:endParaRPr>
          </a:p>
          <a:p>
            <a:pPr marL="742950" marR="0" lvl="1" indent="-285750">
              <a:spcBef>
                <a:spcPts val="0"/>
              </a:spcBef>
              <a:spcAft>
                <a:spcPts val="0"/>
              </a:spcAft>
              <a:buFont typeface="+mj-lt"/>
              <a:buAutoNum type="alphaLcPeriod"/>
            </a:pPr>
            <a:r>
              <a:rPr lang="en-US" sz="2000" dirty="0">
                <a:latin typeface="Calibri" panose="020F0502020204030204" pitchFamily="34" charset="0"/>
                <a:ea typeface="Times New Roman" panose="02020603050405020304" pitchFamily="18" charset="0"/>
              </a:rPr>
              <a:t>If the original data come from the same CRS with the current Kingdom project CRS, this angle is 0</a:t>
            </a:r>
            <a:endParaRPr lang="en-US" sz="2000" dirty="0">
              <a:latin typeface="Calibri" panose="020F0502020204030204" pitchFamily="34" charset="0"/>
              <a:ea typeface="Calibri" panose="020F0502020204030204" pitchFamily="34" charset="0"/>
            </a:endParaRPr>
          </a:p>
          <a:p>
            <a:pPr marL="742950" marR="0" lvl="1" indent="-285750">
              <a:spcBef>
                <a:spcPts val="0"/>
              </a:spcBef>
              <a:spcAft>
                <a:spcPts val="0"/>
              </a:spcAft>
              <a:buFont typeface="+mj-lt"/>
              <a:buAutoNum type="alphaLcPeriod"/>
            </a:pPr>
            <a:r>
              <a:rPr lang="en-US" sz="2000" dirty="0">
                <a:latin typeface="Calibri" panose="020F0502020204030204" pitchFamily="34" charset="0"/>
                <a:ea typeface="Times New Roman" panose="02020603050405020304" pitchFamily="18" charset="0"/>
              </a:rPr>
              <a:t>If the original data come from a different CRS than the current Kingdom CRS, you need to calculate the offset angle between them. Here is a sample code:</a:t>
            </a:r>
            <a:endParaRPr lang="en-US" sz="2000" dirty="0">
              <a:latin typeface="Calibri" panose="020F0502020204030204" pitchFamily="34" charset="0"/>
              <a:ea typeface="Calibri" panose="020F0502020204030204" pitchFamily="34" charset="0"/>
            </a:endParaRPr>
          </a:p>
          <a:p>
            <a:pPr marL="742950" marR="0" indent="0">
              <a:spcBef>
                <a:spcPts val="0"/>
              </a:spcBef>
              <a:spcAft>
                <a:spcPts val="0"/>
              </a:spcAft>
              <a:buNone/>
            </a:pPr>
            <a:endParaRPr lang="en-US" sz="1200" dirty="0">
              <a:latin typeface="Consolas" panose="020B0609020204030204" pitchFamily="49" charset="0"/>
              <a:ea typeface="Calibri" panose="020F0502020204030204" pitchFamily="34" charset="0"/>
            </a:endParaRPr>
          </a:p>
          <a:p>
            <a:pPr marL="57150" marR="0" indent="0">
              <a:spcBef>
                <a:spcPts val="0"/>
              </a:spcBef>
              <a:spcAft>
                <a:spcPts val="0"/>
              </a:spcAft>
              <a:buNone/>
            </a:pPr>
            <a:endParaRPr lang="en-US" sz="1200" dirty="0">
              <a:solidFill>
                <a:srgbClr val="000000"/>
              </a:solidFill>
              <a:latin typeface="Consolas" panose="020B0609020204030204" pitchFamily="49" charset="0"/>
              <a:ea typeface="Calibri" panose="020F0502020204030204" pitchFamily="34" charset="0"/>
            </a:endParaRPr>
          </a:p>
          <a:p>
            <a:endParaRPr lang="en-US" dirty="0"/>
          </a:p>
        </p:txBody>
      </p:sp>
      <p:sp>
        <p:nvSpPr>
          <p:cNvPr id="4" name="Slide Number Placeholder 3">
            <a:extLst>
              <a:ext uri="{FF2B5EF4-FFF2-40B4-BE49-F238E27FC236}">
                <a16:creationId xmlns:a16="http://schemas.microsoft.com/office/drawing/2014/main" id="{0AA84C5C-3579-4C3F-B072-9299E226B23A}"/>
              </a:ext>
            </a:extLst>
          </p:cNvPr>
          <p:cNvSpPr>
            <a:spLocks noGrp="1"/>
          </p:cNvSpPr>
          <p:nvPr>
            <p:ph type="sldNum" sz="quarter" idx="12"/>
          </p:nvPr>
        </p:nvSpPr>
        <p:spPr/>
        <p:txBody>
          <a:bodyPr/>
          <a:lstStyle/>
          <a:p>
            <a:fld id="{4704619B-9823-F845-874B-2390AC991BC7}" type="slidenum">
              <a:rPr lang="en-US" smtClean="0"/>
              <a:t>32</a:t>
            </a:fld>
            <a:endParaRPr lang="en-US" dirty="0"/>
          </a:p>
        </p:txBody>
      </p:sp>
    </p:spTree>
    <p:extLst>
      <p:ext uri="{BB962C8B-B14F-4D97-AF65-F5344CB8AC3E}">
        <p14:creationId xmlns:p14="http://schemas.microsoft.com/office/powerpoint/2010/main" val="9716988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88225-EE1A-419F-81D1-3139986B7E07}"/>
              </a:ext>
            </a:extLst>
          </p:cNvPr>
          <p:cNvSpPr>
            <a:spLocks noGrp="1"/>
          </p:cNvSpPr>
          <p:nvPr>
            <p:ph type="title"/>
          </p:nvPr>
        </p:nvSpPr>
        <p:spPr/>
        <p:txBody>
          <a:bodyPr/>
          <a:lstStyle/>
          <a:p>
            <a:r>
              <a:rPr lang="en-US" dirty="0"/>
              <a:t>Deviation Survey Data</a:t>
            </a:r>
          </a:p>
        </p:txBody>
      </p:sp>
      <p:sp>
        <p:nvSpPr>
          <p:cNvPr id="3" name="Content Placeholder 2">
            <a:extLst>
              <a:ext uri="{FF2B5EF4-FFF2-40B4-BE49-F238E27FC236}">
                <a16:creationId xmlns:a16="http://schemas.microsoft.com/office/drawing/2014/main" id="{89AF1D05-BBCA-48D2-94DD-E6BB6C7FC942}"/>
              </a:ext>
            </a:extLst>
          </p:cNvPr>
          <p:cNvSpPr>
            <a:spLocks noGrp="1"/>
          </p:cNvSpPr>
          <p:nvPr>
            <p:ph idx="1"/>
          </p:nvPr>
        </p:nvSpPr>
        <p:spPr/>
        <p:txBody>
          <a:bodyPr/>
          <a:lstStyle/>
          <a:p>
            <a:r>
              <a:rPr lang="en-US" dirty="0"/>
              <a:t>We recommend to set </a:t>
            </a:r>
            <a:r>
              <a:rPr lang="en-US" dirty="0" err="1"/>
              <a:t>PrimaryType</a:t>
            </a:r>
            <a:endParaRPr lang="en-US" dirty="0"/>
          </a:p>
          <a:p>
            <a:r>
              <a:rPr lang="en-US" dirty="0"/>
              <a:t>For each of the Primary Type there are different </a:t>
            </a:r>
            <a:r>
              <a:rPr lang="en-US" dirty="0" err="1"/>
              <a:t>SetUsingArrays</a:t>
            </a:r>
            <a:endParaRPr lang="en-US" dirty="0"/>
          </a:p>
          <a:p>
            <a:pPr lvl="1"/>
            <a:r>
              <a:rPr lang="en-US" dirty="0" err="1"/>
              <a:t>MDInclinationAzimuth</a:t>
            </a:r>
            <a:r>
              <a:rPr lang="en-US" dirty="0"/>
              <a:t> (</a:t>
            </a:r>
            <a:r>
              <a:rPr lang="en-US" dirty="0" err="1"/>
              <a:t>ROCCalculationType</a:t>
            </a:r>
            <a:r>
              <a:rPr lang="en-US" dirty="0"/>
              <a:t> is required)</a:t>
            </a:r>
          </a:p>
          <a:p>
            <a:pPr lvl="2"/>
            <a:r>
              <a:rPr lang="en-US" dirty="0" err="1"/>
              <a:t>SetUsingArrays</a:t>
            </a:r>
            <a:r>
              <a:rPr lang="en-US" dirty="0"/>
              <a:t>(Point2D </a:t>
            </a:r>
            <a:r>
              <a:rPr lang="en-US" dirty="0" err="1"/>
              <a:t>surfacelocation</a:t>
            </a:r>
            <a:r>
              <a:rPr lang="en-US" dirty="0"/>
              <a:t>, float? </a:t>
            </a:r>
            <a:r>
              <a:rPr lang="en-US" dirty="0" err="1"/>
              <a:t>magneticDeclinationAngle</a:t>
            </a:r>
            <a:r>
              <a:rPr lang="en-US" dirty="0"/>
              <a:t>, </a:t>
            </a:r>
            <a:r>
              <a:rPr lang="en-US" dirty="0" err="1"/>
              <a:t>Func</a:t>
            </a:r>
            <a:r>
              <a:rPr lang="en-US" dirty="0"/>
              <a:t>&lt;Point2D, double?&gt; </a:t>
            </a:r>
            <a:r>
              <a:rPr lang="en-US" dirty="0" err="1"/>
              <a:t>GetConvergenceAngle</a:t>
            </a:r>
            <a:r>
              <a:rPr lang="en-US" dirty="0"/>
              <a:t>, float[] </a:t>
            </a:r>
            <a:r>
              <a:rPr lang="en-US" dirty="0" err="1"/>
              <a:t>measuredDepth</a:t>
            </a:r>
            <a:r>
              <a:rPr lang="en-US" dirty="0"/>
              <a:t>, float[] inclination, float[] azimuth, double[] </a:t>
            </a:r>
            <a:r>
              <a:rPr lang="en-US" dirty="0" err="1"/>
              <a:t>originalDX</a:t>
            </a:r>
            <a:r>
              <a:rPr lang="en-US" dirty="0"/>
              <a:t>=null, double[] </a:t>
            </a:r>
            <a:r>
              <a:rPr lang="en-US" dirty="0" err="1"/>
              <a:t>originalDY</a:t>
            </a:r>
            <a:r>
              <a:rPr lang="en-US" dirty="0"/>
              <a:t>=null, float[] </a:t>
            </a:r>
            <a:r>
              <a:rPr lang="en-US" dirty="0" err="1"/>
              <a:t>originalAzimuth</a:t>
            </a:r>
            <a:r>
              <a:rPr lang="en-US" dirty="0"/>
              <a:t>=null)</a:t>
            </a:r>
          </a:p>
          <a:p>
            <a:pPr lvl="3"/>
            <a:r>
              <a:rPr lang="en-US" dirty="0"/>
              <a:t>Expected </a:t>
            </a:r>
            <a:r>
              <a:rPr lang="en-US" dirty="0" err="1"/>
              <a:t>measuredDepth</a:t>
            </a:r>
            <a:r>
              <a:rPr lang="en-US" dirty="0"/>
              <a:t>, inclination, azimuth arrays to have same length</a:t>
            </a:r>
          </a:p>
          <a:p>
            <a:pPr lvl="1"/>
            <a:r>
              <a:rPr lang="en-US" dirty="0" err="1"/>
              <a:t>TVDDxDy</a:t>
            </a:r>
            <a:r>
              <a:rPr lang="en-US" dirty="0"/>
              <a:t> /TVDXY/MDTVDXY</a:t>
            </a:r>
          </a:p>
          <a:p>
            <a:pPr lvl="2"/>
            <a:r>
              <a:rPr lang="en-US" dirty="0" err="1"/>
              <a:t>SetUsingArrays</a:t>
            </a:r>
            <a:r>
              <a:rPr lang="en-US" dirty="0"/>
              <a:t>(Point2D[] location, float[] </a:t>
            </a:r>
            <a:r>
              <a:rPr lang="en-US" dirty="0" err="1"/>
              <a:t>measuredDepth</a:t>
            </a:r>
            <a:r>
              <a:rPr lang="en-US" dirty="0"/>
              <a:t>, float[] </a:t>
            </a:r>
            <a:r>
              <a:rPr lang="en-US" dirty="0" err="1"/>
              <a:t>trueVerticalDepth</a:t>
            </a:r>
            <a:r>
              <a:rPr lang="en-US" dirty="0"/>
              <a:t>, float? </a:t>
            </a:r>
            <a:r>
              <a:rPr lang="en-US" dirty="0" err="1"/>
              <a:t>gridConvergenceAngle</a:t>
            </a:r>
            <a:r>
              <a:rPr lang="en-US" dirty="0"/>
              <a:t>, double[] </a:t>
            </a:r>
            <a:r>
              <a:rPr lang="en-US" dirty="0" err="1"/>
              <a:t>originalDX</a:t>
            </a:r>
            <a:r>
              <a:rPr lang="en-US" dirty="0"/>
              <a:t>=null, double[] </a:t>
            </a:r>
            <a:r>
              <a:rPr lang="en-US" dirty="0" err="1"/>
              <a:t>originalDY</a:t>
            </a:r>
            <a:r>
              <a:rPr lang="en-US" dirty="0"/>
              <a:t>=null, float[] </a:t>
            </a:r>
            <a:r>
              <a:rPr lang="en-US" dirty="0" err="1"/>
              <a:t>originalAzimuth</a:t>
            </a:r>
            <a:r>
              <a:rPr lang="en-US" dirty="0"/>
              <a:t>=null)</a:t>
            </a:r>
          </a:p>
          <a:p>
            <a:pPr lvl="3"/>
            <a:r>
              <a:rPr lang="en-US" dirty="0"/>
              <a:t>Expected location, </a:t>
            </a:r>
            <a:r>
              <a:rPr lang="en-US" dirty="0" err="1"/>
              <a:t>measuredDepth</a:t>
            </a:r>
            <a:r>
              <a:rPr lang="en-US" dirty="0"/>
              <a:t>, </a:t>
            </a:r>
            <a:r>
              <a:rPr lang="en-US" dirty="0" err="1"/>
              <a:t>trueVerticalDepth</a:t>
            </a:r>
            <a:r>
              <a:rPr lang="en-US" dirty="0"/>
              <a:t> arrays to have same length</a:t>
            </a:r>
          </a:p>
          <a:p>
            <a:pPr lvl="3"/>
            <a:r>
              <a:rPr lang="en-US" dirty="0"/>
              <a:t>location(XY) array is required even with </a:t>
            </a:r>
            <a:r>
              <a:rPr lang="en-US" dirty="0" err="1"/>
              <a:t>TVDDxDy</a:t>
            </a:r>
            <a:r>
              <a:rPr lang="en-US" dirty="0"/>
              <a:t> (X, Y needs to computed from surface location &amp; </a:t>
            </a:r>
            <a:r>
              <a:rPr lang="en-US" dirty="0" err="1"/>
              <a:t>Dx</a:t>
            </a:r>
            <a:r>
              <a:rPr lang="en-US" dirty="0"/>
              <a:t>, </a:t>
            </a:r>
            <a:r>
              <a:rPr lang="en-US" dirty="0" err="1"/>
              <a:t>Dy</a:t>
            </a:r>
            <a:r>
              <a:rPr lang="en-US" dirty="0"/>
              <a:t> values)</a:t>
            </a:r>
          </a:p>
          <a:p>
            <a:pPr lvl="3"/>
            <a:r>
              <a:rPr lang="en-US" dirty="0" err="1"/>
              <a:t>measuredDepth</a:t>
            </a:r>
            <a:r>
              <a:rPr lang="en-US" dirty="0"/>
              <a:t>(MD) is required even with primary type TVDXY/</a:t>
            </a:r>
            <a:r>
              <a:rPr lang="en-US" dirty="0" err="1"/>
              <a:t>TVDDxDy</a:t>
            </a:r>
            <a:r>
              <a:rPr lang="en-US" dirty="0"/>
              <a:t> </a:t>
            </a:r>
          </a:p>
        </p:txBody>
      </p:sp>
      <p:sp>
        <p:nvSpPr>
          <p:cNvPr id="4" name="Slide Number Placeholder 3">
            <a:extLst>
              <a:ext uri="{FF2B5EF4-FFF2-40B4-BE49-F238E27FC236}">
                <a16:creationId xmlns:a16="http://schemas.microsoft.com/office/drawing/2014/main" id="{3CEF9260-11CD-44A0-BB9C-27C910EA28BE}"/>
              </a:ext>
            </a:extLst>
          </p:cNvPr>
          <p:cNvSpPr>
            <a:spLocks noGrp="1"/>
          </p:cNvSpPr>
          <p:nvPr>
            <p:ph type="sldNum" sz="quarter" idx="12"/>
          </p:nvPr>
        </p:nvSpPr>
        <p:spPr/>
        <p:txBody>
          <a:bodyPr/>
          <a:lstStyle/>
          <a:p>
            <a:fld id="{4704619B-9823-F845-874B-2390AC991BC7}" type="slidenum">
              <a:rPr lang="en-US" smtClean="0"/>
              <a:t>33</a:t>
            </a:fld>
            <a:endParaRPr lang="en-US" dirty="0"/>
          </a:p>
        </p:txBody>
      </p:sp>
      <p:sp>
        <p:nvSpPr>
          <p:cNvPr id="5" name="Text Placeholder 4">
            <a:extLst>
              <a:ext uri="{FF2B5EF4-FFF2-40B4-BE49-F238E27FC236}">
                <a16:creationId xmlns:a16="http://schemas.microsoft.com/office/drawing/2014/main" id="{E34E14AE-09EC-44D1-9E2C-E9687AEB061C}"/>
              </a:ext>
            </a:extLst>
          </p:cNvPr>
          <p:cNvSpPr>
            <a:spLocks noGrp="1"/>
          </p:cNvSpPr>
          <p:nvPr>
            <p:ph type="body" sz="quarter" idx="13"/>
          </p:nvPr>
        </p:nvSpPr>
        <p:spPr/>
        <p:txBody>
          <a:bodyPr/>
          <a:lstStyle/>
          <a:p>
            <a:r>
              <a:rPr lang="en-US" dirty="0"/>
              <a:t>Set Using Array</a:t>
            </a:r>
          </a:p>
        </p:txBody>
      </p:sp>
    </p:spTree>
    <p:extLst>
      <p:ext uri="{BB962C8B-B14F-4D97-AF65-F5344CB8AC3E}">
        <p14:creationId xmlns:p14="http://schemas.microsoft.com/office/powerpoint/2010/main" val="3583830670"/>
      </p:ext>
    </p:extLst>
  </p:cSld>
  <p:clrMapOvr>
    <a:masterClrMapping/>
  </p:clrMapOvr>
</p:sld>
</file>

<file path=ppt/theme/theme1.xml><?xml version="1.0" encoding="utf-8"?>
<a:theme xmlns:a="http://schemas.openxmlformats.org/drawingml/2006/main" name="IHSM_PPT_GeneralUse_2017_4x3">
  <a:themeElements>
    <a:clrScheme name="Custom 4">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AB4E"/>
      </a:hlink>
      <a:folHlink>
        <a:srgbClr val="00969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IHSM Neutral Gray">
      <a:srgbClr val="7F8080"/>
    </a:custClr>
  </a:custClrLst>
  <a:extLst>
    <a:ext uri="{05A4C25C-085E-4340-85A3-A5531E510DB2}">
      <thm15:themeFamily xmlns:thm15="http://schemas.microsoft.com/office/thememl/2012/main" name="IHSM_PPT_GeneralUse_2017_4x3" id="{A6BD48DB-FF27-4336-B76F-604390BC2B1E}" vid="{76774A34-5174-4731-A4BF-6CCC9E236B9A}"/>
    </a:ext>
  </a:extLst>
</a:theme>
</file>

<file path=ppt/theme/theme2.xml><?xml version="1.0" encoding="utf-8"?>
<a:theme xmlns:a="http://schemas.openxmlformats.org/drawingml/2006/main" name="Additional Layouts for Analysts—2017">
  <a:themeElements>
    <a:clrScheme name="Custom 22">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66B3"/>
      </a:hlink>
      <a:folHlink>
        <a:srgbClr val="96157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F8080"/>
        </a:solidFill>
        <a:ln>
          <a:noFill/>
        </a:ln>
      </a:spPr>
      <a:bodyPr rtlCol="0" anchor="ctr"/>
      <a:lstStyle>
        <a:defPPr algn="ctr">
          <a:defRPr sz="1600" b="1" spc="2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F80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rIns="72000" rtlCol="0">
        <a:spAutoFit/>
      </a:bodyPr>
      <a:lstStyle>
        <a:defPPr>
          <a:defRPr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Landfill 1">
      <a:srgbClr val="F2F1EC"/>
    </a:custClr>
    <a:custClr name="Landfill 2">
      <a:srgbClr val="E3E3DF"/>
    </a:custClr>
    <a:custClr name="Landfill 3">
      <a:srgbClr val="D2D2CF"/>
    </a:custClr>
    <a:custClr name="Map Gray 4">
      <a:srgbClr val="B3BABB"/>
    </a:custClr>
    <a:custClr name="Admin borders">
      <a:srgbClr val="9DA5A7"/>
    </a:custClr>
    <a:custClr name="Country borders">
      <a:srgbClr val="797F81"/>
    </a:custClr>
    <a:custClr name="Country names">
      <a:srgbClr val="434A4F"/>
    </a:custClr>
    <a:custClr name="Ocean fills">
      <a:srgbClr val="D1DFE7"/>
    </a:custClr>
    <a:custClr name="Rivers">
      <a:srgbClr val="8EBBD0"/>
    </a:custClr>
    <a:custClr name="Bodies of water text">
      <a:srgbClr val="467082"/>
    </a:custClr>
    <a:custClr name="IHSM Neutral Gray">
      <a:srgbClr val="7F8080"/>
    </a:custClr>
  </a:custClrLst>
  <a:extLst>
    <a:ext uri="{05A4C25C-085E-4340-85A3-A5531E510DB2}">
      <thm15:themeFamily xmlns:thm15="http://schemas.microsoft.com/office/thememl/2012/main" name="IHSM_PPT_GeneralUse_2017_4x3" id="{A6BD48DB-FF27-4336-B76F-604390BC2B1E}" vid="{1F711175-1B0F-4BA4-AC5C-5FC7F95A104E}"/>
    </a:ext>
  </a:extLst>
</a:theme>
</file>

<file path=ppt/theme/theme3.xml><?xml version="1.0" encoding="utf-8"?>
<a:theme xmlns:a="http://schemas.openxmlformats.org/drawingml/2006/main" name="SPRedTheme">
  <a:themeElements>
    <a:clrScheme name="Custom 4">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AB4E"/>
      </a:hlink>
      <a:folHlink>
        <a:srgbClr val="009697"/>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IHSM Neutral Gray">
      <a:srgbClr val="7F8080"/>
    </a:custClr>
  </a:custClrLst>
  <a:extLst>
    <a:ext uri="{05A4C25C-085E-4340-85A3-A5531E510DB2}">
      <thm15:themeFamily xmlns:thm15="http://schemas.microsoft.com/office/thememl/2012/main" name="SPRedTheme" id="{B805C890-E9D9-4794-905A-D6AD5E6114AC}" vid="{DFA265F0-C080-45D8-BE5C-7DD047F25E2F}"/>
    </a:ext>
  </a:extLst>
</a:theme>
</file>

<file path=ppt/theme/theme4.xml><?xml version="1.0" encoding="utf-8"?>
<a:theme xmlns:a="http://schemas.openxmlformats.org/drawingml/2006/main" name="1_Additional Layouts for Analysts—2017">
  <a:themeElements>
    <a:clrScheme name="Custom 22">
      <a:dk1>
        <a:srgbClr val="000000"/>
      </a:dk1>
      <a:lt1>
        <a:srgbClr val="FFFFFF"/>
      </a:lt1>
      <a:dk2>
        <a:srgbClr val="4B4B4B"/>
      </a:dk2>
      <a:lt2>
        <a:srgbClr val="999999"/>
      </a:lt2>
      <a:accent1>
        <a:srgbClr val="00AB4E"/>
      </a:accent1>
      <a:accent2>
        <a:srgbClr val="B1B3B6"/>
      </a:accent2>
      <a:accent3>
        <a:srgbClr val="009697"/>
      </a:accent3>
      <a:accent4>
        <a:srgbClr val="8DC63F"/>
      </a:accent4>
      <a:accent5>
        <a:srgbClr val="00B5F1"/>
      </a:accent5>
      <a:accent6>
        <a:srgbClr val="F7941D"/>
      </a:accent6>
      <a:hlink>
        <a:srgbClr val="0066B3"/>
      </a:hlink>
      <a:folHlink>
        <a:srgbClr val="96157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7F8080"/>
        </a:solidFill>
        <a:ln>
          <a:noFill/>
        </a:ln>
      </a:spPr>
      <a:bodyPr rtlCol="0" anchor="ctr"/>
      <a:lstStyle>
        <a:defPPr algn="ctr">
          <a:defRPr sz="1600" b="1" spc="2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rgbClr val="7F808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72000" rIns="72000" rtlCol="0">
        <a:spAutoFit/>
      </a:bodyPr>
      <a:lstStyle>
        <a:defPPr>
          <a:defRPr dirty="0" err="1" smtClean="0"/>
        </a:defPPr>
      </a:lstStyle>
    </a:txDef>
  </a:objectDefaults>
  <a:extraClrSchemeLst/>
  <a:custClrLst>
    <a:custClr name="IHSM Green">
      <a:srgbClr val="00AB4E"/>
    </a:custClr>
    <a:custClr name="IHSM Gray Tint">
      <a:srgbClr val="B1B3B6"/>
    </a:custClr>
    <a:custClr name="IHSM Teal">
      <a:srgbClr val="009697"/>
    </a:custClr>
    <a:custClr name="IHSM Bright Green">
      <a:srgbClr val="8DC63F"/>
    </a:custClr>
    <a:custClr name="IHSM Blue">
      <a:srgbClr val="00B5F1"/>
    </a:custClr>
    <a:custClr name="IHSM Orange">
      <a:srgbClr val="F7941D"/>
    </a:custClr>
    <a:custClr name="IHSM Purple">
      <a:srgbClr val="96157C"/>
    </a:custClr>
    <a:custClr name="IHSM Red Tint">
      <a:srgbClr val="FABFB7"/>
    </a:custClr>
    <a:custClr name="IHSM Red">
      <a:srgbClr val="EE2F53"/>
    </a:custClr>
    <a:custClr name="IHSM Blue Tint">
      <a:srgbClr val="B6E4FA"/>
    </a:custClr>
    <a:custClr name="IHSM Mid Blue">
      <a:srgbClr val="0066B3"/>
    </a:custClr>
    <a:custClr name="IHSM Light Yellow">
      <a:srgbClr val="FFD200"/>
    </a:custClr>
    <a:custClr name="IHSM Dark Gray">
      <a:srgbClr val="58595B"/>
    </a:custClr>
    <a:custClr name="IHSM Teal Tint">
      <a:srgbClr val="8DC0C4"/>
    </a:custClr>
    <a:custClr name="IHSM Burnt Orange">
      <a:srgbClr val="C84623"/>
    </a:custClr>
    <a:custClr name="IHSM Bright Green Tint">
      <a:srgbClr val="C4DF9B"/>
    </a:custClr>
    <a:custClr name="IHSM Dark Blue">
      <a:srgbClr val="103C68"/>
    </a:custClr>
    <a:custClr name="IHSM Dark Purple Tint">
      <a:srgbClr val="8F7890"/>
    </a:custClr>
    <a:custClr name="IHSM Yellow Tint">
      <a:srgbClr val="FFE694"/>
    </a:custClr>
    <a:custClr name="IHSM Dark Green">
      <a:srgbClr val="265B3F"/>
    </a:custClr>
    <a:custClr name="IHSM Orange Tint">
      <a:srgbClr val="FBB161"/>
    </a:custClr>
    <a:custClr name="IHSM Dark Purple">
      <a:srgbClr val="4B254C"/>
    </a:custClr>
    <a:custClr name="IHSM Gray">
      <a:srgbClr val="939598"/>
    </a:custClr>
    <a:custClr name="Landfill 1">
      <a:srgbClr val="F2F1EC"/>
    </a:custClr>
    <a:custClr name="Landfill 2">
      <a:srgbClr val="E3E3DF"/>
    </a:custClr>
    <a:custClr name="Landfill 3">
      <a:srgbClr val="D2D2CF"/>
    </a:custClr>
    <a:custClr name="Map Gray 4">
      <a:srgbClr val="B3BABB"/>
    </a:custClr>
    <a:custClr name="Admin borders">
      <a:srgbClr val="9DA5A7"/>
    </a:custClr>
    <a:custClr name="Country borders">
      <a:srgbClr val="797F81"/>
    </a:custClr>
    <a:custClr name="Country names">
      <a:srgbClr val="434A4F"/>
    </a:custClr>
    <a:custClr name="Ocean fills">
      <a:srgbClr val="D1DFE7"/>
    </a:custClr>
    <a:custClr name="Rivers">
      <a:srgbClr val="8EBBD0"/>
    </a:custClr>
    <a:custClr name="Bodies of water text">
      <a:srgbClr val="467082"/>
    </a:custClr>
    <a:custClr name="IHSM Neutral Gray">
      <a:srgbClr val="7F8080"/>
    </a:custClr>
  </a:custClrLst>
  <a:extLst>
    <a:ext uri="{05A4C25C-085E-4340-85A3-A5531E510DB2}">
      <thm15:themeFamily xmlns:thm15="http://schemas.microsoft.com/office/thememl/2012/main" name="IHSM_PPT_GeneralUse_2017_4x3" id="{A6BD48DB-FF27-4336-B76F-604390BC2B1E}" vid="{1F711175-1B0F-4BA4-AC5C-5FC7F95A104E}"/>
    </a:ext>
  </a:extLst>
</a:theme>
</file>

<file path=ppt/theme/theme5.xml><?xml version="1.0" encoding="utf-8"?>
<a:theme xmlns:a="http://schemas.openxmlformats.org/drawingml/2006/main" name="Theme2">
  <a:themeElements>
    <a:clrScheme name="SPG Temp Color theme">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00000"/>
      </a:hlink>
      <a:folHlink>
        <a:srgbClr val="000000"/>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solidFill>
            <a:schemeClr val="accent3"/>
          </a:solidFill>
        </a:ln>
      </a:spPr>
      <a:bodyPr rtlCol="0" anchor="ct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dirty="0" err="1" smtClean="0"/>
        </a:defPPr>
      </a:lstStyle>
    </a:txDef>
  </a:objectDefaults>
  <a:extraClrSchemeLst/>
  <a:custClrLst>
    <a:custClr name="Ocean 7">
      <a:srgbClr val="006D89"/>
    </a:custClr>
    <a:custClr name="Gold 5">
      <a:srgbClr val="F1A649"/>
    </a:custClr>
    <a:custClr name="Purple 7">
      <a:srgbClr val="782080"/>
    </a:custClr>
    <a:custClr name="Teal 7">
      <a:srgbClr val="54BAA0"/>
    </a:custClr>
    <a:custClr name="Magneta 7">
      <a:srgbClr val="B92051"/>
    </a:custClr>
    <a:custClr name="Blue 3">
      <a:srgbClr val="AAB5DF"/>
    </a:custClr>
    <a:custClr name="Blue 8">
      <a:srgbClr val="1D3BAA"/>
    </a:custClr>
    <a:custClr name="Orange 7">
      <a:srgbClr val="B280B6"/>
    </a:custClr>
    <a:custClr name="Ocean 5">
      <a:srgbClr val="C94100"/>
    </a:custClr>
    <a:custClr name="Maroon 9">
      <a:srgbClr val="6DACBC"/>
    </a:custClr>
    <a:custClr name="Maroon 9">
      <a:srgbClr val="6B0F01"/>
    </a:custClr>
    <a:custClr name="Maroon 7">
      <a:srgbClr val="A11602"/>
    </a:custClr>
    <a:custClr name="Maroon 5">
      <a:srgbClr val="BC594A"/>
    </a:custClr>
    <a:custClr name="Maroon 3">
      <a:srgbClr val="D79B93"/>
    </a:custClr>
    <a:custClr name="Maroon 2">
      <a:srgbClr val="E4BCB7"/>
    </a:custClr>
    <a:custClr name="Ocean 2">
      <a:srgbClr val="B6D5DD"/>
    </a:custClr>
    <a:custClr name="Ocean 3">
      <a:srgbClr val="92C0CC"/>
    </a:custClr>
    <a:custClr name="Ocean 5">
      <a:srgbClr val="4997AB"/>
    </a:custClr>
    <a:custClr name="Ocean 7">
      <a:srgbClr val="006D89"/>
    </a:custClr>
    <a:custClr name="Ocean 9">
      <a:srgbClr val="00495B"/>
    </a:custClr>
    <a:custClr name="Gold 9">
      <a:srgbClr val="9D5700"/>
    </a:custClr>
    <a:custClr name="Gold 7">
      <a:srgbClr val="EC8200"/>
    </a:custClr>
    <a:custClr name="Gold 5">
      <a:srgbClr val="F1A649"/>
    </a:custClr>
    <a:custClr name="Gold 3">
      <a:srgbClr val="F7C992"/>
    </a:custClr>
    <a:custClr name="Gold 2">
      <a:srgbClr val="FADBB6"/>
    </a:custClr>
    <a:custClr name="Purple 2">
      <a:srgbClr val="D8BFDB"/>
    </a:custClr>
    <a:custClr name="Purple 3">
      <a:srgbClr val="C59FC9"/>
    </a:custClr>
    <a:custClr name="Purple 5">
      <a:srgbClr val="9F60A4"/>
    </a:custClr>
    <a:custClr name="Purple 7">
      <a:srgbClr val="782080"/>
    </a:custClr>
    <a:custClr name="Purple 9">
      <a:srgbClr val="501555"/>
    </a:custClr>
    <a:custClr name="Orange 9">
      <a:srgbClr val="862B00"/>
    </a:custClr>
    <a:custClr name="Orange 7">
      <a:srgbClr val="C94100"/>
    </a:custClr>
    <a:custClr name="Orange 5">
      <a:srgbClr val="D87749"/>
    </a:custClr>
    <a:custClr name="Orange 3">
      <a:srgbClr val="E8AE92"/>
    </a:custClr>
    <a:custClr name="Orange 2">
      <a:srgbClr val="F0C9B6"/>
    </a:custClr>
    <a:custClr name="Blue 2">
      <a:srgbClr val="C0C8E7"/>
    </a:custClr>
    <a:custClr name="Blue 3">
      <a:srgbClr val="AAB5DF"/>
    </a:custClr>
    <a:custClr name="Blue 5">
      <a:srgbClr val="7284CA"/>
    </a:custClr>
    <a:custClr name="Blue 7">
      <a:srgbClr val="3953B4"/>
    </a:custClr>
    <a:custClr name="Blue 9">
      <a:srgbClr val="01229F"/>
    </a:custClr>
    <a:custClr name="Magneta 9">
      <a:srgbClr val="7B1536"/>
    </a:custClr>
    <a:custClr name="Magneta 7">
      <a:srgbClr val="B92051"/>
    </a:custClr>
    <a:custClr name="Magneta 5">
      <a:srgbClr val="CD6083"/>
    </a:custClr>
    <a:custClr name="Magneta 3">
      <a:srgbClr val="E19FB4"/>
    </a:custClr>
    <a:custClr name="Magneta 2">
      <a:srgbClr val="EBBFCD"/>
    </a:custClr>
    <a:custClr name="Green 2">
      <a:srgbClr val="BEDEC4"/>
    </a:custClr>
    <a:custClr name="Green 2">
      <a:srgbClr val="9DCEA6"/>
    </a:custClr>
    <a:custClr name="Green 5">
      <a:srgbClr val="5CAE6A"/>
    </a:custClr>
    <a:custClr name="Green 7">
      <a:srgbClr val="1B8D2F"/>
    </a:custClr>
    <a:custClr name="Green 9">
      <a:srgbClr val="125E1F"/>
    </a:custClr>
  </a:custClrLst>
  <a:extLst>
    <a:ext uri="{05A4C25C-085E-4340-85A3-A5531E510DB2}">
      <thm15:themeFamily xmlns:thm15="http://schemas.microsoft.com/office/thememl/2012/main" name="Theme2" id="{11246C00-A4FF-4DD9-A7AE-7567F2689C31}" vid="{C59FB0FA-81FC-4DAC-AC07-DE5E02629C9F}"/>
    </a:ext>
  </a:extLst>
</a:theme>
</file>

<file path=ppt/theme/theme6.xml><?xml version="1.0" encoding="utf-8"?>
<a:theme xmlns:a="http://schemas.openxmlformats.org/drawingml/2006/main" name="Theme1">
  <a:themeElements>
    <a:clrScheme name="SPG Temp Color theme">
      <a:dk1>
        <a:srgbClr val="000000"/>
      </a:dk1>
      <a:lt1>
        <a:sysClr val="window" lastClr="FFFFFF"/>
      </a:lt1>
      <a:dk2>
        <a:srgbClr val="404040"/>
      </a:dk2>
      <a:lt2>
        <a:srgbClr val="DCDCDC"/>
      </a:lt2>
      <a:accent1>
        <a:srgbClr val="D6002A"/>
      </a:accent1>
      <a:accent2>
        <a:srgbClr val="000000"/>
      </a:accent2>
      <a:accent3>
        <a:srgbClr val="C2C2C2"/>
      </a:accent3>
      <a:accent4>
        <a:srgbClr val="9E8D73"/>
      </a:accent4>
      <a:accent5>
        <a:srgbClr val="C7DAE0"/>
      </a:accent5>
      <a:accent6>
        <a:srgbClr val="EDF86F"/>
      </a:accent6>
      <a:hlink>
        <a:srgbClr val="000000"/>
      </a:hlink>
      <a:folHlink>
        <a:srgbClr val="000000"/>
      </a:folHlink>
    </a:clrScheme>
    <a:fontScheme name="SP Global Font Theme">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solidFill>
            <a:schemeClr val="accent3"/>
          </a:solidFill>
        </a:ln>
      </a:spPr>
      <a:bodyPr rtlCol="0" anchor="ct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sz="1400" dirty="0" err="1" smtClean="0"/>
        </a:defPPr>
      </a:lstStyle>
    </a:txDef>
  </a:objectDefaults>
  <a:extraClrSchemeLst/>
  <a:custClrLst>
    <a:custClr name="Ocean 7">
      <a:srgbClr val="006D89"/>
    </a:custClr>
    <a:custClr name="Gold 5">
      <a:srgbClr val="F1A649"/>
    </a:custClr>
    <a:custClr name="Purple 7">
      <a:srgbClr val="782080"/>
    </a:custClr>
    <a:custClr name="Teal 7">
      <a:srgbClr val="54BAA0"/>
    </a:custClr>
    <a:custClr name="Magneta 7">
      <a:srgbClr val="B92051"/>
    </a:custClr>
    <a:custClr name="Blue 3">
      <a:srgbClr val="AAB5DF"/>
    </a:custClr>
    <a:custClr name="Blue 8">
      <a:srgbClr val="1D3BAA"/>
    </a:custClr>
    <a:custClr name="Orange 7">
      <a:srgbClr val="B280B6"/>
    </a:custClr>
    <a:custClr name="Ocean 5">
      <a:srgbClr val="C94100"/>
    </a:custClr>
    <a:custClr name="Maroon 9">
      <a:srgbClr val="6DACBC"/>
    </a:custClr>
    <a:custClr name="Maroon 9">
      <a:srgbClr val="6B0F01"/>
    </a:custClr>
    <a:custClr name="Maroon 7">
      <a:srgbClr val="A11602"/>
    </a:custClr>
    <a:custClr name="Maroon 5">
      <a:srgbClr val="BC594A"/>
    </a:custClr>
    <a:custClr name="Maroon 3">
      <a:srgbClr val="D79B93"/>
    </a:custClr>
    <a:custClr name="Maroon 2">
      <a:srgbClr val="E4BCB7"/>
    </a:custClr>
    <a:custClr name="Ocean 2">
      <a:srgbClr val="B6D5DD"/>
    </a:custClr>
    <a:custClr name="Ocean 3">
      <a:srgbClr val="92C0CC"/>
    </a:custClr>
    <a:custClr name="Ocean 5">
      <a:srgbClr val="4997AB"/>
    </a:custClr>
    <a:custClr name="Ocean 7">
      <a:srgbClr val="006D89"/>
    </a:custClr>
    <a:custClr name="Ocean 9">
      <a:srgbClr val="00495B"/>
    </a:custClr>
    <a:custClr name="Gold 9">
      <a:srgbClr val="9D5700"/>
    </a:custClr>
    <a:custClr name="Gold 7">
      <a:srgbClr val="EC8200"/>
    </a:custClr>
    <a:custClr name="Gold 5">
      <a:srgbClr val="F1A649"/>
    </a:custClr>
    <a:custClr name="Gold 3">
      <a:srgbClr val="F7C992"/>
    </a:custClr>
    <a:custClr name="Gold 2">
      <a:srgbClr val="FADBB6"/>
    </a:custClr>
    <a:custClr name="Purple 2">
      <a:srgbClr val="D8BFDB"/>
    </a:custClr>
    <a:custClr name="Purple 3">
      <a:srgbClr val="C59FC9"/>
    </a:custClr>
    <a:custClr name="Purple 5">
      <a:srgbClr val="9F60A4"/>
    </a:custClr>
    <a:custClr name="Purple 7">
      <a:srgbClr val="782080"/>
    </a:custClr>
    <a:custClr name="Purple 9">
      <a:srgbClr val="501555"/>
    </a:custClr>
    <a:custClr name="Orange 9">
      <a:srgbClr val="862B00"/>
    </a:custClr>
    <a:custClr name="Orange 7">
      <a:srgbClr val="C94100"/>
    </a:custClr>
    <a:custClr name="Orange 5">
      <a:srgbClr val="D87749"/>
    </a:custClr>
    <a:custClr name="Orange 3">
      <a:srgbClr val="E8AE92"/>
    </a:custClr>
    <a:custClr name="Orange 2">
      <a:srgbClr val="F0C9B6"/>
    </a:custClr>
    <a:custClr name="Blue 2">
      <a:srgbClr val="C0C8E7"/>
    </a:custClr>
    <a:custClr name="Blue 3">
      <a:srgbClr val="AAB5DF"/>
    </a:custClr>
    <a:custClr name="Blue 5">
      <a:srgbClr val="7284CA"/>
    </a:custClr>
    <a:custClr name="Blue 7">
      <a:srgbClr val="3953B4"/>
    </a:custClr>
    <a:custClr name="Blue 9">
      <a:srgbClr val="01229F"/>
    </a:custClr>
    <a:custClr name="Magneta 9">
      <a:srgbClr val="7B1536"/>
    </a:custClr>
    <a:custClr name="Magneta 7">
      <a:srgbClr val="B92051"/>
    </a:custClr>
    <a:custClr name="Magneta 5">
      <a:srgbClr val="CD6083"/>
    </a:custClr>
    <a:custClr name="Magneta 3">
      <a:srgbClr val="E19FB4"/>
    </a:custClr>
    <a:custClr name="Magneta 2">
      <a:srgbClr val="EBBFCD"/>
    </a:custClr>
    <a:custClr name="Green 2">
      <a:srgbClr val="BEDEC4"/>
    </a:custClr>
    <a:custClr name="Green 2">
      <a:srgbClr val="9DCEA6"/>
    </a:custClr>
    <a:custClr name="Green 5">
      <a:srgbClr val="5CAE6A"/>
    </a:custClr>
    <a:custClr name="Green 7">
      <a:srgbClr val="1B8D2F"/>
    </a:custClr>
    <a:custClr name="Green 9">
      <a:srgbClr val="125E1F"/>
    </a:custClr>
  </a:custClrLst>
  <a:extLst>
    <a:ext uri="{05A4C25C-085E-4340-85A3-A5531E510DB2}">
      <thm15:themeFamily xmlns:thm15="http://schemas.microsoft.com/office/thememl/2012/main" name="Theme1" id="{B3C3A3D9-439D-48BB-BEB7-17DBF7336135}" vid="{B8517F7D-BA12-4EDC-9C9E-32A368E7678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IHSM_PPT_GeneralUse_2017_4x3</Template>
  <TotalTime>22675</TotalTime>
  <Words>1886</Words>
  <Application>Microsoft Office PowerPoint</Application>
  <PresentationFormat>On-screen Show (4:3)</PresentationFormat>
  <Paragraphs>178</Paragraphs>
  <Slides>33</Slides>
  <Notes>2</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33</vt:i4>
      </vt:variant>
    </vt:vector>
  </HeadingPairs>
  <TitlesOfParts>
    <vt:vector size="44" baseType="lpstr">
      <vt:lpstr>.HelveticaNeueDeskInterface-Regular</vt:lpstr>
      <vt:lpstr>Arial</vt:lpstr>
      <vt:lpstr>Calibri</vt:lpstr>
      <vt:lpstr>Consolas</vt:lpstr>
      <vt:lpstr>Wingdings 3</vt:lpstr>
      <vt:lpstr>IHSM_PPT_GeneralUse_2017_4x3</vt:lpstr>
      <vt:lpstr>Additional Layouts for Analysts—2017</vt:lpstr>
      <vt:lpstr>SPRedTheme</vt:lpstr>
      <vt:lpstr>1_Additional Layouts for Analysts—2017</vt:lpstr>
      <vt:lpstr>Theme2</vt:lpstr>
      <vt:lpstr>Theme1</vt:lpstr>
      <vt:lpstr>Kingdom SDK</vt:lpstr>
      <vt:lpstr>Agenda</vt:lpstr>
      <vt:lpstr>Highlights</vt:lpstr>
      <vt:lpstr>Best Practices</vt:lpstr>
      <vt:lpstr>Instantiate a single project object</vt:lpstr>
      <vt:lpstr>Dispose project object after use</vt:lpstr>
      <vt:lpstr>Chunk items to a smaller set number of records on saving</vt:lpstr>
      <vt:lpstr>Associations help save all related objects</vt:lpstr>
      <vt:lpstr>Limit operations inside the context</vt:lpstr>
      <vt:lpstr>Unique key/ID required for 2 objects in the same context</vt:lpstr>
      <vt:lpstr>Updating/deleting by ID/Key</vt:lpstr>
      <vt:lpstr>Deleting parent objects</vt:lpstr>
      <vt:lpstr>Use Projection for a single entity</vt:lpstr>
      <vt:lpstr>Use Projections carefully</vt:lpstr>
      <vt:lpstr>Use Contains carefully</vt:lpstr>
      <vt:lpstr>Legacy null values</vt:lpstr>
      <vt:lpstr>Get all is much faster than get with contains</vt:lpstr>
      <vt:lpstr>Data ordering between SQL vs Oracle</vt:lpstr>
      <vt:lpstr>Navigation Properties are not fetched by default</vt:lpstr>
      <vt:lpstr>More on chunking</vt:lpstr>
      <vt:lpstr>Authored Data</vt:lpstr>
      <vt:lpstr>Do not make assumption about the data</vt:lpstr>
      <vt:lpstr>Projection when data are stored in files</vt:lpstr>
      <vt:lpstr>Duplicate data when saving in bulk</vt:lpstr>
      <vt:lpstr>Suggestion on how to use Reference Entities </vt:lpstr>
      <vt:lpstr>Programming Guidelines</vt:lpstr>
      <vt:lpstr>Repository Pattern</vt:lpstr>
      <vt:lpstr>Name Tables Caching</vt:lpstr>
      <vt:lpstr>Saving Specific Objects </vt:lpstr>
      <vt:lpstr>How to set Active Elevation</vt:lpstr>
      <vt:lpstr>Set Active Deviation Survey</vt:lpstr>
      <vt:lpstr>Deviation Survey Data</vt:lpstr>
      <vt:lpstr>Deviation Survey Data</vt:lpstr>
    </vt:vector>
  </TitlesOfParts>
  <Company>IHS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in 1 or 2 Lines</dc:title>
  <dc:creator>Chris Williams</dc:creator>
  <cp:lastModifiedBy>Vanaparthy, Divya</cp:lastModifiedBy>
  <cp:revision>124</cp:revision>
  <dcterms:created xsi:type="dcterms:W3CDTF">2017-03-13T15:51:58Z</dcterms:created>
  <dcterms:modified xsi:type="dcterms:W3CDTF">2025-08-13T16:04:14Z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ServerID">
    <vt:lpwstr>4c14fbaa-e118-4c03-a0c6-15a5fee77a0a</vt:lpwstr>
  </property>
  <property fmtid="{D5CDD505-2E9C-101B-9397-08002B2CF9AE}" pid="3" name="Jive_VersionGuid">
    <vt:lpwstr>541160b1-b8db-47e8-ab4e-aa1b980640f7</vt:lpwstr>
  </property>
  <property fmtid="{D5CDD505-2E9C-101B-9397-08002B2CF9AE}" pid="4" name="Offisync_ProviderInitializationData">
    <vt:lpwstr>https://mysource.ihs.com</vt:lpwstr>
  </property>
  <property fmtid="{D5CDD505-2E9C-101B-9397-08002B2CF9AE}" pid="5" name="Offisync_UpdateToken">
    <vt:lpwstr>6</vt:lpwstr>
  </property>
  <property fmtid="{D5CDD505-2E9C-101B-9397-08002B2CF9AE}" pid="6" name="Offisync_UniqueId">
    <vt:lpwstr>46137</vt:lpwstr>
  </property>
  <property fmtid="{D5CDD505-2E9C-101B-9397-08002B2CF9AE}" pid="7" name="Jive_LatestUserAccountName">
    <vt:lpwstr>KVJ53955</vt:lpwstr>
  </property>
  <property fmtid="{D5CDD505-2E9C-101B-9397-08002B2CF9AE}" pid="8" name="MSIP_Label_831f0267-8575-4fc2-99cc-f6b7f9934be9_Enabled">
    <vt:lpwstr>true</vt:lpwstr>
  </property>
  <property fmtid="{D5CDD505-2E9C-101B-9397-08002B2CF9AE}" pid="9" name="MSIP_Label_831f0267-8575-4fc2-99cc-f6b7f9934be9_SetDate">
    <vt:lpwstr>2025-08-13T16:04:13Z</vt:lpwstr>
  </property>
  <property fmtid="{D5CDD505-2E9C-101B-9397-08002B2CF9AE}" pid="10" name="MSIP_Label_831f0267-8575-4fc2-99cc-f6b7f9934be9_Method">
    <vt:lpwstr>Standard</vt:lpwstr>
  </property>
  <property fmtid="{D5CDD505-2E9C-101B-9397-08002B2CF9AE}" pid="11" name="MSIP_Label_831f0267-8575-4fc2-99cc-f6b7f9934be9_Name">
    <vt:lpwstr>831f0267-8575-4fc2-99cc-f6b7f9934be9</vt:lpwstr>
  </property>
  <property fmtid="{D5CDD505-2E9C-101B-9397-08002B2CF9AE}" pid="12" name="MSIP_Label_831f0267-8575-4fc2-99cc-f6b7f9934be9_SiteId">
    <vt:lpwstr>8f3e36ea-8039-4b40-81a7-7dc0599e8645</vt:lpwstr>
  </property>
  <property fmtid="{D5CDD505-2E9C-101B-9397-08002B2CF9AE}" pid="13" name="MSIP_Label_831f0267-8575-4fc2-99cc-f6b7f9934be9_ActionId">
    <vt:lpwstr>a9b0d036-4ee2-484b-b413-897519a1bbf8</vt:lpwstr>
  </property>
  <property fmtid="{D5CDD505-2E9C-101B-9397-08002B2CF9AE}" pid="14" name="MSIP_Label_831f0267-8575-4fc2-99cc-f6b7f9934be9_ContentBits">
    <vt:lpwstr>0</vt:lpwstr>
  </property>
  <property fmtid="{D5CDD505-2E9C-101B-9397-08002B2CF9AE}" pid="15" name="MSIP_Label_831f0267-8575-4fc2-99cc-f6b7f9934be9_Tag">
    <vt:lpwstr>10, 3, 0, 1</vt:lpwstr>
  </property>
</Properties>
</file>