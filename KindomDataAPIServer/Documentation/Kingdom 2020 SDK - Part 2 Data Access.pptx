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1" r:id="rId2"/>
    <p:sldMasterId id="2147483781" r:id="rId3"/>
  </p:sldMasterIdLst>
  <p:notesMasterIdLst>
    <p:notesMasterId r:id="rId53"/>
  </p:notesMasterIdLst>
  <p:handoutMasterIdLst>
    <p:handoutMasterId r:id="rId54"/>
  </p:handoutMasterIdLst>
  <p:sldIdLst>
    <p:sldId id="416" r:id="rId4"/>
    <p:sldId id="361" r:id="rId5"/>
    <p:sldId id="407" r:id="rId6"/>
    <p:sldId id="354" r:id="rId7"/>
    <p:sldId id="362" r:id="rId8"/>
    <p:sldId id="415" r:id="rId9"/>
    <p:sldId id="363" r:id="rId10"/>
    <p:sldId id="357" r:id="rId11"/>
    <p:sldId id="401" r:id="rId12"/>
    <p:sldId id="364" r:id="rId13"/>
    <p:sldId id="406" r:id="rId14"/>
    <p:sldId id="365" r:id="rId15"/>
    <p:sldId id="366" r:id="rId16"/>
    <p:sldId id="404" r:id="rId17"/>
    <p:sldId id="405" r:id="rId18"/>
    <p:sldId id="367" r:id="rId19"/>
    <p:sldId id="414" r:id="rId20"/>
    <p:sldId id="368" r:id="rId21"/>
    <p:sldId id="369" r:id="rId22"/>
    <p:sldId id="370" r:id="rId23"/>
    <p:sldId id="382" r:id="rId24"/>
    <p:sldId id="386" r:id="rId25"/>
    <p:sldId id="398" r:id="rId26"/>
    <p:sldId id="384" r:id="rId27"/>
    <p:sldId id="383" r:id="rId28"/>
    <p:sldId id="385" r:id="rId29"/>
    <p:sldId id="371" r:id="rId30"/>
    <p:sldId id="388" r:id="rId31"/>
    <p:sldId id="374" r:id="rId32"/>
    <p:sldId id="375" r:id="rId33"/>
    <p:sldId id="390" r:id="rId34"/>
    <p:sldId id="376" r:id="rId35"/>
    <p:sldId id="393" r:id="rId36"/>
    <p:sldId id="394" r:id="rId37"/>
    <p:sldId id="395" r:id="rId38"/>
    <p:sldId id="396" r:id="rId39"/>
    <p:sldId id="397" r:id="rId40"/>
    <p:sldId id="377" r:id="rId41"/>
    <p:sldId id="408" r:id="rId42"/>
    <p:sldId id="392" r:id="rId43"/>
    <p:sldId id="411" r:id="rId44"/>
    <p:sldId id="399" r:id="rId45"/>
    <p:sldId id="400" r:id="rId46"/>
    <p:sldId id="412" r:id="rId47"/>
    <p:sldId id="378" r:id="rId48"/>
    <p:sldId id="402" r:id="rId49"/>
    <p:sldId id="403" r:id="rId50"/>
    <p:sldId id="413" r:id="rId51"/>
    <p:sldId id="379"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3" orient="horz" pos="2160">
          <p15:clr>
            <a:srgbClr val="A4A3A4"/>
          </p15:clr>
        </p15:guide>
        <p15:guide id="4" orient="horz" pos="3836">
          <p15:clr>
            <a:srgbClr val="A4A3A4"/>
          </p15:clr>
        </p15:guide>
        <p15:guide id="5" orient="horz" pos="1207">
          <p15:clr>
            <a:srgbClr val="A4A3A4"/>
          </p15:clr>
        </p15:guide>
        <p15:guide id="6" orient="horz" pos="3929">
          <p15:clr>
            <a:srgbClr val="A4A3A4"/>
          </p15:clr>
        </p15:guide>
        <p15:guide id="7" pos="295">
          <p15:clr>
            <a:srgbClr val="A4A3A4"/>
          </p15:clr>
        </p15:guide>
        <p15:guide id="8"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080"/>
    <a:srgbClr val="4B254C"/>
    <a:srgbClr val="FBB161"/>
    <a:srgbClr val="265B3F"/>
    <a:srgbClr val="FFE694"/>
    <a:srgbClr val="8F7890"/>
    <a:srgbClr val="103C68"/>
    <a:srgbClr val="C4DF9B"/>
    <a:srgbClr val="C84623"/>
    <a:srgbClr val="8D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348D8D-2592-4D36-8BCA-CF58A03317E7}">
  <a:tblStyle styleId="{4F348D8D-2592-4D36-8BCA-CF58A03317E7}" styleName="IHSM Table Style">
    <a:wholeTbl>
      <a:tcTxStyle>
        <a:fontRef idx="minor"/>
        <a:schemeClr val="dk1"/>
      </a:tcTxStyle>
      <a:tcStyle>
        <a:tcBdr>
          <a:left>
            <a:ln>
              <a:noFill/>
            </a:ln>
          </a:left>
          <a:right>
            <a:ln>
              <a:noFill/>
            </a:ln>
          </a:right>
          <a:top>
            <a:ln>
              <a:noFill/>
            </a:ln>
          </a:top>
          <a:bottom>
            <a:ln>
              <a:noFill/>
            </a:ln>
          </a:bottom>
          <a:insideH>
            <a:ln>
              <a:noFill/>
            </a:ln>
          </a:insideH>
          <a:insideV>
            <a:ln>
              <a:noFill/>
            </a:ln>
          </a:insideV>
        </a:tcBdr>
      </a:tcStyle>
    </a:wholeTbl>
    <a:band1H>
      <a:tcTxStyle>
        <a:schemeClr val="dk1"/>
      </a:tcTxStyle>
      <a:tcStyle>
        <a:tcBdr/>
      </a:tcStyle>
    </a:band1H>
    <a:band2H>
      <a:tcStyle>
        <a:tcBdr/>
      </a:tcStyle>
    </a:band2H>
    <a:band1V>
      <a:tcStyle>
        <a:tcBdr/>
      </a:tcStyle>
    </a:band1V>
    <a:band2V>
      <a:tcStyle>
        <a:tcBdr/>
      </a:tcStyle>
    </a:band2V>
    <a:lastRow>
      <a:tcStyle>
        <a:tcBdr/>
      </a:tcStyle>
    </a:lastRow>
    <a:firstRow>
      <a:tcTxStyle>
        <a:fontRef idx="major"/>
        <a:schemeClr val="bg1"/>
      </a:tcTxStyle>
      <a:tcStyle>
        <a:tcBdr/>
        <a:fill>
          <a:solidFill>
            <a:srgbClr val="7F8080"/>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51" autoAdjust="0"/>
    <p:restoredTop sz="83841" autoAdjust="0"/>
  </p:normalViewPr>
  <p:slideViewPr>
    <p:cSldViewPr snapToObjects="1" showGuides="1">
      <p:cViewPr varScale="1">
        <p:scale>
          <a:sx n="97" d="100"/>
          <a:sy n="97" d="100"/>
        </p:scale>
        <p:origin x="1114" y="36"/>
      </p:cViewPr>
      <p:guideLst>
        <p:guide pos="2880"/>
        <p:guide orient="horz" pos="2160"/>
        <p:guide orient="horz" pos="3836"/>
        <p:guide orient="horz" pos="1207"/>
        <p:guide orient="horz" pos="3929"/>
        <p:guide pos="295"/>
        <p:guide pos="5465"/>
      </p:guideLst>
    </p:cSldViewPr>
  </p:slideViewPr>
  <p:notesTextViewPr>
    <p:cViewPr>
      <p:scale>
        <a:sx n="1" d="1"/>
        <a:sy n="1" d="1"/>
      </p:scale>
      <p:origin x="0" y="0"/>
    </p:cViewPr>
  </p:notesTextViewPr>
  <p:notesViewPr>
    <p:cSldViewPr snapToObjects="1" showGuides="1">
      <p:cViewPr varScale="1">
        <p:scale>
          <a:sx n="124" d="100"/>
          <a:sy n="124" d="100"/>
        </p:scale>
        <p:origin x="4688"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71D080-37A6-F24B-B78D-17FAB3D256E5}" type="datetimeFigureOut">
              <a:rPr lang="en-US" smtClean="0"/>
              <a:t>8/13/2025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0039FC-807A-074E-B68E-D1B8732431AA}" type="slidenum">
              <a:rPr lang="en-US" smtClean="0"/>
              <a:t>‹#›</a:t>
            </a:fld>
            <a:endParaRPr lang="en-US" dirty="0"/>
          </a:p>
        </p:txBody>
      </p:sp>
    </p:spTree>
    <p:extLst>
      <p:ext uri="{BB962C8B-B14F-4D97-AF65-F5344CB8AC3E}">
        <p14:creationId xmlns:p14="http://schemas.microsoft.com/office/powerpoint/2010/main" val="5689731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484F9-5844-A041-990A-4DB2EC6CDB70}" type="datetimeFigureOut">
              <a:rPr lang="en-US" smtClean="0"/>
              <a:t>8/13/2025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D0A5C-6B8D-8740-ACDD-A40F7FCA9420}" type="slidenum">
              <a:rPr lang="en-US" smtClean="0"/>
              <a:t>‹#›</a:t>
            </a:fld>
            <a:endParaRPr lang="en-US" dirty="0"/>
          </a:p>
        </p:txBody>
      </p:sp>
    </p:spTree>
    <p:extLst>
      <p:ext uri="{BB962C8B-B14F-4D97-AF65-F5344CB8AC3E}">
        <p14:creationId xmlns:p14="http://schemas.microsoft.com/office/powerpoint/2010/main" val="168839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supplies transparent database access through strong typed sets of entities, tracks and saves changes, manages database transactions and connections, and contains a number of utility methods to facilitate all kinds of data access tasks</a:t>
            </a:r>
            <a:endParaRPr lang="en-US" dirty="0"/>
          </a:p>
        </p:txBody>
      </p:sp>
      <p:sp>
        <p:nvSpPr>
          <p:cNvPr id="4" name="Slide Number Placeholder 3"/>
          <p:cNvSpPr>
            <a:spLocks noGrp="1"/>
          </p:cNvSpPr>
          <p:nvPr>
            <p:ph type="sldNum" sz="quarter" idx="10"/>
          </p:nvPr>
        </p:nvSpPr>
        <p:spPr/>
        <p:txBody>
          <a:bodyPr/>
          <a:lstStyle/>
          <a:p>
            <a:fld id="{894D0A5C-6B8D-8740-ACDD-A40F7FCA9420}" type="slidenum">
              <a:rPr lang="en-US" smtClean="0"/>
              <a:t>9</a:t>
            </a:fld>
            <a:endParaRPr lang="en-US" dirty="0"/>
          </a:p>
        </p:txBody>
      </p:sp>
    </p:spTree>
    <p:extLst>
      <p:ext uri="{BB962C8B-B14F-4D97-AF65-F5344CB8AC3E}">
        <p14:creationId xmlns:p14="http://schemas.microsoft.com/office/powerpoint/2010/main" val="17804562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28.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58"/>
            <a:ext cx="9153144" cy="6864858"/>
          </a:xfrm>
          <a:prstGeom prst="rect">
            <a:avLst/>
          </a:prstGeom>
        </p:spPr>
      </p:pic>
      <p:sp>
        <p:nvSpPr>
          <p:cNvPr id="2" name="Title 1"/>
          <p:cNvSpPr>
            <a:spLocks noGrp="1"/>
          </p:cNvSpPr>
          <p:nvPr>
            <p:ph type="ctrTitle"/>
          </p:nvPr>
        </p:nvSpPr>
        <p:spPr>
          <a:xfrm>
            <a:off x="1258888" y="2035368"/>
            <a:ext cx="5388242" cy="1354217"/>
          </a:xfrm>
        </p:spPr>
        <p:txBody>
          <a:bodyPr wrap="square" anchor="b">
            <a:spAutoFit/>
          </a:bodyPr>
          <a:lstStyle>
            <a:lvl1pPr algn="l">
              <a:defRPr sz="44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258887" y="3586463"/>
            <a:ext cx="5400675" cy="246221"/>
          </a:xfrm>
        </p:spPr>
        <p:txBody>
          <a:bodyPr wrap="square">
            <a:sp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p:cNvSpPr txBox="1"/>
          <p:nvPr userDrawn="1"/>
        </p:nvSpPr>
        <p:spPr>
          <a:xfrm>
            <a:off x="468313" y="6621522"/>
            <a:ext cx="1899559" cy="184666"/>
          </a:xfrm>
          <a:prstGeom prst="rect">
            <a:avLst/>
          </a:prstGeom>
          <a:noFill/>
        </p:spPr>
        <p:txBody>
          <a:bodyPr wrap="non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2017 IHS Markit</a:t>
            </a:r>
            <a:r>
              <a:rPr lang="en-US" sz="600" baseline="30000" dirty="0">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sp>
        <p:nvSpPr>
          <p:cNvPr id="6" name="Text Placeholder 5"/>
          <p:cNvSpPr>
            <a:spLocks noGrp="1"/>
          </p:cNvSpPr>
          <p:nvPr>
            <p:ph type="body" sz="quarter" idx="11"/>
          </p:nvPr>
        </p:nvSpPr>
        <p:spPr>
          <a:xfrm>
            <a:off x="1258888" y="3918160"/>
            <a:ext cx="3314965" cy="184666"/>
          </a:xfrm>
        </p:spPr>
        <p:txBody>
          <a:bodyPr wrap="square">
            <a:spAutoFit/>
          </a:bodyPr>
          <a:lstStyle>
            <a:lvl1pPr marL="0" indent="0">
              <a:buNone/>
              <a:defRPr sz="1200"/>
            </a:lvl1pPr>
          </a:lstStyle>
          <a:p>
            <a:pPr lvl="0"/>
            <a:r>
              <a:rPr lang="en-US"/>
              <a:t>Edit Master text styles</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912" y="421746"/>
            <a:ext cx="3023616" cy="1219200"/>
          </a:xfrm>
          <a:prstGeom prst="rect">
            <a:avLst/>
          </a:prstGeom>
        </p:spPr>
      </p:pic>
    </p:spTree>
    <p:extLst>
      <p:ext uri="{BB962C8B-B14F-4D97-AF65-F5344CB8AC3E}">
        <p14:creationId xmlns:p14="http://schemas.microsoft.com/office/powerpoint/2010/main" val="915173020"/>
      </p:ext>
    </p:extLst>
  </p:cSld>
  <p:clrMapOvr>
    <a:masterClrMapping/>
  </p:clrMapOvr>
  <p:extLst>
    <p:ext uri="{DCECCB84-F9BA-43D5-87BE-67443E8EF086}">
      <p15:sldGuideLst xmlns:p15="http://schemas.microsoft.com/office/powerpoint/2012/main">
        <p15:guide id="1" pos="8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2"/>
            <a:ext cx="8207375" cy="4321176"/>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Edit Master text styles</a:t>
            </a:r>
          </a:p>
        </p:txBody>
      </p:sp>
    </p:spTree>
    <p:extLst>
      <p:ext uri="{BB962C8B-B14F-4D97-AF65-F5344CB8AC3E}">
        <p14:creationId xmlns:p14="http://schemas.microsoft.com/office/powerpoint/2010/main" val="174853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68313" y="2961683"/>
            <a:ext cx="5971175" cy="461665"/>
          </a:xfrm>
        </p:spPr>
        <p:txBody>
          <a:bodyPr wrap="square" anchor="b">
            <a:spAutoFit/>
          </a:bodyPr>
          <a:lstStyle>
            <a:lvl1pPr>
              <a:lnSpc>
                <a:spcPct val="100000"/>
              </a:lnSpc>
              <a:defRPr sz="30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16" name="TextBox 15"/>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bg1"/>
                </a:solidFill>
              </a:rPr>
              <a:t>Confidential. © 2017 IHS Markit</a:t>
            </a:r>
            <a:r>
              <a:rPr lang="en-US" sz="600" baseline="30000" dirty="0">
                <a:solidFill>
                  <a:schemeClr val="bg1"/>
                </a:solidFill>
              </a:rPr>
              <a:t>TM</a:t>
            </a:r>
            <a:r>
              <a:rPr lang="en-US" sz="600" dirty="0">
                <a:solidFill>
                  <a:schemeClr val="bg1"/>
                </a:solidFill>
              </a:rPr>
              <a:t>. All Rights Reserved.</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5900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 whit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47031" y="2961683"/>
            <a:ext cx="5971175" cy="461665"/>
          </a:xfrm>
        </p:spPr>
        <p:txBody>
          <a:bodyPr wrap="square" anchor="b">
            <a:spAutoFit/>
          </a:bodyPr>
          <a:lstStyle>
            <a:lvl1pPr>
              <a:lnSpc>
                <a:spcPct val="100000"/>
              </a:lnSpc>
              <a:defRPr sz="300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lvl1pPr>
              <a:defRPr>
                <a:solidFill>
                  <a:schemeClr val="tx2"/>
                </a:solidFill>
              </a:defRPr>
            </a:lvl1pPr>
          </a:lstStyle>
          <a:p>
            <a:fld id="{4704619B-9823-F845-874B-2390AC991BC7}" type="slidenum">
              <a:rPr lang="en-US" smtClean="0"/>
              <a:pPr/>
              <a:t>‹#›</a:t>
            </a:fld>
            <a:endParaRPr lang="en-US" dirty="0"/>
          </a:p>
        </p:txBody>
      </p:sp>
      <p:sp>
        <p:nvSpPr>
          <p:cNvPr id="12" name="TextBox 11"/>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5111" y="41896"/>
            <a:ext cx="1499616" cy="609600"/>
          </a:xfrm>
          <a:prstGeom prst="rect">
            <a:avLst/>
          </a:prstGeom>
        </p:spPr>
      </p:pic>
    </p:spTree>
    <p:extLst>
      <p:ext uri="{BB962C8B-B14F-4D97-AF65-F5344CB8AC3E}">
        <p14:creationId xmlns:p14="http://schemas.microsoft.com/office/powerpoint/2010/main" val="1276073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68313" y="1916113"/>
            <a:ext cx="3959225" cy="4160838"/>
          </a:xfrm>
        </p:spPr>
        <p:txBody>
          <a:body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716463" y="1916113"/>
            <a:ext cx="3959226" cy="4176712"/>
          </a:xfrm>
        </p:spPr>
        <p:txBody>
          <a:bodyPr/>
          <a:lstStyle/>
          <a:p>
            <a:pPr lvl="0"/>
            <a:r>
              <a:rPr lang="en-US"/>
              <a:t>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137718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76403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38988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1916113"/>
            <a:ext cx="3959225" cy="4176713"/>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38988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8"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209899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2"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5" cy="3816351"/>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2276475"/>
            <a:ext cx="3959225"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12"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82271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8" name="Chart Placeholder 7"/>
          <p:cNvSpPr>
            <a:spLocks noGrp="1"/>
          </p:cNvSpPr>
          <p:nvPr>
            <p:ph type="chart" sz="quarter" idx="13"/>
          </p:nvPr>
        </p:nvSpPr>
        <p:spPr>
          <a:xfrm>
            <a:off x="4716463" y="962025"/>
            <a:ext cx="3959225" cy="5130800"/>
          </a:xfrm>
        </p:spPr>
        <p:txBody>
          <a:bodyPr/>
          <a:lstStyle>
            <a:lvl1pPr marL="0" indent="0">
              <a:buNone/>
              <a:defRPr cap="all" baseline="0"/>
            </a:lvl1pPr>
          </a:lstStyle>
          <a:p>
            <a:r>
              <a:rPr lang="en-US" dirty="0"/>
              <a:t>Click icon to add chart</a:t>
            </a:r>
          </a:p>
        </p:txBody>
      </p:sp>
      <p:sp>
        <p:nvSpPr>
          <p:cNvPr id="7"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78051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7" name="Chart Placeholder 7"/>
          <p:cNvSpPr>
            <a:spLocks noGrp="1"/>
          </p:cNvSpPr>
          <p:nvPr>
            <p:ph type="chart" sz="quarter" idx="14"/>
          </p:nvPr>
        </p:nvSpPr>
        <p:spPr>
          <a:xfrm>
            <a:off x="468313" y="1916113"/>
            <a:ext cx="8207375" cy="4176712"/>
          </a:xfrm>
        </p:spPr>
        <p:txBody>
          <a:bodyPr/>
          <a:lstStyle>
            <a:lvl1pPr marL="0" indent="0">
              <a:buNone/>
              <a:defRPr cap="all" baseline="0"/>
            </a:lvl1pPr>
          </a:lstStyle>
          <a:p>
            <a:r>
              <a:rPr lang="en-US" dirty="0"/>
              <a:t>Click icon to add chart</a:t>
            </a:r>
          </a:p>
        </p:txBody>
      </p:sp>
      <p:sp>
        <p:nvSpPr>
          <p:cNvPr id="14"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05445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Tab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3" name="Table Placeholder 2"/>
          <p:cNvSpPr>
            <a:spLocks noGrp="1"/>
          </p:cNvSpPr>
          <p:nvPr>
            <p:ph type="tbl" sz="quarter" idx="14"/>
          </p:nvPr>
        </p:nvSpPr>
        <p:spPr>
          <a:xfrm>
            <a:off x="468313" y="1916113"/>
            <a:ext cx="8207375" cy="4176712"/>
          </a:xfrm>
        </p:spPr>
        <p:txBody>
          <a:bodyPr/>
          <a:lstStyle/>
          <a:p>
            <a:r>
              <a:rPr lang="en-US" dirty="0"/>
              <a:t>Click icon to add table</a:t>
            </a:r>
          </a:p>
        </p:txBody>
      </p:sp>
      <p:sp>
        <p:nvSpPr>
          <p:cNvPr id="9"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263286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2276476"/>
            <a:ext cx="3959225" cy="3673475"/>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7" name="Picture Placeholder 6"/>
          <p:cNvSpPr>
            <a:spLocks noGrp="1"/>
          </p:cNvSpPr>
          <p:nvPr>
            <p:ph type="pic" sz="quarter" idx="13"/>
          </p:nvPr>
        </p:nvSpPr>
        <p:spPr>
          <a:xfrm>
            <a:off x="4716462" y="962025"/>
            <a:ext cx="3959225" cy="4987925"/>
          </a:xfrm>
          <a:solidFill>
            <a:schemeClr val="bg1">
              <a:lumMod val="95000"/>
            </a:schemeClr>
          </a:solidFill>
        </p:spPr>
        <p:txBody>
          <a:bodyPr/>
          <a:lstStyle>
            <a:lvl1pPr marL="0" indent="0">
              <a:buNone/>
              <a:defRPr cap="all" baseline="0"/>
            </a:lvl1pPr>
          </a:lstStyle>
          <a:p>
            <a:r>
              <a:rPr lang="en-US" dirty="0"/>
              <a:t>Click icon to add picture</a:t>
            </a:r>
          </a:p>
        </p:txBody>
      </p:sp>
      <p:sp>
        <p:nvSpPr>
          <p:cNvPr id="10" name="Text Placeholder 2"/>
          <p:cNvSpPr>
            <a:spLocks noGrp="1"/>
          </p:cNvSpPr>
          <p:nvPr>
            <p:ph type="body" idx="14" hasCustomPrompt="1"/>
          </p:nvPr>
        </p:nvSpPr>
        <p:spPr>
          <a:xfrm>
            <a:off x="4582636" y="6076951"/>
            <a:ext cx="4200699" cy="153888"/>
          </a:xfrm>
        </p:spPr>
        <p:txBody>
          <a:bodyPr wrap="square" anchor="t" anchorCtr="0">
            <a:spAutoFit/>
          </a:bodyPr>
          <a:lstStyle>
            <a:lvl1pPr marL="0" indent="0">
              <a:buNone/>
              <a:defRPr sz="10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1420794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dirty="0"/>
              <a:t>Click icon to add picture</a:t>
            </a:r>
          </a:p>
        </p:txBody>
      </p:sp>
      <p:sp>
        <p:nvSpPr>
          <p:cNvPr id="6" name="Rectangle 5"/>
          <p:cNvSpPr/>
          <p:nvPr userDrawn="1"/>
        </p:nvSpPr>
        <p:spPr>
          <a:xfrm>
            <a:off x="0" y="685800"/>
            <a:ext cx="4572000" cy="6172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10" name="TextBox 9"/>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sp>
        <p:nvSpPr>
          <p:cNvPr id="11"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343987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dirty="0"/>
              <a:t>Click icon to add picture</a:t>
            </a:r>
          </a:p>
        </p:txBody>
      </p:sp>
      <p:sp>
        <p:nvSpPr>
          <p:cNvPr id="6" name="Rectangle 5"/>
          <p:cNvSpPr/>
          <p:nvPr userDrawn="1"/>
        </p:nvSpPr>
        <p:spPr>
          <a:xfrm>
            <a:off x="0" y="3311747"/>
            <a:ext cx="9144000" cy="308215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2" name="Title 1"/>
          <p:cNvSpPr>
            <a:spLocks noGrp="1"/>
          </p:cNvSpPr>
          <p:nvPr>
            <p:ph type="title"/>
          </p:nvPr>
        </p:nvSpPr>
        <p:spPr>
          <a:xfrm>
            <a:off x="468313" y="3700498"/>
            <a:ext cx="8207376" cy="370800"/>
          </a:xfrm>
        </p:spPr>
        <p:txBody>
          <a:bodyPr wrap="square"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4127212"/>
            <a:ext cx="8207375" cy="246221"/>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4590290"/>
            <a:ext cx="8207375" cy="1110751"/>
          </a:xfrm>
        </p:spPr>
        <p:txBody>
          <a:bodyPr/>
          <a:lstStyle>
            <a:lvl1pPr marL="0" indent="0">
              <a:buNone/>
              <a:defRPr/>
            </a:lvl1pPr>
          </a:lstStyle>
          <a:p>
            <a:pPr lvl="0"/>
            <a:r>
              <a:rPr lang="en-US"/>
              <a:t>Edit Master text styles</a:t>
            </a:r>
          </a:p>
        </p:txBody>
      </p:sp>
      <p:sp>
        <p:nvSpPr>
          <p:cNvPr id="10" name="TextBox 9"/>
          <p:cNvSpPr txBox="1"/>
          <p:nvPr userDrawn="1"/>
        </p:nvSpPr>
        <p:spPr>
          <a:xfrm>
            <a:off x="468313" y="6621522"/>
            <a:ext cx="1899559"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spTree>
    <p:extLst>
      <p:ext uri="{BB962C8B-B14F-4D97-AF65-F5344CB8AC3E}">
        <p14:creationId xmlns:p14="http://schemas.microsoft.com/office/powerpoint/2010/main" val="1858246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1330477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1736500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ublic Use Disclaimer">
    <p:spTree>
      <p:nvGrpSpPr>
        <p:cNvPr id="1" name=""/>
        <p:cNvGrpSpPr/>
        <p:nvPr/>
      </p:nvGrpSpPr>
      <p:grpSpPr>
        <a:xfrm>
          <a:off x="0" y="0"/>
          <a:ext cx="0" cy="0"/>
          <a:chOff x="0" y="0"/>
          <a:chExt cx="0" cy="0"/>
        </a:xfrm>
      </p:grpSpPr>
      <p:sp>
        <p:nvSpPr>
          <p:cNvPr id="13" name="TextBox 12"/>
          <p:cNvSpPr txBox="1"/>
          <p:nvPr userDrawn="1"/>
        </p:nvSpPr>
        <p:spPr>
          <a:xfrm>
            <a:off x="468313" y="4005064"/>
            <a:ext cx="8207375" cy="792088"/>
          </a:xfrm>
          <a:prstGeom prst="rect">
            <a:avLst/>
          </a:prstGeom>
          <a:noFill/>
        </p:spPr>
        <p:txBody>
          <a:bodyPr wrap="square" lIns="0" tIns="0" rIns="468000" bIns="0" rtlCol="0">
            <a:noAutofit/>
          </a:bodyPr>
          <a:lstStyle/>
          <a:p>
            <a:pPr marL="0" indent="0">
              <a:lnSpc>
                <a:spcPct val="120000"/>
              </a:lnSpc>
              <a:spcAft>
                <a:spcPts val="200"/>
              </a:spcAft>
            </a:pPr>
            <a:r>
              <a:rPr lang="en-GB" sz="1100" b="0" dirty="0">
                <a:solidFill>
                  <a:schemeClr val="accent1"/>
                </a:solidFill>
                <a:latin typeface="+mn-lt"/>
                <a:cs typeface="Arial" pitchFamily="34" charset="0"/>
              </a:rPr>
              <a:t>IHS Markit</a:t>
            </a:r>
            <a:r>
              <a:rPr lang="en-GB" sz="1100" b="0" baseline="0" dirty="0">
                <a:solidFill>
                  <a:schemeClr val="accent1"/>
                </a:solidFill>
                <a:latin typeface="+mn-lt"/>
                <a:cs typeface="Arial" pitchFamily="34" charset="0"/>
              </a:rPr>
              <a:t> </a:t>
            </a:r>
            <a:r>
              <a:rPr lang="en-GB" sz="1100" b="0" dirty="0">
                <a:solidFill>
                  <a:schemeClr val="accent1"/>
                </a:solidFill>
                <a:latin typeface="+mn-lt"/>
                <a:cs typeface="Arial" pitchFamily="34" charset="0"/>
              </a:rPr>
              <a:t>Customer Care</a:t>
            </a:r>
          </a:p>
          <a:p>
            <a:pPr marL="0" indent="-108000">
              <a:lnSpc>
                <a:spcPct val="120000"/>
              </a:lnSpc>
              <a:buFont typeface="Arial" pitchFamily="34" charset="0"/>
              <a:buNone/>
            </a:pPr>
            <a:r>
              <a:rPr lang="en-GB" sz="800" b="0" dirty="0">
                <a:solidFill>
                  <a:schemeClr val="tx1"/>
                </a:solidFill>
                <a:latin typeface="+mn-lt"/>
                <a:cs typeface="Arial" pitchFamily="34" charset="0"/>
              </a:rPr>
              <a:t>CustomerCare@ihsmarkit.com</a:t>
            </a:r>
          </a:p>
          <a:p>
            <a:pPr marL="0" indent="-108000">
              <a:lnSpc>
                <a:spcPct val="120000"/>
              </a:lnSpc>
              <a:buFont typeface="Arial" pitchFamily="34" charset="0"/>
              <a:buNone/>
            </a:pPr>
            <a:r>
              <a:rPr lang="en-GB" sz="800" b="0" dirty="0">
                <a:solidFill>
                  <a:schemeClr val="tx1"/>
                </a:solidFill>
                <a:latin typeface="+mn-lt"/>
                <a:cs typeface="Arial" pitchFamily="34" charset="0"/>
              </a:rPr>
              <a:t>Americas:</a:t>
            </a:r>
            <a:r>
              <a:rPr lang="ru-RU" sz="800" b="0" dirty="0">
                <a:solidFill>
                  <a:schemeClr val="tx1"/>
                </a:solidFill>
                <a:latin typeface="+mn-lt"/>
                <a:cs typeface="Arial" pitchFamily="34" charset="0"/>
              </a:rPr>
              <a:t> +</a:t>
            </a:r>
            <a:r>
              <a:rPr lang="en-GB" sz="800" b="0" dirty="0">
                <a:solidFill>
                  <a:schemeClr val="tx1"/>
                </a:solidFill>
                <a:latin typeface="+mn-lt"/>
                <a:cs typeface="Arial" pitchFamily="34" charset="0"/>
              </a:rPr>
              <a:t>1 800 IHS CARE (+1 800 447 2273)</a:t>
            </a:r>
          </a:p>
          <a:p>
            <a:pPr marL="0" indent="-108000">
              <a:lnSpc>
                <a:spcPct val="120000"/>
              </a:lnSpc>
              <a:buFont typeface="Arial" pitchFamily="34" charset="0"/>
              <a:buNone/>
            </a:pPr>
            <a:r>
              <a:rPr lang="en-GB" sz="800" b="0" baseline="0" dirty="0">
                <a:solidFill>
                  <a:schemeClr val="tx1"/>
                </a:solidFill>
                <a:latin typeface="+mn-lt"/>
                <a:cs typeface="Arial" pitchFamily="34" charset="0"/>
              </a:rPr>
              <a:t>Europe, Middle East, and Africa: </a:t>
            </a:r>
            <a:r>
              <a:rPr lang="en-GB" sz="800" b="0" dirty="0">
                <a:solidFill>
                  <a:schemeClr val="tx1"/>
                </a:solidFill>
                <a:latin typeface="+mn-lt"/>
                <a:cs typeface="Arial" pitchFamily="34" charset="0"/>
              </a:rPr>
              <a:t>+44 (0) 1344 328 300</a:t>
            </a:r>
          </a:p>
          <a:p>
            <a:pPr marL="0" indent="-108000">
              <a:lnSpc>
                <a:spcPct val="120000"/>
              </a:lnSpc>
              <a:buFont typeface="Arial" pitchFamily="34" charset="0"/>
              <a:buNone/>
            </a:pPr>
            <a:r>
              <a:rPr lang="en-GB" sz="800" b="0" dirty="0">
                <a:solidFill>
                  <a:schemeClr val="tx1"/>
                </a:solidFill>
                <a:latin typeface="+mn-lt"/>
                <a:cs typeface="Arial" pitchFamily="34" charset="0"/>
              </a:rPr>
              <a:t>Asia and the Pacific Rim: +604</a:t>
            </a:r>
            <a:r>
              <a:rPr lang="en-GB" sz="800" b="0" baseline="0" dirty="0">
                <a:solidFill>
                  <a:schemeClr val="tx1"/>
                </a:solidFill>
                <a:latin typeface="+mn-lt"/>
                <a:cs typeface="Arial" pitchFamily="34" charset="0"/>
              </a:rPr>
              <a:t> 291 3600</a:t>
            </a:r>
            <a:endParaRPr lang="en-GB" sz="800" b="0" dirty="0">
              <a:solidFill>
                <a:schemeClr val="tx1"/>
              </a:solidFill>
              <a:latin typeface="+mn-lt"/>
              <a:cs typeface="Arial" pitchFamily="34" charset="0"/>
            </a:endParaRPr>
          </a:p>
        </p:txBody>
      </p:sp>
      <p:sp>
        <p:nvSpPr>
          <p:cNvPr id="14" name="Line 25"/>
          <p:cNvSpPr>
            <a:spLocks noChangeShapeType="1"/>
          </p:cNvSpPr>
          <p:nvPr userDrawn="1"/>
        </p:nvSpPr>
        <p:spPr bwMode="auto">
          <a:xfrm>
            <a:off x="468313" y="5013176"/>
            <a:ext cx="8207375" cy="0"/>
          </a:xfrm>
          <a:prstGeom prst="line">
            <a:avLst/>
          </a:prstGeom>
          <a:noFill/>
          <a:ln w="6350">
            <a:solidFill>
              <a:schemeClr val="accent1"/>
            </a:solidFill>
            <a:round/>
            <a:headEnd/>
            <a:tailEnd/>
          </a:ln>
        </p:spPr>
        <p:txBody>
          <a:bodyPr/>
          <a:lstStyle/>
          <a:p>
            <a:endParaRPr lang="en-US" dirty="0"/>
          </a:p>
        </p:txBody>
      </p:sp>
      <p:sp>
        <p:nvSpPr>
          <p:cNvPr id="7" name="TextBox 6"/>
          <p:cNvSpPr txBox="1"/>
          <p:nvPr userDrawn="1"/>
        </p:nvSpPr>
        <p:spPr>
          <a:xfrm>
            <a:off x="468313" y="5157192"/>
            <a:ext cx="4823767" cy="1125335"/>
          </a:xfrm>
          <a:prstGeom prst="rect">
            <a:avLst/>
          </a:prstGeom>
          <a:noFill/>
        </p:spPr>
        <p:txBody>
          <a:bodyPr wrap="square" lIns="0" tIns="0" rIns="0" bIns="0" rtlCol="0" anchor="b">
            <a:noAutofit/>
          </a:bodyPr>
          <a:lstStyle/>
          <a:p>
            <a:pPr algn="l">
              <a:spcAft>
                <a:spcPts val="200"/>
              </a:spcAft>
            </a:pPr>
            <a:r>
              <a:rPr lang="en-US" sz="700" b="1" dirty="0">
                <a:solidFill>
                  <a:srgbClr val="00AB4E"/>
                </a:solidFill>
                <a:latin typeface="+mn-lt"/>
                <a:cs typeface="Arial" pitchFamily="34" charset="0"/>
              </a:rPr>
              <a:t>Disclaimer</a:t>
            </a:r>
            <a:endParaRPr lang="en-US" sz="500" b="1" dirty="0">
              <a:solidFill>
                <a:srgbClr val="00AB4E"/>
              </a:solidFill>
              <a:latin typeface="+mn-lt"/>
              <a:cs typeface="Arial" pitchFamily="34" charset="0"/>
            </a:endParaRPr>
          </a:p>
          <a:p>
            <a:pPr algn="l"/>
            <a:r>
              <a:rPr lang="en-US" sz="500" dirty="0">
                <a:solidFill>
                  <a:schemeClr val="tx1"/>
                </a:solidFill>
                <a:latin typeface="+mn-lt"/>
                <a:cs typeface="Arial" pitchFamily="34" charset="0"/>
              </a:rPr>
              <a:t>The information contained in this presentation is confidential. Any unauthorized use, disclosure, reproduction, or dissemination, in full or in part, in any media or by any means, without the prior written permission of IHS Markit Ltd. or any of its affiliates ("IHS Markit") is strictly prohibited. IHS Markit owns all IHS Markit logos and trade names contained in this presentation that are subject to license. Opinions, statements, estimates, and projections in this presentation (including other media) are solely those of the individual author(s) at the time of writing and do not necessarily reflect the opinions of IHS Markit. Neither IHS Markit nor the author(s) has any obligation to update this presentation in the event that any content, opinion, statement, estimate,</a:t>
            </a:r>
            <a:r>
              <a:rPr lang="en-US" sz="500" baseline="0" dirty="0">
                <a:solidFill>
                  <a:schemeClr val="tx1"/>
                </a:solidFill>
                <a:latin typeface="+mn-lt"/>
                <a:cs typeface="Arial" pitchFamily="34" charset="0"/>
              </a:rPr>
              <a:t> </a:t>
            </a:r>
            <a:r>
              <a:rPr lang="en-US" sz="500" dirty="0">
                <a:solidFill>
                  <a:schemeClr val="tx1"/>
                </a:solidFill>
                <a:latin typeface="+mn-lt"/>
                <a:cs typeface="Arial" pitchFamily="34" charset="0"/>
              </a:rPr>
              <a:t>or projection (collectively, "information") changes or subsequently becomes inaccurate. IHS Markit makes no warranty, expressed or implied, as to the accuracy, completeness, or timeliness of any information in this presentation, and shall not in any way be liable to any recipient for any inaccuracies or omissions. Without limiting the foregoing, IHS Markit shall have no liability whatsoever to any recipient, whether in contract, in tort (including negligence), under warranty, under statute or otherwise, in respect of any loss or damage suffered by any recipient as a result of or in connection with any information provided, or any course of action determined, by it or any third party, whether or not based on any information provided. The inclusion of a link to an external website by IHS Markit should not be understood to be an endorsement of that website or the site's owners (or their products/services). IHS Markit is not responsible for either the content or output of external websites. Copyright © 2017, IHS Markit</a:t>
            </a:r>
            <a:r>
              <a:rPr lang="en-US" sz="500" baseline="30000" dirty="0">
                <a:solidFill>
                  <a:schemeClr val="tx1"/>
                </a:solidFill>
                <a:latin typeface="+mn-lt"/>
                <a:cs typeface="Arial" pitchFamily="34" charset="0"/>
              </a:rPr>
              <a:t>TM</a:t>
            </a:r>
            <a:r>
              <a:rPr lang="en-US" sz="500" dirty="0">
                <a:solidFill>
                  <a:schemeClr val="tx1"/>
                </a:solidFill>
                <a:latin typeface="+mn-lt"/>
                <a:cs typeface="Arial" pitchFamily="34" charset="0"/>
              </a:rPr>
              <a:t>. All rights reserved and all intellectual property rights are retained by IHS Markit. </a:t>
            </a:r>
          </a:p>
          <a:p>
            <a:pPr algn="l"/>
            <a:endParaRPr lang="en-US" sz="500" dirty="0">
              <a:solidFill>
                <a:schemeClr val="tx1"/>
              </a:solidFill>
              <a:latin typeface="+mn-lt"/>
              <a:cs typeface="Arial"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29470" y="4998890"/>
            <a:ext cx="3023366" cy="1219099"/>
          </a:xfrm>
          <a:prstGeom prst="rect">
            <a:avLst/>
          </a:prstGeom>
        </p:spPr>
      </p:pic>
    </p:spTree>
    <p:extLst>
      <p:ext uri="{BB962C8B-B14F-4D97-AF65-F5344CB8AC3E}">
        <p14:creationId xmlns:p14="http://schemas.microsoft.com/office/powerpoint/2010/main" val="809127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1 Column">
    <p:spTree>
      <p:nvGrpSpPr>
        <p:cNvPr id="1" name=""/>
        <p:cNvGrpSpPr/>
        <p:nvPr/>
      </p:nvGrpSpPr>
      <p:grpSpPr>
        <a:xfrm>
          <a:off x="0" y="0"/>
          <a:ext cx="0" cy="0"/>
          <a:chOff x="0" y="0"/>
          <a:chExt cx="0" cy="0"/>
        </a:xfrm>
      </p:grpSpPr>
      <p:sp>
        <p:nvSpPr>
          <p:cNvPr id="11" name="TextBox 10"/>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dirty="0">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392172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dirty="0">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3130861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of Contents - 1 Column">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10"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7353055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8"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4" name="TextBox 13"/>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12258146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68313" y="836640"/>
            <a:ext cx="8207376" cy="1821740"/>
          </a:xfrm>
          <a:prstGeom prst="rect">
            <a:avLst/>
          </a:prstGeom>
        </p:spPr>
        <p:txBody>
          <a:bodyPr anchor="b"/>
          <a:lstStyle>
            <a:lvl1pPr>
              <a:defRPr sz="2800" spc="0" baseline="0"/>
            </a:lvl1pPr>
          </a:lstStyle>
          <a:p>
            <a:r>
              <a:rPr lang="en-US" dirty="0"/>
              <a:t>Section divider title here in sentence case</a:t>
            </a:r>
          </a:p>
        </p:txBody>
      </p:sp>
      <p:cxnSp>
        <p:nvCxnSpPr>
          <p:cNvPr id="13" name="Straight Connector 12"/>
          <p:cNvCxnSpPr/>
          <p:nvPr userDrawn="1"/>
        </p:nvCxnSpPr>
        <p:spPr>
          <a:xfrm>
            <a:off x="468313" y="2729818"/>
            <a:ext cx="8207375"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8"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6" name="Text Placeholder 4"/>
          <p:cNvSpPr>
            <a:spLocks noGrp="1"/>
          </p:cNvSpPr>
          <p:nvPr>
            <p:ph type="body" sz="quarter" idx="13"/>
          </p:nvPr>
        </p:nvSpPr>
        <p:spPr>
          <a:xfrm>
            <a:off x="468313" y="4797191"/>
            <a:ext cx="8207375" cy="1390433"/>
          </a:xfrm>
          <a:prstGeom prst="rect">
            <a:avLst/>
          </a:prstGeom>
        </p:spPr>
        <p:txBody>
          <a:bodyPr anchor="b"/>
          <a:lstStyle>
            <a:lvl1pPr>
              <a:spcBef>
                <a:spcPts val="0"/>
              </a:spcBef>
              <a:spcAft>
                <a:spcPts val="600"/>
              </a:spcAft>
              <a:buNone/>
              <a:defRPr sz="1400" b="0">
                <a:solidFill>
                  <a:srgbClr val="58595B"/>
                </a:solidFill>
              </a:defRPr>
            </a:lvl1pPr>
          </a:lstStyle>
          <a:p>
            <a:pPr lvl="0"/>
            <a:r>
              <a:rPr lang="en-US" b="1"/>
              <a:t>Click to edit Master text styles</a:t>
            </a:r>
          </a:p>
        </p:txBody>
      </p:sp>
    </p:spTree>
    <p:extLst>
      <p:ext uri="{BB962C8B-B14F-4D97-AF65-F5344CB8AC3E}">
        <p14:creationId xmlns:p14="http://schemas.microsoft.com/office/powerpoint/2010/main" val="1198597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Footer Placeholder 6"/>
          <p:cNvSpPr>
            <a:spLocks noGrp="1"/>
          </p:cNvSpPr>
          <p:nvPr>
            <p:ph type="ftr" sz="quarter" idx="11"/>
          </p:nvPr>
        </p:nvSpPr>
        <p:spPr/>
        <p:txBody>
          <a:bodyPr/>
          <a:lstStyle/>
          <a:p>
            <a:r>
              <a:rPr lang="en-US" dirty="0">
                <a:solidFill>
                  <a:srgbClr val="FFFFFF"/>
                </a:solidFill>
              </a:rPr>
              <a:t>Presentation Name / Month 2017</a:t>
            </a:r>
          </a:p>
        </p:txBody>
      </p:sp>
      <p:sp>
        <p:nvSpPr>
          <p:cNvPr id="11" name="Gray text above slide title"/>
          <p:cNvSpPr>
            <a:spLocks noGrp="1"/>
          </p:cNvSpPr>
          <p:nvPr>
            <p:ph type="body" sz="quarter" idx="12"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0" name="Content Placeholder 2"/>
          <p:cNvSpPr>
            <a:spLocks noGrp="1"/>
          </p:cNvSpPr>
          <p:nvPr>
            <p:ph idx="1"/>
          </p:nvPr>
        </p:nvSpPr>
        <p:spPr>
          <a:xfrm>
            <a:off x="468313" y="1484314"/>
            <a:ext cx="8207375" cy="4752975"/>
          </a:xfrm>
          <a:prstGeom prst="rect">
            <a:avLst/>
          </a:prstGeom>
        </p:spPr>
        <p:txBody>
          <a:bodyPr/>
          <a:lstStyle>
            <a:lvl1pPr>
              <a:spcBef>
                <a:spcPts val="600"/>
              </a:spcBef>
              <a:defRPr/>
            </a:lvl1pPr>
            <a:lvl2pPr>
              <a:spcBef>
                <a:spcPts val="600"/>
              </a:spcBef>
              <a:defRPr/>
            </a:lvl2pPr>
            <a:lvl3pPr>
              <a:spcBef>
                <a:spcPts val="600"/>
              </a:spcBef>
              <a:defRPr/>
            </a:lvl3pPr>
            <a:lvl4pPr marL="727075" indent="-179388">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67531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1"/>
          </p:nvPr>
        </p:nvSpPr>
        <p:spPr>
          <a:xfrm>
            <a:off x="471646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2"/>
          </p:nvPr>
        </p:nvSpPr>
        <p:spPr/>
        <p:txBody>
          <a:bodyPr/>
          <a:lstStyle/>
          <a:p>
            <a:r>
              <a:rPr lang="en-US" dirty="0">
                <a:solidFill>
                  <a:srgbClr val="FFFFFF"/>
                </a:solidFill>
              </a:rPr>
              <a:t>Presentation Name / Month 2017</a:t>
            </a:r>
          </a:p>
        </p:txBody>
      </p:sp>
      <p:sp>
        <p:nvSpPr>
          <p:cNvPr id="11" name="Gray text above slide title"/>
          <p:cNvSpPr>
            <a:spLocks noGrp="1"/>
          </p:cNvSpPr>
          <p:nvPr>
            <p:ph type="body" sz="quarter" idx="13" hasCustomPrompt="1"/>
          </p:nvPr>
        </p:nvSpPr>
        <p:spPr>
          <a:xfrm>
            <a:off x="468312"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804768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Placeholders v2">
    <p:spTree>
      <p:nvGrpSpPr>
        <p:cNvPr id="1" name=""/>
        <p:cNvGrpSpPr/>
        <p:nvPr/>
      </p:nvGrpSpPr>
      <p:grpSpPr>
        <a:xfrm>
          <a:off x="0" y="0"/>
          <a:ext cx="0" cy="0"/>
          <a:chOff x="0" y="0"/>
          <a:chExt cx="0" cy="0"/>
        </a:xfrm>
      </p:grpSpPr>
      <p:sp>
        <p:nvSpPr>
          <p:cNvPr id="14"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8"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1"/>
          </p:nvPr>
        </p:nvSpPr>
        <p:spPr>
          <a:xfrm>
            <a:off x="468313" y="400526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2"/>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3"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3439816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Placeholders">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12" name="Content Placeholder 2"/>
          <p:cNvSpPr>
            <a:spLocks noGrp="1"/>
          </p:cNvSpPr>
          <p:nvPr>
            <p:ph idx="1"/>
          </p:nvPr>
        </p:nvSpPr>
        <p:spPr>
          <a:xfrm>
            <a:off x="468313" y="1484314"/>
            <a:ext cx="2537664" cy="4752974"/>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270902" y="1484314"/>
            <a:ext cx="2570400" cy="4752974"/>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2"/>
          </p:nvPr>
        </p:nvSpPr>
        <p:spPr>
          <a:xfrm>
            <a:off x="6106227" y="1484314"/>
            <a:ext cx="2569462"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3"/>
          </p:nvPr>
        </p:nvSpPr>
        <p:spPr/>
        <p:txBody>
          <a:bodyPr/>
          <a:lstStyle/>
          <a:p>
            <a:r>
              <a:rPr lang="en-US" dirty="0">
                <a:solidFill>
                  <a:srgbClr val="FFFFFF"/>
                </a:solidFill>
              </a:rPr>
              <a:t>Presentation Name / Month 2017</a:t>
            </a:r>
          </a:p>
        </p:txBody>
      </p:sp>
      <p:sp>
        <p:nvSpPr>
          <p:cNvPr id="9"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20528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Placeholders v2">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8"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4716463"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2197538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Placeholders v3">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
          </p:nvPr>
        </p:nvSpPr>
        <p:spPr>
          <a:xfrm>
            <a:off x="471646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2"/>
          </p:nvPr>
        </p:nvSpPr>
        <p:spPr>
          <a:xfrm>
            <a:off x="46831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40596018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Placeholders v4">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1"/>
          </p:nvPr>
        </p:nvSpPr>
        <p:spPr>
          <a:xfrm>
            <a:off x="468313" y="4005263"/>
            <a:ext cx="3959226"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965750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laceholders v5">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1"/>
          </p:nvPr>
        </p:nvSpPr>
        <p:spPr>
          <a:xfrm>
            <a:off x="468312"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4716463"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68313" y="4005263"/>
            <a:ext cx="8207376"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20"/>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944112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Placeholders">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11"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2"/>
          </p:nvPr>
        </p:nvSpPr>
        <p:spPr>
          <a:xfrm>
            <a:off x="4716463" y="1484313"/>
            <a:ext cx="3959225"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3"/>
          </p:nvPr>
        </p:nvSpPr>
        <p:spPr>
          <a:xfrm>
            <a:off x="468313" y="400526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4"/>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p:cNvSpPr>
            <a:spLocks noGrp="1"/>
          </p:cNvSpPr>
          <p:nvPr>
            <p:ph type="ftr" sz="quarter" idx="15"/>
          </p:nvPr>
        </p:nvSpPr>
        <p:spPr/>
        <p:txBody>
          <a:bodyPr/>
          <a:lstStyle/>
          <a:p>
            <a:r>
              <a:rPr lang="en-US" dirty="0">
                <a:solidFill>
                  <a:srgbClr val="FFFFFF"/>
                </a:solidFill>
              </a:rPr>
              <a:t>Presentation Name / Month 2017</a:t>
            </a:r>
          </a:p>
        </p:txBody>
      </p:sp>
      <p:sp>
        <p:nvSpPr>
          <p:cNvPr id="12"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7471881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Footer Placeholder 6"/>
          <p:cNvSpPr>
            <a:spLocks noGrp="1"/>
          </p:cNvSpPr>
          <p:nvPr>
            <p:ph type="ftr" sz="quarter" idx="11"/>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4938451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solidFill>
                  <a:srgbClr val="FFFFFF"/>
                </a:solidFill>
              </a:rPr>
              <a:t>Presentation Name / Month 2017</a:t>
            </a:r>
          </a:p>
        </p:txBody>
      </p:sp>
      <p:sp>
        <p:nvSpPr>
          <p:cNvPr id="6"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7"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7383410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White">
    <p:bg>
      <p:bgRef idx="1001">
        <a:schemeClr val="bg1"/>
      </p:bgRef>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F38398A9-7316-41DB-A533-4A7A2DAF67CC}"/>
              </a:ext>
            </a:extLst>
          </p:cNvPr>
          <p:cNvSpPr/>
          <p:nvPr/>
        </p:nvSpPr>
        <p:spPr>
          <a:xfrm>
            <a:off x="-1014362" y="-10547"/>
            <a:ext cx="954405" cy="39642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Please note the </a:t>
            </a:r>
            <a:r>
              <a:rPr lang="en-US" sz="600" b="1">
                <a:solidFill>
                  <a:srgbClr val="000000"/>
                </a:solidFill>
              </a:rPr>
              <a:t>additional options for Title Slide Layouts </a:t>
            </a:r>
            <a:r>
              <a:rPr lang="en-US" sz="600">
                <a:solidFill>
                  <a:srgbClr val="000000"/>
                </a:solidFill>
              </a:rPr>
              <a:t>under Layouts on the Home Tab. </a:t>
            </a:r>
          </a:p>
        </p:txBody>
      </p:sp>
      <p:sp>
        <p:nvSpPr>
          <p:cNvPr id="15" name="Rectangle 14">
            <a:extLst>
              <a:ext uri="{FF2B5EF4-FFF2-40B4-BE49-F238E27FC236}">
                <a16:creationId xmlns:a16="http://schemas.microsoft.com/office/drawing/2014/main" id="{A84A4ADC-5140-43E7-A027-A0B478F3782E}"/>
              </a:ext>
            </a:extLst>
          </p:cNvPr>
          <p:cNvSpPr/>
          <p:nvPr/>
        </p:nvSpPr>
        <p:spPr>
          <a:xfrm>
            <a:off x="-922875" y="648464"/>
            <a:ext cx="797417" cy="3185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5196" y="1959841"/>
            <a:ext cx="5391765" cy="1398263"/>
          </a:xfrm>
          <a:prstGeom prst="rect">
            <a:avLst/>
          </a:prstGeom>
          <a:noFill/>
        </p:spPr>
        <p:txBody>
          <a:bodyPr anchor="b">
            <a:normAutofit/>
          </a:bodyPr>
          <a:lstStyle>
            <a:lvl1pPr>
              <a:defRPr sz="3300" b="0"/>
            </a:lvl1pPr>
          </a:lstStyle>
          <a:p>
            <a:r>
              <a:rPr lang="en-US"/>
              <a:t>[Title max 2 lines - additional Title slides under Layouts]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25196"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25196"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25196"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pic>
        <p:nvPicPr>
          <p:cNvPr id="28" name="S&amp;P Global Big Logo White">
            <a:extLst>
              <a:ext uri="{FF2B5EF4-FFF2-40B4-BE49-F238E27FC236}">
                <a16:creationId xmlns:a16="http://schemas.microsoft.com/office/drawing/2014/main" id="{ECBD4E13-674D-41EC-8CA7-7D5645831C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255" y="175869"/>
            <a:ext cx="1282446" cy="660745"/>
          </a:xfrm>
          <a:prstGeom prst="rect">
            <a:avLst/>
          </a:prstGeom>
        </p:spPr>
      </p:pic>
      <p:cxnSp>
        <p:nvCxnSpPr>
          <p:cNvPr id="13" name="Straight Connector 12">
            <a:extLst>
              <a:ext uri="{FF2B5EF4-FFF2-40B4-BE49-F238E27FC236}">
                <a16:creationId xmlns:a16="http://schemas.microsoft.com/office/drawing/2014/main" id="{38848774-06A4-4C9C-9314-148C24E489BB}"/>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0D77BC6-934A-4328-AC3E-51C3D8FC547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BE42BB4-B506-4979-AD9F-D6C80A08E23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7D46EBAF-8C9F-439B-88C1-359D3F12024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C499AF21-EB04-4D6A-8A3D-4BCA6140907C}"/>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4DB3F314-279D-4E8E-A0FE-F0ABFD4DB71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9EC3EFBE-5383-4FD6-B5CF-B434AA5520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pic>
        <p:nvPicPr>
          <p:cNvPr id="17" name="Picture 16">
            <a:extLst>
              <a:ext uri="{FF2B5EF4-FFF2-40B4-BE49-F238E27FC236}">
                <a16:creationId xmlns:a16="http://schemas.microsoft.com/office/drawing/2014/main" id="{97AD529D-D801-4F76-A17C-45A2B6353D4E}"/>
              </a:ext>
            </a:extLst>
          </p:cNvPr>
          <p:cNvPicPr>
            <a:picLocks noChangeAspect="1"/>
          </p:cNvPicPr>
          <p:nvPr/>
        </p:nvPicPr>
        <p:blipFill>
          <a:blip r:embed="rId4"/>
          <a:stretch>
            <a:fillRect/>
          </a:stretch>
        </p:blipFill>
        <p:spPr>
          <a:xfrm>
            <a:off x="-888683" y="689010"/>
            <a:ext cx="704664" cy="2997619"/>
          </a:xfrm>
          <a:prstGeom prst="rect">
            <a:avLst/>
          </a:prstGeom>
        </p:spPr>
      </p:pic>
      <p:sp>
        <p:nvSpPr>
          <p:cNvPr id="53" name="Rectangle 52">
            <a:extLst>
              <a:ext uri="{FF2B5EF4-FFF2-40B4-BE49-F238E27FC236}">
                <a16:creationId xmlns:a16="http://schemas.microsoft.com/office/drawing/2014/main" id="{7A051F11-C545-4936-ACBA-747E4BACD57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4" name="Group 53">
            <a:extLst>
              <a:ext uri="{FF2B5EF4-FFF2-40B4-BE49-F238E27FC236}">
                <a16:creationId xmlns:a16="http://schemas.microsoft.com/office/drawing/2014/main" id="{185A7E0A-0E9A-47A5-B742-782BC564D5A0}"/>
              </a:ext>
            </a:extLst>
          </p:cNvPr>
          <p:cNvGrpSpPr/>
          <p:nvPr/>
        </p:nvGrpSpPr>
        <p:grpSpPr>
          <a:xfrm>
            <a:off x="9192986" y="1051487"/>
            <a:ext cx="954405" cy="3085386"/>
            <a:chOff x="12257314" y="1051487"/>
            <a:chExt cx="1272540" cy="3085386"/>
          </a:xfrm>
        </p:grpSpPr>
        <p:sp>
          <p:nvSpPr>
            <p:cNvPr id="55" name="Rectangle 54">
              <a:extLst>
                <a:ext uri="{FF2B5EF4-FFF2-40B4-BE49-F238E27FC236}">
                  <a16:creationId xmlns:a16="http://schemas.microsoft.com/office/drawing/2014/main" id="{1F6A66DB-8F42-4EF0-9FB6-3CF402FDEE03}"/>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6" name="TextBox 55">
              <a:extLst>
                <a:ext uri="{FF2B5EF4-FFF2-40B4-BE49-F238E27FC236}">
                  <a16:creationId xmlns:a16="http://schemas.microsoft.com/office/drawing/2014/main" id="{CCFCCA5B-CFD2-4F97-8E39-F98B68B4303E}"/>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7" name="Freeform: Shape 56">
              <a:extLst>
                <a:ext uri="{FF2B5EF4-FFF2-40B4-BE49-F238E27FC236}">
                  <a16:creationId xmlns:a16="http://schemas.microsoft.com/office/drawing/2014/main" id="{FB8CAF0A-9B91-4E3B-A705-4886072B626A}"/>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TextBox 57">
              <a:extLst>
                <a:ext uri="{FF2B5EF4-FFF2-40B4-BE49-F238E27FC236}">
                  <a16:creationId xmlns:a16="http://schemas.microsoft.com/office/drawing/2014/main" id="{744DFD51-D990-4957-9FB1-31FFF1FD6AE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9" name="Freeform: Shape 58">
              <a:extLst>
                <a:ext uri="{FF2B5EF4-FFF2-40B4-BE49-F238E27FC236}">
                  <a16:creationId xmlns:a16="http://schemas.microsoft.com/office/drawing/2014/main" id="{CD7FF365-2D4C-49DD-847C-D74980ECC1E9}"/>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Freeform: Shape 59">
              <a:extLst>
                <a:ext uri="{FF2B5EF4-FFF2-40B4-BE49-F238E27FC236}">
                  <a16:creationId xmlns:a16="http://schemas.microsoft.com/office/drawing/2014/main" id="{5EF6C03F-ABF2-4A76-909E-DBA5077DC02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6AAE6DE2-ABB2-4C84-AD69-A57DEBCC006B}"/>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2" name="Picture 61">
              <a:extLst>
                <a:ext uri="{FF2B5EF4-FFF2-40B4-BE49-F238E27FC236}">
                  <a16:creationId xmlns:a16="http://schemas.microsoft.com/office/drawing/2014/main" id="{E75267ED-F4AC-45E8-9B29-C2AF59E8B0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3" name="Rectangle 62">
              <a:extLst>
                <a:ext uri="{FF2B5EF4-FFF2-40B4-BE49-F238E27FC236}">
                  <a16:creationId xmlns:a16="http://schemas.microsoft.com/office/drawing/2014/main" id="{1F9121C2-957F-4A1F-ACB9-3DE4BAD9BD4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4" name="Rectangle 63">
              <a:extLst>
                <a:ext uri="{FF2B5EF4-FFF2-40B4-BE49-F238E27FC236}">
                  <a16:creationId xmlns:a16="http://schemas.microsoft.com/office/drawing/2014/main" id="{4383BC7A-8710-45B8-B7BB-29AE3313E4F9}"/>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5" name="Rectangle 64">
              <a:extLst>
                <a:ext uri="{FF2B5EF4-FFF2-40B4-BE49-F238E27FC236}">
                  <a16:creationId xmlns:a16="http://schemas.microsoft.com/office/drawing/2014/main" id="{3F14AD32-3EDA-4A4F-9132-956C03B8E629}"/>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6" name="Rectangle 65">
              <a:extLst>
                <a:ext uri="{FF2B5EF4-FFF2-40B4-BE49-F238E27FC236}">
                  <a16:creationId xmlns:a16="http://schemas.microsoft.com/office/drawing/2014/main" id="{CDC53D65-E0C4-4E75-AADE-23A49591DEE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7" name="Group 66">
              <a:extLst>
                <a:ext uri="{FF2B5EF4-FFF2-40B4-BE49-F238E27FC236}">
                  <a16:creationId xmlns:a16="http://schemas.microsoft.com/office/drawing/2014/main" id="{734E3783-2AF4-456E-B58F-AF076385BD96}"/>
                </a:ext>
              </a:extLst>
            </p:cNvPr>
            <p:cNvGrpSpPr/>
            <p:nvPr/>
          </p:nvGrpSpPr>
          <p:grpSpPr>
            <a:xfrm>
              <a:off x="12364752" y="2345932"/>
              <a:ext cx="1055431" cy="88186"/>
              <a:chOff x="914335" y="6913770"/>
              <a:chExt cx="1109884" cy="100584"/>
            </a:xfrm>
            <a:noFill/>
          </p:grpSpPr>
          <p:sp>
            <p:nvSpPr>
              <p:cNvPr id="117" name="Rectangle 116">
                <a:extLst>
                  <a:ext uri="{FF2B5EF4-FFF2-40B4-BE49-F238E27FC236}">
                    <a16:creationId xmlns:a16="http://schemas.microsoft.com/office/drawing/2014/main" id="{A40B60AD-93F1-4216-8F84-31D9A6DFC8C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8" name="Rectangle 117">
                <a:extLst>
                  <a:ext uri="{FF2B5EF4-FFF2-40B4-BE49-F238E27FC236}">
                    <a16:creationId xmlns:a16="http://schemas.microsoft.com/office/drawing/2014/main" id="{7153DE13-4A63-4075-AF41-791E65946C14}"/>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9" name="Rectangle 118">
                <a:extLst>
                  <a:ext uri="{FF2B5EF4-FFF2-40B4-BE49-F238E27FC236}">
                    <a16:creationId xmlns:a16="http://schemas.microsoft.com/office/drawing/2014/main" id="{1CECFDC8-C169-4292-AA1B-0519BDF9FC1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0" name="Rectangle 119">
                <a:extLst>
                  <a:ext uri="{FF2B5EF4-FFF2-40B4-BE49-F238E27FC236}">
                    <a16:creationId xmlns:a16="http://schemas.microsoft.com/office/drawing/2014/main" id="{641A4A58-0519-42A9-B63B-316001BA021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1" name="Rectangle 120">
                <a:extLst>
                  <a:ext uri="{FF2B5EF4-FFF2-40B4-BE49-F238E27FC236}">
                    <a16:creationId xmlns:a16="http://schemas.microsoft.com/office/drawing/2014/main" id="{D7249ABC-7023-4151-AEC3-49DE5138352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2" name="Rectangle 121">
                <a:extLst>
                  <a:ext uri="{FF2B5EF4-FFF2-40B4-BE49-F238E27FC236}">
                    <a16:creationId xmlns:a16="http://schemas.microsoft.com/office/drawing/2014/main" id="{BDE7A2EE-185B-4262-B1BA-C6C18521116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3" name="Rectangle 122">
                <a:extLst>
                  <a:ext uri="{FF2B5EF4-FFF2-40B4-BE49-F238E27FC236}">
                    <a16:creationId xmlns:a16="http://schemas.microsoft.com/office/drawing/2014/main" id="{DDBA966F-676E-4315-A5FC-2419808F249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4" name="Rectangle 123">
                <a:extLst>
                  <a:ext uri="{FF2B5EF4-FFF2-40B4-BE49-F238E27FC236}">
                    <a16:creationId xmlns:a16="http://schemas.microsoft.com/office/drawing/2014/main" id="{D6328D79-3EDD-4111-83BB-EA6AB7F9880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5" name="Rectangle 124">
                <a:extLst>
                  <a:ext uri="{FF2B5EF4-FFF2-40B4-BE49-F238E27FC236}">
                    <a16:creationId xmlns:a16="http://schemas.microsoft.com/office/drawing/2014/main" id="{C2AD9B8F-D7B0-4D2B-AB1B-4C93C86557C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6" name="Rectangle 125">
                <a:extLst>
                  <a:ext uri="{FF2B5EF4-FFF2-40B4-BE49-F238E27FC236}">
                    <a16:creationId xmlns:a16="http://schemas.microsoft.com/office/drawing/2014/main" id="{907D5595-AF21-437E-823F-9DF4C18084D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8" name="Graphic 67" descr="Close with solid fill">
              <a:extLst>
                <a:ext uri="{FF2B5EF4-FFF2-40B4-BE49-F238E27FC236}">
                  <a16:creationId xmlns:a16="http://schemas.microsoft.com/office/drawing/2014/main" id="{E53BF390-C23F-46A4-BFBB-E1E29A6234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359990" y="3132474"/>
              <a:ext cx="100919" cy="100919"/>
            </a:xfrm>
            <a:prstGeom prst="rect">
              <a:avLst/>
            </a:prstGeom>
          </p:spPr>
        </p:pic>
        <p:pic>
          <p:nvPicPr>
            <p:cNvPr id="69" name="Graphic 68" descr="Close with solid fill">
              <a:extLst>
                <a:ext uri="{FF2B5EF4-FFF2-40B4-BE49-F238E27FC236}">
                  <a16:creationId xmlns:a16="http://schemas.microsoft.com/office/drawing/2014/main" id="{AC537C6F-E7C1-4795-A5EC-E1797D641A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68758" y="3132474"/>
              <a:ext cx="100919" cy="100919"/>
            </a:xfrm>
            <a:prstGeom prst="rect">
              <a:avLst/>
            </a:prstGeom>
          </p:spPr>
        </p:pic>
        <p:pic>
          <p:nvPicPr>
            <p:cNvPr id="70" name="Graphic 69" descr="Close with solid fill">
              <a:extLst>
                <a:ext uri="{FF2B5EF4-FFF2-40B4-BE49-F238E27FC236}">
                  <a16:creationId xmlns:a16="http://schemas.microsoft.com/office/drawing/2014/main" id="{7FAC67D8-E1CD-46CE-B8BB-D53FDF9F19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72765" y="3132473"/>
              <a:ext cx="100919" cy="100919"/>
            </a:xfrm>
            <a:prstGeom prst="rect">
              <a:avLst/>
            </a:prstGeom>
          </p:spPr>
        </p:pic>
        <p:pic>
          <p:nvPicPr>
            <p:cNvPr id="71" name="Graphic 70" descr="Close with solid fill">
              <a:extLst>
                <a:ext uri="{FF2B5EF4-FFF2-40B4-BE49-F238E27FC236}">
                  <a16:creationId xmlns:a16="http://schemas.microsoft.com/office/drawing/2014/main" id="{8230B86D-5B3C-4CD8-BA87-95275678A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79153" y="3132472"/>
              <a:ext cx="100919" cy="100919"/>
            </a:xfrm>
            <a:prstGeom prst="rect">
              <a:avLst/>
            </a:prstGeom>
          </p:spPr>
        </p:pic>
        <p:pic>
          <p:nvPicPr>
            <p:cNvPr id="72" name="Graphic 71" descr="Close with solid fill">
              <a:extLst>
                <a:ext uri="{FF2B5EF4-FFF2-40B4-BE49-F238E27FC236}">
                  <a16:creationId xmlns:a16="http://schemas.microsoft.com/office/drawing/2014/main" id="{830F2B8D-92DF-4330-AB56-F03E3E4FD3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85541" y="3132471"/>
              <a:ext cx="100919" cy="100919"/>
            </a:xfrm>
            <a:prstGeom prst="rect">
              <a:avLst/>
            </a:prstGeom>
          </p:spPr>
        </p:pic>
        <p:pic>
          <p:nvPicPr>
            <p:cNvPr id="73" name="Graphic 72" descr="Close with solid fill">
              <a:extLst>
                <a:ext uri="{FF2B5EF4-FFF2-40B4-BE49-F238E27FC236}">
                  <a16:creationId xmlns:a16="http://schemas.microsoft.com/office/drawing/2014/main" id="{9A252178-7052-4A5E-99C8-BF9378211C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91929" y="3132470"/>
              <a:ext cx="100919" cy="100919"/>
            </a:xfrm>
            <a:prstGeom prst="rect">
              <a:avLst/>
            </a:prstGeom>
          </p:spPr>
        </p:pic>
        <p:pic>
          <p:nvPicPr>
            <p:cNvPr id="113" name="Graphic 112" descr="Close with solid fill">
              <a:extLst>
                <a:ext uri="{FF2B5EF4-FFF2-40B4-BE49-F238E27FC236}">
                  <a16:creationId xmlns:a16="http://schemas.microsoft.com/office/drawing/2014/main" id="{5AFBFE90-361D-4675-A60A-C3944EE17A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8317" y="3132469"/>
              <a:ext cx="100919" cy="100919"/>
            </a:xfrm>
            <a:prstGeom prst="rect">
              <a:avLst/>
            </a:prstGeom>
          </p:spPr>
        </p:pic>
        <p:pic>
          <p:nvPicPr>
            <p:cNvPr id="114" name="Graphic 113" descr="Close with solid fill">
              <a:extLst>
                <a:ext uri="{FF2B5EF4-FFF2-40B4-BE49-F238E27FC236}">
                  <a16:creationId xmlns:a16="http://schemas.microsoft.com/office/drawing/2014/main" id="{0324CA63-B4FD-4F32-A48B-CC372D22F8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104705" y="3132468"/>
              <a:ext cx="100919" cy="100919"/>
            </a:xfrm>
            <a:prstGeom prst="rect">
              <a:avLst/>
            </a:prstGeom>
          </p:spPr>
        </p:pic>
        <p:pic>
          <p:nvPicPr>
            <p:cNvPr id="115" name="Graphic 114" descr="Close with solid fill">
              <a:extLst>
                <a:ext uri="{FF2B5EF4-FFF2-40B4-BE49-F238E27FC236}">
                  <a16:creationId xmlns:a16="http://schemas.microsoft.com/office/drawing/2014/main" id="{10D14DC7-8690-4FCB-8E66-A79426B42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1093" y="3132467"/>
              <a:ext cx="100919" cy="100919"/>
            </a:xfrm>
            <a:prstGeom prst="rect">
              <a:avLst/>
            </a:prstGeom>
          </p:spPr>
        </p:pic>
        <p:pic>
          <p:nvPicPr>
            <p:cNvPr id="116" name="Graphic 115" descr="Close with solid fill">
              <a:extLst>
                <a:ext uri="{FF2B5EF4-FFF2-40B4-BE49-F238E27FC236}">
                  <a16:creationId xmlns:a16="http://schemas.microsoft.com/office/drawing/2014/main" id="{C1794AE2-4267-488E-B246-8545817B08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AA97143-AB88-41EC-B6B9-395E6AAF8F82}"/>
              </a:ext>
            </a:extLst>
          </p:cNvPr>
          <p:cNvSpPr>
            <a:spLocks noGrp="1"/>
          </p:cNvSpPr>
          <p:nvPr>
            <p:ph type="dt" sz="half" idx="18"/>
          </p:nvPr>
        </p:nvSpPr>
        <p:spPr>
          <a:xfrm>
            <a:off x="-65991" y="6901977"/>
            <a:ext cx="41148" cy="54864"/>
          </a:xfrm>
        </p:spPr>
        <p:txBody>
          <a:bodyPr/>
          <a:lstStyle>
            <a:lvl1pPr>
              <a:defRPr sz="100">
                <a:noFill/>
              </a:defRPr>
            </a:lvl1pPr>
          </a:lstStyle>
          <a:p>
            <a:fld id="{866B3C68-88E1-40DF-B9E2-2A1DD18FD784}" type="datetime4">
              <a:rPr lang="en-US" smtClean="0"/>
              <a:t>August 13, 2025</a:t>
            </a:fld>
            <a:endParaRPr lang="en-US"/>
          </a:p>
        </p:txBody>
      </p:sp>
      <p:sp>
        <p:nvSpPr>
          <p:cNvPr id="4" name="Footer Placeholder 3">
            <a:extLst>
              <a:ext uri="{FF2B5EF4-FFF2-40B4-BE49-F238E27FC236}">
                <a16:creationId xmlns:a16="http://schemas.microsoft.com/office/drawing/2014/main" id="{B860E2E7-D6FF-4CC7-8126-C6D4A091DE98}"/>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457D495E-526B-486D-A788-BA139D278706}"/>
              </a:ext>
            </a:extLst>
          </p:cNvPr>
          <p:cNvSpPr>
            <a:spLocks noGrp="1"/>
          </p:cNvSpPr>
          <p:nvPr>
            <p:ph type="sldNum" sz="quarter" idx="20"/>
          </p:nvPr>
        </p:nvSpPr>
        <p:spPr>
          <a:xfrm>
            <a:off x="9159398" y="6883061"/>
            <a:ext cx="41148" cy="54864"/>
          </a:xfrm>
        </p:spPr>
        <p:txBody>
          <a:bodyPr/>
          <a:lstStyle>
            <a:lvl1pPr>
              <a:defRPr sz="100">
                <a:noFill/>
              </a:defRPr>
            </a:lvl1pPr>
          </a:lstStyle>
          <a:p>
            <a:fld id="{5CFA18E4-D58E-4B28-B105-28D9665A8EBC}" type="slidenum">
              <a:rPr lang="en-US" smtClean="0"/>
              <a:pPr/>
              <a:t>‹#›</a:t>
            </a:fld>
            <a:endParaRPr lang="en-US"/>
          </a:p>
        </p:txBody>
      </p:sp>
      <p:pic>
        <p:nvPicPr>
          <p:cNvPr id="75" name="SPG Commodity Insights Colorful Big">
            <a:extLst>
              <a:ext uri="{FF2B5EF4-FFF2-40B4-BE49-F238E27FC236}">
                <a16:creationId xmlns:a16="http://schemas.microsoft.com/office/drawing/2014/main" id="{CD9CA651-4CAA-43CD-9A06-4158E9515A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2235452476"/>
      </p:ext>
    </p:extLst>
  </p:cSld>
  <p:clrMapOvr>
    <a:overrideClrMapping bg1="lt1" tx1="dk1" bg2="lt2" tx2="dk2" accent1="accent1" accent2="accent2" accent3="accent3" accent4="accent4" accent5="accent5" accent6="accent6" hlink="hlink" folHlink="folHlink"/>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 no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E45250-AFD1-44E6-BD74-661D7A387316}"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1E281549-F48C-40C3-A3B8-76A33095ABBA}"/>
              </a:ext>
            </a:extLst>
          </p:cNvPr>
          <p:cNvSpPr>
            <a:spLocks noGrp="1"/>
          </p:cNvSpPr>
          <p:nvPr>
            <p:ph type="title" hasCustomPrompt="1"/>
          </p:nvPr>
        </p:nvSpPr>
        <p:spPr>
          <a:xfrm>
            <a:off x="425280" y="651300"/>
            <a:ext cx="8297032" cy="648111"/>
          </a:xfrm>
        </p:spPr>
        <p:txBody>
          <a:bodyPr/>
          <a:lstStyle/>
          <a:p>
            <a:r>
              <a:rPr lang="en-US"/>
              <a:t>[Headline]</a:t>
            </a:r>
          </a:p>
        </p:txBody>
      </p:sp>
      <p:sp>
        <p:nvSpPr>
          <p:cNvPr id="17" name="Text Placeholder 11">
            <a:extLst>
              <a:ext uri="{FF2B5EF4-FFF2-40B4-BE49-F238E27FC236}">
                <a16:creationId xmlns:a16="http://schemas.microsoft.com/office/drawing/2014/main" id="{33AF1F22-6453-4489-88BC-640BBEB648C1}"/>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570467670"/>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960032"/>
            <a:ext cx="8298180" cy="4252382"/>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E0DD9A-B909-4E03-B64A-164E399FC2EA}"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8" name="Text Placeholder 7"/>
          <p:cNvSpPr>
            <a:spLocks noGrp="1"/>
          </p:cNvSpPr>
          <p:nvPr>
            <p:ph type="body" sz="quarter" idx="13" hasCustomPrompt="1"/>
          </p:nvPr>
        </p:nvSpPr>
        <p:spPr>
          <a:xfrm>
            <a:off x="425279" y="1058237"/>
            <a:ext cx="8298180" cy="493776"/>
          </a:xfrm>
        </p:spPr>
        <p:txBody>
          <a:bodyPr/>
          <a:lstStyle>
            <a:lvl1pPr marL="0" indent="0">
              <a:buNone/>
              <a:defRPr sz="1350" b="0">
                <a:latin typeface="+mn-lt"/>
              </a:defRPr>
            </a:lvl1pPr>
            <a:lvl2pPr marL="127397" indent="0">
              <a:buNone/>
              <a:defRPr/>
            </a:lvl2pPr>
          </a:lstStyle>
          <a:p>
            <a:pPr lvl="0"/>
            <a:r>
              <a:rPr lang="en-US"/>
              <a:t>[Sub-headline]</a:t>
            </a:r>
          </a:p>
        </p:txBody>
      </p:sp>
      <p:sp>
        <p:nvSpPr>
          <p:cNvPr id="10" name="Text Placeholder 11"/>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525">
                <a:latin typeface="+mn-lt"/>
              </a:defRPr>
            </a:lvl2pPr>
            <a:lvl3pPr marL="255984" indent="0">
              <a:buNone/>
              <a:defRPr/>
            </a:lvl3pPr>
          </a:lstStyle>
          <a:p>
            <a:pPr lvl="0"/>
            <a:r>
              <a:rPr lang="en-US"/>
              <a:t>[Source / Legal disclaimer]</a:t>
            </a:r>
          </a:p>
        </p:txBody>
      </p:sp>
      <p:sp>
        <p:nvSpPr>
          <p:cNvPr id="7" name="Title 6">
            <a:extLst>
              <a:ext uri="{FF2B5EF4-FFF2-40B4-BE49-F238E27FC236}">
                <a16:creationId xmlns:a16="http://schemas.microsoft.com/office/drawing/2014/main" id="{BF688775-CEA2-4940-992B-934A4201951E}"/>
              </a:ext>
            </a:extLst>
          </p:cNvPr>
          <p:cNvSpPr>
            <a:spLocks noGrp="1"/>
          </p:cNvSpPr>
          <p:nvPr>
            <p:ph type="title" hasCustomPrompt="1"/>
          </p:nvPr>
        </p:nvSpPr>
        <p:spPr>
          <a:xfrm>
            <a:off x="425280" y="651300"/>
            <a:ext cx="8297032" cy="402336"/>
          </a:xfrm>
        </p:spPr>
        <p:txBody>
          <a:bodyPr/>
          <a:lstStyle/>
          <a:p>
            <a:r>
              <a:rPr lang="en-US"/>
              <a:t>[Headline]</a:t>
            </a:r>
          </a:p>
        </p:txBody>
      </p:sp>
    </p:spTree>
    <p:extLst>
      <p:ext uri="{BB962C8B-B14F-4D97-AF65-F5344CB8AC3E}">
        <p14:creationId xmlns:p14="http://schemas.microsoft.com/office/powerpoint/2010/main" val="148032449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25279" y="1622426"/>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964127" y="1622425"/>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6889EE-8C3D-4FF7-9C80-27BFD13FDF2A}"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4664208C-BD36-4BE7-9A7B-B2D8CF95E8BD}"/>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3351336718"/>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ntent + Subtitles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973EFFA-03D7-43DB-BDBC-FC0CC8E8C7D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2339468"/>
            <a:ext cx="3758184" cy="3866071"/>
          </a:xfrm>
        </p:spPr>
        <p:txBody>
          <a:bodyPr/>
          <a:lstStyle>
            <a:lvl1pPr marL="0" indent="0">
              <a:buFont typeface="Arial" panose="020B0604020202020204" pitchFamily="34" charset="0"/>
              <a:buChar char="​"/>
              <a:defRPr sz="900"/>
            </a:lvl1pPr>
            <a:lvl2pPr marL="170260" indent="-170260">
              <a:defRPr sz="900"/>
            </a:lvl2pPr>
            <a:lvl3pPr marL="345281" indent="-175022">
              <a:defRPr sz="900"/>
            </a:lvl3pPr>
            <a:lvl4pPr marL="515541" indent="-170260">
              <a:defRPr sz="900"/>
            </a:lvl4pPr>
            <a:lvl5pPr marL="685800" indent="-170260">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425279"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4965275"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Content Placeholder 13">
            <a:extLst>
              <a:ext uri="{FF2B5EF4-FFF2-40B4-BE49-F238E27FC236}">
                <a16:creationId xmlns:a16="http://schemas.microsoft.com/office/drawing/2014/main" id="{55EF8898-0035-4D30-8587-C59EEC429BF1}"/>
              </a:ext>
            </a:extLst>
          </p:cNvPr>
          <p:cNvSpPr>
            <a:spLocks noGrp="1"/>
          </p:cNvSpPr>
          <p:nvPr>
            <p:ph sz="quarter" idx="20" hasCustomPrompt="1"/>
          </p:nvPr>
        </p:nvSpPr>
        <p:spPr>
          <a:xfrm>
            <a:off x="4965275" y="2340111"/>
            <a:ext cx="3758184" cy="3865071"/>
          </a:xfrm>
        </p:spPr>
        <p:txBody>
          <a:bodyPr/>
          <a:lstStyle>
            <a:lvl1pPr marL="0" indent="0">
              <a:buFont typeface="Arial" panose="020B0604020202020204" pitchFamily="34" charset="0"/>
              <a:buChar char="​"/>
              <a:defRPr sz="900"/>
            </a:lvl1pPr>
            <a:lvl2pPr marL="173831" indent="-173831">
              <a:defRPr sz="900"/>
            </a:lvl2pPr>
            <a:lvl3pPr marL="342900" indent="-169069">
              <a:defRPr sz="900"/>
            </a:lvl3pPr>
            <a:lvl4pPr marL="516731" indent="-173831">
              <a:defRPr sz="900"/>
            </a:lvl4pPr>
            <a:lvl5pPr marL="685800" indent="-169069">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52EC4F50-33EE-43C0-91C4-0E81E34B8F09}"/>
              </a:ext>
            </a:extLst>
          </p:cNvPr>
          <p:cNvSpPr>
            <a:spLocks noGrp="1"/>
          </p:cNvSpPr>
          <p:nvPr>
            <p:ph type="title" hasCustomPrompt="1"/>
          </p:nvPr>
        </p:nvSpPr>
        <p:spPr>
          <a:xfrm>
            <a:off x="425279" y="652075"/>
            <a:ext cx="8298591" cy="399879"/>
          </a:xfrm>
        </p:spPr>
        <p:txBody>
          <a:bodyPr/>
          <a:lstStyle/>
          <a:p>
            <a:r>
              <a:rPr lang="en-US"/>
              <a:t>[Headline]</a:t>
            </a:r>
          </a:p>
        </p:txBody>
      </p:sp>
      <p:sp>
        <p:nvSpPr>
          <p:cNvPr id="17" name="Subtitle">
            <a:extLst>
              <a:ext uri="{FF2B5EF4-FFF2-40B4-BE49-F238E27FC236}">
                <a16:creationId xmlns:a16="http://schemas.microsoft.com/office/drawing/2014/main" id="{C4A7AD32-F8CA-4312-96A0-150415233B08}"/>
              </a:ext>
            </a:extLst>
          </p:cNvPr>
          <p:cNvSpPr>
            <a:spLocks noGrp="1"/>
          </p:cNvSpPr>
          <p:nvPr>
            <p:ph type="body" sz="quarter" idx="14" hasCustomPrompt="1"/>
          </p:nvPr>
        </p:nvSpPr>
        <p:spPr>
          <a:xfrm>
            <a:off x="425279" y="1058237"/>
            <a:ext cx="8298180" cy="493776"/>
          </a:xfrm>
        </p:spPr>
        <p:txBody>
          <a:bodyPr>
            <a:noAutofit/>
          </a:bodyPr>
          <a:lstStyle>
            <a:lvl1pPr marL="0" indent="0">
              <a:buNone/>
              <a:defRPr sz="1350">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Text Placeholder 11">
            <a:extLst>
              <a:ext uri="{FF2B5EF4-FFF2-40B4-BE49-F238E27FC236}">
                <a16:creationId xmlns:a16="http://schemas.microsoft.com/office/drawing/2014/main" id="{EB2DECFA-B61D-4F4D-B7D8-5CE42C12819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337471066"/>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25281"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4" name="Content Placeholder 3"/>
          <p:cNvSpPr>
            <a:spLocks noGrp="1"/>
          </p:cNvSpPr>
          <p:nvPr>
            <p:ph sz="half" idx="2" hasCustomPrompt="1"/>
          </p:nvPr>
        </p:nvSpPr>
        <p:spPr>
          <a:xfrm>
            <a:off x="425279"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4964127"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6" name="Content Placeholder 5"/>
          <p:cNvSpPr>
            <a:spLocks noGrp="1"/>
          </p:cNvSpPr>
          <p:nvPr>
            <p:ph sz="quarter" idx="4" hasCustomPrompt="1"/>
          </p:nvPr>
        </p:nvSpPr>
        <p:spPr>
          <a:xfrm>
            <a:off x="4964127"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3A668-9EE6-4B88-A091-42C9A3E0B1FB}" type="datetime4">
              <a:rPr lang="en-US" smtClean="0"/>
              <a:t>August 13, 2025</a:t>
            </a:fld>
            <a:endParaRPr lang="en-US"/>
          </a:p>
        </p:txBody>
      </p:sp>
      <p:sp>
        <p:nvSpPr>
          <p:cNvPr id="8" name="Footer Placeholder 7"/>
          <p:cNvSpPr>
            <a:spLocks noGrp="1"/>
          </p:cNvSpPr>
          <p:nvPr>
            <p:ph type="ftr" sz="quarter" idx="11"/>
          </p:nvPr>
        </p:nvSpPr>
        <p:spPr/>
        <p:txBody>
          <a:bodyPr/>
          <a:lstStyle/>
          <a:p>
            <a:r>
              <a:rPr lang="en-US"/>
              <a:t>S&amp;P Global Commodity Insights – Internal Use Only</a:t>
            </a:r>
          </a:p>
        </p:txBody>
      </p:sp>
      <p:sp>
        <p:nvSpPr>
          <p:cNvPr id="9" name="Slide Number Placeholder 8"/>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D90A15C2-5054-4CD7-B265-CC42A553B2E1}"/>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3388531432"/>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B715BA27-8BE7-4FFD-81AA-567CDC513FC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288571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3C054E2C-5FEC-4FC6-86D1-8129521D46A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986754646"/>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3 x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ABA126A-879E-4784-9A91-824C60C4FA8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0" name="Subtitle Left">
            <a:extLst>
              <a:ext uri="{FF2B5EF4-FFF2-40B4-BE49-F238E27FC236}">
                <a16:creationId xmlns:a16="http://schemas.microsoft.com/office/drawing/2014/main" id="{41D831FC-A1F7-4DC8-BA1A-A17C8EAA97A1}"/>
              </a:ext>
            </a:extLst>
          </p:cNvPr>
          <p:cNvSpPr>
            <a:spLocks noGrp="1"/>
          </p:cNvSpPr>
          <p:nvPr>
            <p:ph type="body" sz="quarter" idx="27" hasCustomPrompt="1"/>
          </p:nvPr>
        </p:nvSpPr>
        <p:spPr>
          <a:xfrm>
            <a:off x="419541"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Subtitle Middle">
            <a:extLst>
              <a:ext uri="{FF2B5EF4-FFF2-40B4-BE49-F238E27FC236}">
                <a16:creationId xmlns:a16="http://schemas.microsoft.com/office/drawing/2014/main" id="{C93652A2-26B5-47E7-8938-71678086071B}"/>
              </a:ext>
            </a:extLst>
          </p:cNvPr>
          <p:cNvSpPr>
            <a:spLocks noGrp="1"/>
          </p:cNvSpPr>
          <p:nvPr>
            <p:ph type="body" sz="quarter" idx="28" hasCustomPrompt="1"/>
          </p:nvPr>
        </p:nvSpPr>
        <p:spPr>
          <a:xfrm>
            <a:off x="3306007"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4" name="Subtitle Left">
            <a:extLst>
              <a:ext uri="{FF2B5EF4-FFF2-40B4-BE49-F238E27FC236}">
                <a16:creationId xmlns:a16="http://schemas.microsoft.com/office/drawing/2014/main" id="{7C644CFB-CECD-4FFC-BF18-52EAEA4F96E0}"/>
              </a:ext>
            </a:extLst>
          </p:cNvPr>
          <p:cNvSpPr>
            <a:spLocks noGrp="1"/>
          </p:cNvSpPr>
          <p:nvPr>
            <p:ph type="body" sz="quarter" idx="29" hasCustomPrompt="1"/>
          </p:nvPr>
        </p:nvSpPr>
        <p:spPr>
          <a:xfrm>
            <a:off x="41791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6" name="Subtitle Middle">
            <a:extLst>
              <a:ext uri="{FF2B5EF4-FFF2-40B4-BE49-F238E27FC236}">
                <a16:creationId xmlns:a16="http://schemas.microsoft.com/office/drawing/2014/main" id="{214DCF33-769C-4A91-B102-A082C83E9AAE}"/>
              </a:ext>
            </a:extLst>
          </p:cNvPr>
          <p:cNvSpPr>
            <a:spLocks noGrp="1"/>
          </p:cNvSpPr>
          <p:nvPr>
            <p:ph type="body" sz="quarter" idx="30" hasCustomPrompt="1"/>
          </p:nvPr>
        </p:nvSpPr>
        <p:spPr>
          <a:xfrm>
            <a:off x="3304375"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7" name="Subtitle Right">
            <a:extLst>
              <a:ext uri="{FF2B5EF4-FFF2-40B4-BE49-F238E27FC236}">
                <a16:creationId xmlns:a16="http://schemas.microsoft.com/office/drawing/2014/main" id="{AD42E7A8-3667-4180-9865-036D5D2E6CFA}"/>
              </a:ext>
            </a:extLst>
          </p:cNvPr>
          <p:cNvSpPr>
            <a:spLocks noGrp="1"/>
          </p:cNvSpPr>
          <p:nvPr>
            <p:ph type="body" sz="quarter" idx="31" hasCustomPrompt="1"/>
          </p:nvPr>
        </p:nvSpPr>
        <p:spPr>
          <a:xfrm>
            <a:off x="619084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8" name="Text Placeholder 20">
            <a:extLst>
              <a:ext uri="{FF2B5EF4-FFF2-40B4-BE49-F238E27FC236}">
                <a16:creationId xmlns:a16="http://schemas.microsoft.com/office/drawing/2014/main" id="{011E0055-63B4-4536-A39B-200812791310}"/>
              </a:ext>
            </a:extLst>
          </p:cNvPr>
          <p:cNvSpPr>
            <a:spLocks noGrp="1"/>
          </p:cNvSpPr>
          <p:nvPr>
            <p:ph type="body" sz="quarter" idx="32" hasCustomPrompt="1"/>
          </p:nvPr>
        </p:nvSpPr>
        <p:spPr>
          <a:xfrm>
            <a:off x="416718"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22">
            <a:extLst>
              <a:ext uri="{FF2B5EF4-FFF2-40B4-BE49-F238E27FC236}">
                <a16:creationId xmlns:a16="http://schemas.microsoft.com/office/drawing/2014/main" id="{B0446AC9-7EA2-49AF-9E03-1CBEDC4AF23C}"/>
              </a:ext>
            </a:extLst>
          </p:cNvPr>
          <p:cNvSpPr>
            <a:spLocks noGrp="1"/>
          </p:cNvSpPr>
          <p:nvPr>
            <p:ph type="body" sz="quarter" idx="33" hasCustomPrompt="1"/>
          </p:nvPr>
        </p:nvSpPr>
        <p:spPr>
          <a:xfrm>
            <a:off x="3303984" y="4787432"/>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4">
            <a:extLst>
              <a:ext uri="{FF2B5EF4-FFF2-40B4-BE49-F238E27FC236}">
                <a16:creationId xmlns:a16="http://schemas.microsoft.com/office/drawing/2014/main" id="{9C10E2FD-8E08-4E27-8251-911FE57D6D7E}"/>
              </a:ext>
            </a:extLst>
          </p:cNvPr>
          <p:cNvSpPr>
            <a:spLocks noGrp="1"/>
          </p:cNvSpPr>
          <p:nvPr>
            <p:ph type="body" sz="quarter" idx="34" hasCustomPrompt="1"/>
          </p:nvPr>
        </p:nvSpPr>
        <p:spPr>
          <a:xfrm>
            <a:off x="6191249"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Subtitle Right">
            <a:extLst>
              <a:ext uri="{FF2B5EF4-FFF2-40B4-BE49-F238E27FC236}">
                <a16:creationId xmlns:a16="http://schemas.microsoft.com/office/drawing/2014/main" id="{9808343C-7685-4CA9-A440-3AB53CE7DEBB}"/>
              </a:ext>
            </a:extLst>
          </p:cNvPr>
          <p:cNvSpPr>
            <a:spLocks noGrp="1"/>
          </p:cNvSpPr>
          <p:nvPr>
            <p:ph type="body" sz="quarter" idx="35" hasCustomPrompt="1"/>
          </p:nvPr>
        </p:nvSpPr>
        <p:spPr>
          <a:xfrm>
            <a:off x="6195883" y="4238915"/>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4" name="Text Placeholder 11">
            <a:extLst>
              <a:ext uri="{FF2B5EF4-FFF2-40B4-BE49-F238E27FC236}">
                <a16:creationId xmlns:a16="http://schemas.microsoft.com/office/drawing/2014/main" id="{473AA86A-C2C8-494A-B6CB-9F08C3C40F68}"/>
              </a:ext>
            </a:extLst>
          </p:cNvPr>
          <p:cNvSpPr>
            <a:spLocks noGrp="1"/>
          </p:cNvSpPr>
          <p:nvPr>
            <p:ph type="body" sz="quarter" idx="15"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60032426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5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38FA509C-C58A-486C-88B9-6E23F498CE4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91199"/>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text]</a:t>
            </a:r>
          </a:p>
        </p:txBody>
      </p:sp>
      <p:sp>
        <p:nvSpPr>
          <p:cNvPr id="25" name="Subtitle Left">
            <a:extLst>
              <a:ext uri="{FF2B5EF4-FFF2-40B4-BE49-F238E27FC236}">
                <a16:creationId xmlns:a16="http://schemas.microsoft.com/office/drawing/2014/main" id="{61E7C447-8A4D-450A-B86A-44DB0874944F}"/>
              </a:ext>
            </a:extLst>
          </p:cNvPr>
          <p:cNvSpPr>
            <a:spLocks noGrp="1"/>
          </p:cNvSpPr>
          <p:nvPr>
            <p:ph type="body" sz="quarter" idx="16" hasCustomPrompt="1"/>
          </p:nvPr>
        </p:nvSpPr>
        <p:spPr>
          <a:xfrm>
            <a:off x="420731"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7" name="Subtitle Left Middle">
            <a:extLst>
              <a:ext uri="{FF2B5EF4-FFF2-40B4-BE49-F238E27FC236}">
                <a16:creationId xmlns:a16="http://schemas.microsoft.com/office/drawing/2014/main" id="{063F30B2-FBDB-4754-8B9E-9E075D826918}"/>
              </a:ext>
            </a:extLst>
          </p:cNvPr>
          <p:cNvSpPr>
            <a:spLocks noGrp="1"/>
          </p:cNvSpPr>
          <p:nvPr>
            <p:ph type="body" sz="quarter" idx="17" hasCustomPrompt="1"/>
          </p:nvPr>
        </p:nvSpPr>
        <p:spPr>
          <a:xfrm>
            <a:off x="2114612"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9" name="Subtitle Middle">
            <a:extLst>
              <a:ext uri="{FF2B5EF4-FFF2-40B4-BE49-F238E27FC236}">
                <a16:creationId xmlns:a16="http://schemas.microsoft.com/office/drawing/2014/main" id="{DF760517-3B3F-40C1-BC94-AE68C8CEAD3E}"/>
              </a:ext>
            </a:extLst>
          </p:cNvPr>
          <p:cNvSpPr>
            <a:spLocks noGrp="1"/>
          </p:cNvSpPr>
          <p:nvPr>
            <p:ph type="body" sz="quarter" idx="19" hasCustomPrompt="1"/>
          </p:nvPr>
        </p:nvSpPr>
        <p:spPr>
          <a:xfrm>
            <a:off x="3808493"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Subtitle Right Middle">
            <a:extLst>
              <a:ext uri="{FF2B5EF4-FFF2-40B4-BE49-F238E27FC236}">
                <a16:creationId xmlns:a16="http://schemas.microsoft.com/office/drawing/2014/main" id="{0B780B94-455F-49EE-8F11-14EC4C3DD594}"/>
              </a:ext>
            </a:extLst>
          </p:cNvPr>
          <p:cNvSpPr>
            <a:spLocks noGrp="1"/>
          </p:cNvSpPr>
          <p:nvPr>
            <p:ph type="body" sz="quarter" idx="21" hasCustomPrompt="1"/>
          </p:nvPr>
        </p:nvSpPr>
        <p:spPr>
          <a:xfrm>
            <a:off x="5502374"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3" name="Subtitle Right">
            <a:extLst>
              <a:ext uri="{FF2B5EF4-FFF2-40B4-BE49-F238E27FC236}">
                <a16:creationId xmlns:a16="http://schemas.microsoft.com/office/drawing/2014/main" id="{7C513371-3013-4E16-89BA-D116A01B5511}"/>
              </a:ext>
            </a:extLst>
          </p:cNvPr>
          <p:cNvSpPr>
            <a:spLocks noGrp="1"/>
          </p:cNvSpPr>
          <p:nvPr>
            <p:ph type="body" sz="quarter" idx="23" hasCustomPrompt="1"/>
          </p:nvPr>
        </p:nvSpPr>
        <p:spPr>
          <a:xfrm>
            <a:off x="7196257"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8" name="Text Placeholder 7">
            <a:extLst>
              <a:ext uri="{FF2B5EF4-FFF2-40B4-BE49-F238E27FC236}">
                <a16:creationId xmlns:a16="http://schemas.microsoft.com/office/drawing/2014/main" id="{15865455-3EAC-4FAE-9B20-C2DDA8A06C79}"/>
              </a:ext>
            </a:extLst>
          </p:cNvPr>
          <p:cNvSpPr>
            <a:spLocks noGrp="1"/>
          </p:cNvSpPr>
          <p:nvPr>
            <p:ph type="body" sz="quarter" idx="24" hasCustomPrompt="1"/>
          </p:nvPr>
        </p:nvSpPr>
        <p:spPr>
          <a:xfrm>
            <a:off x="41910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17" name="Text Placeholder 16">
            <a:extLst>
              <a:ext uri="{FF2B5EF4-FFF2-40B4-BE49-F238E27FC236}">
                <a16:creationId xmlns:a16="http://schemas.microsoft.com/office/drawing/2014/main" id="{2D119D33-E5BA-400E-84C0-9493ACA2B9A6}"/>
              </a:ext>
            </a:extLst>
          </p:cNvPr>
          <p:cNvSpPr>
            <a:spLocks noGrp="1"/>
          </p:cNvSpPr>
          <p:nvPr>
            <p:ph type="body" sz="quarter" idx="25" hasCustomPrompt="1"/>
          </p:nvPr>
        </p:nvSpPr>
        <p:spPr>
          <a:xfrm>
            <a:off x="211455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36" name="Text Placeholder 35">
            <a:extLst>
              <a:ext uri="{FF2B5EF4-FFF2-40B4-BE49-F238E27FC236}">
                <a16:creationId xmlns:a16="http://schemas.microsoft.com/office/drawing/2014/main" id="{9B5EC6C1-CF45-4972-9451-C7BA44F2C65C}"/>
              </a:ext>
            </a:extLst>
          </p:cNvPr>
          <p:cNvSpPr>
            <a:spLocks noGrp="1"/>
          </p:cNvSpPr>
          <p:nvPr>
            <p:ph type="body" sz="quarter" idx="26" hasCustomPrompt="1"/>
          </p:nvPr>
        </p:nvSpPr>
        <p:spPr>
          <a:xfrm>
            <a:off x="3822701" y="3271960"/>
            <a:ext cx="1527175" cy="2422404"/>
          </a:xfrm>
        </p:spPr>
        <p:txBody>
          <a:bodyPr/>
          <a:lstStyle>
            <a:lvl1pPr marL="85725" indent="-85725">
              <a:defRPr sz="825"/>
            </a:lvl1pPr>
            <a:lvl2pPr marL="255985" indent="-85725">
              <a:tabLst/>
              <a:defRPr sz="825"/>
            </a:lvl2pPr>
            <a:lvl3pPr>
              <a:defRPr sz="825"/>
            </a:lvl3pPr>
            <a:lvl4pPr>
              <a:defRPr sz="788"/>
            </a:lvl4pPr>
            <a:lvl5pPr>
              <a:defRPr sz="788"/>
            </a:lvl5pPr>
          </a:lstStyle>
          <a:p>
            <a:pPr lvl="0"/>
            <a:r>
              <a:rPr lang="en-US"/>
              <a:t>[Click to add content]</a:t>
            </a:r>
          </a:p>
          <a:p>
            <a:pPr lvl="1"/>
            <a:r>
              <a:rPr lang="en-US"/>
              <a:t>Second level</a:t>
            </a:r>
          </a:p>
        </p:txBody>
      </p:sp>
      <p:sp>
        <p:nvSpPr>
          <p:cNvPr id="38" name="Text Placeholder 37">
            <a:extLst>
              <a:ext uri="{FF2B5EF4-FFF2-40B4-BE49-F238E27FC236}">
                <a16:creationId xmlns:a16="http://schemas.microsoft.com/office/drawing/2014/main" id="{917E3231-30EC-4F7F-81A0-2AF42FA1D83E}"/>
              </a:ext>
            </a:extLst>
          </p:cNvPr>
          <p:cNvSpPr>
            <a:spLocks noGrp="1"/>
          </p:cNvSpPr>
          <p:nvPr>
            <p:ph type="body" sz="quarter" idx="27" hasCustomPrompt="1"/>
          </p:nvPr>
        </p:nvSpPr>
        <p:spPr>
          <a:xfrm>
            <a:off x="5502275"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40" name="Text Placeholder 39">
            <a:extLst>
              <a:ext uri="{FF2B5EF4-FFF2-40B4-BE49-F238E27FC236}">
                <a16:creationId xmlns:a16="http://schemas.microsoft.com/office/drawing/2014/main" id="{DD634B5F-D3D8-4AB0-B51D-1C828AC68D5D}"/>
              </a:ext>
            </a:extLst>
          </p:cNvPr>
          <p:cNvSpPr>
            <a:spLocks noGrp="1"/>
          </p:cNvSpPr>
          <p:nvPr>
            <p:ph type="body" sz="quarter" idx="28" hasCustomPrompt="1"/>
          </p:nvPr>
        </p:nvSpPr>
        <p:spPr>
          <a:xfrm>
            <a:off x="7196139" y="3271960"/>
            <a:ext cx="1528762"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6" name="Title 5">
            <a:extLst>
              <a:ext uri="{FF2B5EF4-FFF2-40B4-BE49-F238E27FC236}">
                <a16:creationId xmlns:a16="http://schemas.microsoft.com/office/drawing/2014/main" id="{BDA01D14-CBFD-4FB8-8BC4-D8830CEC160D}"/>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C816339-A3B2-46CC-8115-A134C967F642}"/>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2" name="Text Placeholder 11">
            <a:extLst>
              <a:ext uri="{FF2B5EF4-FFF2-40B4-BE49-F238E27FC236}">
                <a16:creationId xmlns:a16="http://schemas.microsoft.com/office/drawing/2014/main" id="{8AF474E7-9310-4F30-B638-C2B67375861F}"/>
              </a:ext>
            </a:extLst>
          </p:cNvPr>
          <p:cNvSpPr>
            <a:spLocks noGrp="1"/>
          </p:cNvSpPr>
          <p:nvPr>
            <p:ph type="body" sz="quarter" idx="29"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77917974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80" y="1620838"/>
            <a:ext cx="5607031" cy="4587938"/>
          </a:xfrm>
        </p:spPr>
        <p:txBody>
          <a:bodyPr>
            <a:normAutofit/>
          </a:bodyPr>
          <a:lstStyle>
            <a:lvl1pPr>
              <a:defRPr sz="1200"/>
            </a:lvl1pPr>
            <a:lvl2pPr>
              <a:defRPr sz="12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6154690" y="1619998"/>
            <a:ext cx="2567622" cy="4585540"/>
          </a:xfrm>
        </p:spPr>
        <p:txBody>
          <a:bodyPr anchor="t">
            <a:normAutofit/>
          </a:bodyPr>
          <a:lstStyle>
            <a:lvl1pPr marL="0" indent="0">
              <a:buNone/>
              <a:defRPr sz="1200">
                <a:latin typeface="+mn-lt"/>
                <a:cs typeface="+mj-cs"/>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[Sub-headline]</a:t>
            </a:r>
          </a:p>
        </p:txBody>
      </p:sp>
      <p:sp>
        <p:nvSpPr>
          <p:cNvPr id="5" name="Date Placeholder 4"/>
          <p:cNvSpPr>
            <a:spLocks noGrp="1"/>
          </p:cNvSpPr>
          <p:nvPr>
            <p:ph type="dt" sz="half" idx="10"/>
          </p:nvPr>
        </p:nvSpPr>
        <p:spPr/>
        <p:txBody>
          <a:bodyPr/>
          <a:lstStyle/>
          <a:p>
            <a:fld id="{6A118CCC-6F7F-4C42-AC46-D7F105193E8D}"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2" name="Title 1">
            <a:extLst>
              <a:ext uri="{FF2B5EF4-FFF2-40B4-BE49-F238E27FC236}">
                <a16:creationId xmlns:a16="http://schemas.microsoft.com/office/drawing/2014/main" id="{5975813A-CD63-4253-8001-91BA1316B93B}"/>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1644066452"/>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4"/>
            <a:ext cx="8298180" cy="4577207"/>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1CCA47-27E3-4711-8C32-1F40E775D8E1}"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sp>
        <p:nvSpPr>
          <p:cNvPr id="7" name="Title 6">
            <a:extLst>
              <a:ext uri="{FF2B5EF4-FFF2-40B4-BE49-F238E27FC236}">
                <a16:creationId xmlns:a16="http://schemas.microsoft.com/office/drawing/2014/main" id="{252DE08D-8DD0-44DB-979A-C398324AA308}"/>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1620602240"/>
      </p:ext>
    </p:extLst>
  </p:cSld>
  <p:clrMapOvr>
    <a:masterClrMapping/>
  </p:clrMapOvr>
  <p:extLst>
    <p:ext uri="{DCECCB84-F9BA-43D5-87BE-67443E8EF086}">
      <p15:sldGuideLst xmlns:p15="http://schemas.microsoft.com/office/powerpoint/2012/main">
        <p15:guide id="1" orient="horz" pos="102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3574D9A-42B2-45FF-9B07-CDC840DAC017}" type="datetime4">
              <a:rPr lang="en-US" smtClean="0"/>
              <a:t>August 13, 2025</a:t>
            </a:fld>
            <a:endParaRPr lang="en-US"/>
          </a:p>
        </p:txBody>
      </p:sp>
      <p:sp>
        <p:nvSpPr>
          <p:cNvPr id="4" name="Footer Placeholder 3"/>
          <p:cNvSpPr>
            <a:spLocks noGrp="1"/>
          </p:cNvSpPr>
          <p:nvPr>
            <p:ph type="ftr" sz="quarter" idx="11"/>
          </p:nvPr>
        </p:nvSpPr>
        <p:spPr/>
        <p:txBody>
          <a:bodyPr/>
          <a:lstStyle/>
          <a:p>
            <a:r>
              <a:rPr lang="en-US"/>
              <a:t>S&amp;P Global Commodity Insights – Internal Use Only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6" name="Text Placeholder 7"/>
          <p:cNvSpPr>
            <a:spLocks noGrp="1"/>
          </p:cNvSpPr>
          <p:nvPr>
            <p:ph type="body" sz="quarter" idx="13" hasCustomPrompt="1"/>
          </p:nvPr>
        </p:nvSpPr>
        <p:spPr>
          <a:xfrm>
            <a:off x="425279" y="1058237"/>
            <a:ext cx="8298180" cy="493776"/>
          </a:xfrm>
        </p:spPr>
        <p:txBody>
          <a:bodyPr/>
          <a:lstStyle>
            <a:lvl1pPr marL="0" indent="0">
              <a:buNone/>
              <a:defRPr b="0">
                <a:latin typeface="+mn-lt"/>
              </a:defRPr>
            </a:lvl1pPr>
            <a:lvl2pPr marL="127397" indent="0">
              <a:buNone/>
              <a:defRPr/>
            </a:lvl2pPr>
          </a:lstStyle>
          <a:p>
            <a:pPr lvl="0"/>
            <a:r>
              <a:rPr lang="en-US"/>
              <a:t>[Sub-headline]</a:t>
            </a:r>
          </a:p>
        </p:txBody>
      </p:sp>
      <p:sp>
        <p:nvSpPr>
          <p:cNvPr id="7" name="Title 6">
            <a:extLst>
              <a:ext uri="{FF2B5EF4-FFF2-40B4-BE49-F238E27FC236}">
                <a16:creationId xmlns:a16="http://schemas.microsoft.com/office/drawing/2014/main" id="{AF9C40FE-6A21-4C23-A19D-E68A6C289906}"/>
              </a:ext>
            </a:extLst>
          </p:cNvPr>
          <p:cNvSpPr>
            <a:spLocks noGrp="1"/>
          </p:cNvSpPr>
          <p:nvPr>
            <p:ph type="title" hasCustomPrompt="1"/>
          </p:nvPr>
        </p:nvSpPr>
        <p:spPr>
          <a:xfrm>
            <a:off x="425280" y="651300"/>
            <a:ext cx="8297032" cy="402336"/>
          </a:xfrm>
        </p:spPr>
        <p:txBody>
          <a:bodyPr/>
          <a:lstStyle/>
          <a:p>
            <a:r>
              <a:rPr lang="en-US"/>
              <a:t>[Headline]</a:t>
            </a:r>
          </a:p>
        </p:txBody>
      </p:sp>
      <p:sp>
        <p:nvSpPr>
          <p:cNvPr id="8" name="Text Placeholder 11">
            <a:extLst>
              <a:ext uri="{FF2B5EF4-FFF2-40B4-BE49-F238E27FC236}">
                <a16:creationId xmlns:a16="http://schemas.microsoft.com/office/drawing/2014/main" id="{3F48976F-008B-4090-A991-2BE8CC8B68C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500821070"/>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5B7FF-2C98-41DB-85E9-CA5614465502}" type="datetime4">
              <a:rPr lang="en-US" smtClean="0"/>
              <a:t>August 13, 2025</a:t>
            </a:fld>
            <a:endParaRPr lang="en-US"/>
          </a:p>
        </p:txBody>
      </p:sp>
      <p:sp>
        <p:nvSpPr>
          <p:cNvPr id="3" name="Footer Placeholder 2"/>
          <p:cNvSpPr>
            <a:spLocks noGrp="1"/>
          </p:cNvSpPr>
          <p:nvPr>
            <p:ph type="ftr" sz="quarter" idx="11"/>
          </p:nvPr>
        </p:nvSpPr>
        <p:spPr/>
        <p:txBody>
          <a:bodyPr/>
          <a:lstStyle/>
          <a:p>
            <a:r>
              <a:rPr lang="en-US"/>
              <a:t>S&amp;P Global Commodity Insights – Internal Use Only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
        <p:nvSpPr>
          <p:cNvPr id="7" name="Text Placeholder 11">
            <a:extLst>
              <a:ext uri="{FF2B5EF4-FFF2-40B4-BE49-F238E27FC236}">
                <a16:creationId xmlns:a16="http://schemas.microsoft.com/office/drawing/2014/main" id="{7D5238FB-1356-4521-8102-3ECA8CDD77C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168374260"/>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 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bg1"/>
                </a:solidFill>
              </a:defRPr>
            </a:lvl1pPr>
            <a:lvl2pPr marL="170260" indent="-170260">
              <a:defRPr>
                <a:solidFill>
                  <a:schemeClr val="bg1"/>
                </a:solidFill>
              </a:defRPr>
            </a:lvl2pPr>
            <a:lvl3pPr marL="345281" indent="-175022">
              <a:defRPr>
                <a:solidFill>
                  <a:schemeClr val="bg1"/>
                </a:solidFill>
              </a:defRPr>
            </a:lvl3pPr>
            <a:lvl4pPr marL="515541" indent="-170260">
              <a:defRPr>
                <a:solidFill>
                  <a:schemeClr val="bg1"/>
                </a:solidFill>
              </a:defRPr>
            </a:lvl4pPr>
            <a:lvl5pPr marL="685800" indent="-170260">
              <a:defRPr>
                <a:solidFill>
                  <a:schemeClr val="bg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074"/>
            <a:ext cx="3758184" cy="402336"/>
          </a:xfrm>
        </p:spPr>
        <p:txBody>
          <a:bodyPr/>
          <a:lstStyle>
            <a:lvl1pPr>
              <a:defRPr>
                <a:solidFill>
                  <a:schemeClr val="bg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bg1"/>
                </a:solidFill>
              </a:defRPr>
            </a:lvl1pPr>
          </a:lstStyle>
          <a:p>
            <a:fld id="{FD498EAC-337D-48F2-94B6-0A9B254051C0}"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bg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pic>
        <p:nvPicPr>
          <p:cNvPr id="20" name="SPG Commodity Insights White Small">
            <a:extLst>
              <a:ext uri="{FF2B5EF4-FFF2-40B4-BE49-F238E27FC236}">
                <a16:creationId xmlns:a16="http://schemas.microsoft.com/office/drawing/2014/main" id="{07692521-F3BC-4591-A77D-FEB98BBBA3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873506006"/>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tent + 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tx1"/>
                </a:solidFill>
              </a:defRPr>
            </a:lvl1pPr>
            <a:lvl2pPr marL="170260" indent="-170260">
              <a:defRPr>
                <a:solidFill>
                  <a:schemeClr val="tx1"/>
                </a:solidFill>
              </a:defRPr>
            </a:lvl2pPr>
            <a:lvl3pPr marL="345281" indent="-175022">
              <a:defRPr>
                <a:solidFill>
                  <a:schemeClr val="tx1"/>
                </a:solidFill>
              </a:defRPr>
            </a:lvl3pPr>
            <a:lvl4pPr marL="515541" indent="-170260">
              <a:defRPr>
                <a:solidFill>
                  <a:schemeClr val="tx1"/>
                </a:solidFill>
              </a:defRPr>
            </a:lvl4pPr>
            <a:lvl5pPr marL="685800" indent="-170260">
              <a:defRPr>
                <a:solidFill>
                  <a:schemeClr val="tx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9157"/>
            <a:ext cx="3758184" cy="493776"/>
          </a:xfrm>
        </p:spPr>
        <p:txBody>
          <a:bodyPr>
            <a:noAutofit/>
          </a:bodyPr>
          <a:lstStyle>
            <a:lvl1pPr marL="0" indent="0">
              <a:buNone/>
              <a:defRPr sz="1350">
                <a:solidFill>
                  <a:schemeClr val="tx1"/>
                </a:solidFill>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994"/>
            <a:ext cx="3758184" cy="402336"/>
          </a:xfrm>
        </p:spPr>
        <p:txBody>
          <a:bodyPr/>
          <a:lstStyle>
            <a:lvl1pPr>
              <a:defRPr>
                <a:solidFill>
                  <a:schemeClr val="tx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tx1"/>
                </a:solidFill>
              </a:defRPr>
            </a:lvl1pPr>
          </a:lstStyle>
          <a:p>
            <a:fld id="{08D20F44-D020-4CBC-B057-8F28BF1CC99A}"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tx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cxnSp>
        <p:nvCxnSpPr>
          <p:cNvPr id="20" name="Straight Connector 19">
            <a:extLst>
              <a:ext uri="{FF2B5EF4-FFF2-40B4-BE49-F238E27FC236}">
                <a16:creationId xmlns:a16="http://schemas.microsoft.com/office/drawing/2014/main" id="{56E63BC3-354A-42FF-A922-1F7132107FA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8C9E71-D067-4A2B-B783-0D61ABD6171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7" name="Group 56">
            <a:extLst>
              <a:ext uri="{FF2B5EF4-FFF2-40B4-BE49-F238E27FC236}">
                <a16:creationId xmlns:a16="http://schemas.microsoft.com/office/drawing/2014/main" id="{91EC115A-58AC-4782-BAFC-6A202749686B}"/>
              </a:ext>
            </a:extLst>
          </p:cNvPr>
          <p:cNvGrpSpPr/>
          <p:nvPr/>
        </p:nvGrpSpPr>
        <p:grpSpPr>
          <a:xfrm>
            <a:off x="-994" y="6871034"/>
            <a:ext cx="9144000" cy="143299"/>
            <a:chOff x="-1325" y="6871033"/>
            <a:chExt cx="12192000" cy="143299"/>
          </a:xfrm>
        </p:grpSpPr>
        <p:sp>
          <p:nvSpPr>
            <p:cNvPr id="58" name="Rectangle 57">
              <a:extLst>
                <a:ext uri="{FF2B5EF4-FFF2-40B4-BE49-F238E27FC236}">
                  <a16:creationId xmlns:a16="http://schemas.microsoft.com/office/drawing/2014/main" id="{79886B6E-406B-4405-BF31-56D8023896E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59" name="Rectangle 58">
              <a:extLst>
                <a:ext uri="{FF2B5EF4-FFF2-40B4-BE49-F238E27FC236}">
                  <a16:creationId xmlns:a16="http://schemas.microsoft.com/office/drawing/2014/main" id="{AB65480E-E8EC-4CA1-A52C-E0BF899584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0" name="TextBox 59">
            <a:extLst>
              <a:ext uri="{FF2B5EF4-FFF2-40B4-BE49-F238E27FC236}">
                <a16:creationId xmlns:a16="http://schemas.microsoft.com/office/drawing/2014/main" id="{99C3023B-5E2B-45CD-BE36-9B5E9AF9600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5" name="Rectangle 54">
            <a:extLst>
              <a:ext uri="{FF2B5EF4-FFF2-40B4-BE49-F238E27FC236}">
                <a16:creationId xmlns:a16="http://schemas.microsoft.com/office/drawing/2014/main" id="{C9816CDE-7991-4545-AFD8-6EEB4B76B5D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1528F6A4-2779-423A-BC2D-91D943CC4C48}"/>
              </a:ext>
            </a:extLst>
          </p:cNvPr>
          <p:cNvGrpSpPr/>
          <p:nvPr/>
        </p:nvGrpSpPr>
        <p:grpSpPr>
          <a:xfrm>
            <a:off x="9192986" y="1051487"/>
            <a:ext cx="954405" cy="3085386"/>
            <a:chOff x="12257314" y="1051487"/>
            <a:chExt cx="1272540" cy="3085386"/>
          </a:xfrm>
        </p:grpSpPr>
        <p:sp>
          <p:nvSpPr>
            <p:cNvPr id="96" name="Rectangle 95">
              <a:extLst>
                <a:ext uri="{FF2B5EF4-FFF2-40B4-BE49-F238E27FC236}">
                  <a16:creationId xmlns:a16="http://schemas.microsoft.com/office/drawing/2014/main" id="{AD65AACD-FF9E-4C05-8C3D-1C2A183D4E3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CC45B61B-E822-45F0-ABAF-B05C98D0AB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79164D28-F80C-4F6B-93E0-DA4F626F6AD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920E156F-CE79-427A-9EFE-8B5645364F57}"/>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DB66C61B-6800-4BD8-AEC6-0F79D4CC3C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19D95D7E-643B-4313-97C9-8EF098A0B03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E1C470A-D847-4811-85B9-C06F47E6681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816FBC06-8F58-44ED-962F-C7AABBBAE0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B83EB9FF-1776-41DF-91E6-B484BC3ECC0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6B1EEBC1-D8F9-431A-887E-226DB7D69AF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FBEE90F9-46D2-46E7-BA1C-A45BF3B5A7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910B243E-5032-4660-9027-8455515D355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136438A8-4A84-472B-BE61-0BD79D0CD398}"/>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108DC419-7E4E-457B-A230-74F661B4DD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EFC4501-BB03-469A-85A1-5A763A727E4A}"/>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7F9D32E-34D6-463A-BF39-D31E13C11DBF}"/>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89C64FE6-CE65-4FC5-8B95-3E73AD2565E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604502F7-5ECC-47A3-A70E-2A75B5BB875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A8D2858C-6F8D-4E68-AA1C-5532793CBA5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7AA96782-E7A7-49E7-BC32-3CC36058CA5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E2632B0B-C36F-4868-9B94-0A5843FF5555}"/>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773C8C11-8654-4064-82B7-07FAC99A9D9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12B0E368-C56A-45A1-A780-88D225AB182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F5F1F407-AEE6-48C3-96E1-4D6CF93A9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836A1109-D44D-4972-AB9C-3379FDB85A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6888388D-5A22-4C1C-A31A-287EA10062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AE367429-D63C-4AC6-A24F-0877AD266B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28DD8D27-14CC-4E58-B45C-C2DC9F248C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692780C0-5433-4B57-9BD5-3FB819C753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CC831C8B-90E3-4B79-BC08-98DF35DFA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C8BB33C4-BC13-4654-8B59-CD05B850E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0EB8CC13-DFD7-41DA-8C4D-EE2BF09CA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6D7FF995-00A7-492E-96B7-461670258B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54" name="SPG Commodity Insights Black Small">
            <a:extLst>
              <a:ext uri="{FF2B5EF4-FFF2-40B4-BE49-F238E27FC236}">
                <a16:creationId xmlns:a16="http://schemas.microsoft.com/office/drawing/2014/main" id="{007DA517-91F7-4943-933B-600AAC8770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03699923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Lst>
          </p:cNvPr>
          <p:cNvSpPr/>
          <p:nvPr/>
        </p:nvSpPr>
        <p:spPr>
          <a:xfrm>
            <a:off x="4572000" y="0"/>
            <a:ext cx="457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FCD18A2-BC57-40BB-A181-401A69AFA02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BA62C50B-A5F2-4BDC-B21D-EF6C08A95540}"/>
              </a:ext>
            </a:extLst>
          </p:cNvPr>
          <p:cNvSpPr>
            <a:spLocks noGrp="1"/>
          </p:cNvSpPr>
          <p:nvPr>
            <p:ph type="title" hasCustomPrompt="1"/>
          </p:nvPr>
        </p:nvSpPr>
        <p:spPr>
          <a:xfrm>
            <a:off x="425279" y="652074"/>
            <a:ext cx="3758184" cy="402336"/>
          </a:xfrm>
        </p:spPr>
        <p:txBody>
          <a:bodyPr/>
          <a:lstStyle/>
          <a:p>
            <a:r>
              <a:rPr lang="en-US"/>
              <a:t>[Headline]</a:t>
            </a:r>
          </a:p>
        </p:txBody>
      </p:sp>
      <p:sp>
        <p:nvSpPr>
          <p:cNvPr id="12" name="Subtitle">
            <a:extLst>
              <a:ext uri="{FF2B5EF4-FFF2-40B4-BE49-F238E27FC236}">
                <a16:creationId xmlns:a16="http://schemas.microsoft.com/office/drawing/2014/main" id="{AC8B53C8-3DBD-4EA8-9392-FBE2E351CD6D}"/>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Content Placeholder 12">
            <a:extLst>
              <a:ext uri="{FF2B5EF4-FFF2-40B4-BE49-F238E27FC236}">
                <a16:creationId xmlns:a16="http://schemas.microsoft.com/office/drawing/2014/main" id="{AC70B75C-DFD7-48C8-92F1-ADC8F3A718F9}"/>
              </a:ext>
            </a:extLst>
          </p:cNvPr>
          <p:cNvSpPr>
            <a:spLocks noGrp="1"/>
          </p:cNvSpPr>
          <p:nvPr>
            <p:ph sz="quarter" idx="16" hasCustomPrompt="1"/>
          </p:nvPr>
        </p:nvSpPr>
        <p:spPr>
          <a:xfrm>
            <a:off x="425279" y="1955800"/>
            <a:ext cx="3758184" cy="424973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4955382" y="647700"/>
            <a:ext cx="3770710" cy="5557838"/>
          </a:xfrm>
        </p:spPr>
        <p:txBody>
          <a:bodyPr anchor="ctr"/>
          <a:lstStyle>
            <a:lvl1pPr marL="0" indent="0" algn="ctr">
              <a:buNone/>
              <a:defRPr>
                <a:solidFill>
                  <a:schemeClr val="bg1"/>
                </a:solidFill>
              </a:defRPr>
            </a:lvl1pPr>
          </a:lstStyle>
          <a:p>
            <a:r>
              <a:rPr lang="en-US"/>
              <a:t>[Add Graphic]</a:t>
            </a:r>
          </a:p>
        </p:txBody>
      </p:sp>
      <p:sp>
        <p:nvSpPr>
          <p:cNvPr id="11" name="Text Placeholder 11">
            <a:extLst>
              <a:ext uri="{FF2B5EF4-FFF2-40B4-BE49-F238E27FC236}">
                <a16:creationId xmlns:a16="http://schemas.microsoft.com/office/drawing/2014/main" id="{C1652EBB-571E-475B-B553-39FE471E0400}"/>
              </a:ext>
            </a:extLst>
          </p:cNvPr>
          <p:cNvSpPr>
            <a:spLocks noGrp="1"/>
          </p:cNvSpPr>
          <p:nvPr>
            <p:ph type="body" sz="quarter" idx="15" hasCustomPrompt="1"/>
          </p:nvPr>
        </p:nvSpPr>
        <p:spPr>
          <a:xfrm>
            <a:off x="425280" y="5687045"/>
            <a:ext cx="3758183"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56A74643-6F50-43EF-AC47-F1AC1911F6C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404246291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 Photo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4961073" y="0"/>
            <a:ext cx="4182927" cy="6858000"/>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8033BE1F-4CAE-4E0C-9944-8F250F7E19DB}"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B8114C82-D1E4-4FD5-9ACC-948ED3D2FCD4}"/>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6" name="Title 5">
            <a:extLst>
              <a:ext uri="{FF2B5EF4-FFF2-40B4-BE49-F238E27FC236}">
                <a16:creationId xmlns:a16="http://schemas.microsoft.com/office/drawing/2014/main" id="{2183BB9D-7E68-4480-8074-01D6B9185584}"/>
              </a:ext>
            </a:extLst>
          </p:cNvPr>
          <p:cNvSpPr>
            <a:spLocks noGrp="1"/>
          </p:cNvSpPr>
          <p:nvPr>
            <p:ph type="title" hasCustomPrompt="1"/>
          </p:nvPr>
        </p:nvSpPr>
        <p:spPr>
          <a:xfrm>
            <a:off x="425279" y="652075"/>
            <a:ext cx="3758184" cy="399879"/>
          </a:xfrm>
        </p:spPr>
        <p:txBody>
          <a:bodyPr/>
          <a:lstStyle/>
          <a:p>
            <a:r>
              <a:rPr lang="en-US"/>
              <a:t>[Headline]</a:t>
            </a:r>
          </a:p>
        </p:txBody>
      </p:sp>
      <p:sp>
        <p:nvSpPr>
          <p:cNvPr id="11" name="Text Placeholder 11">
            <a:extLst>
              <a:ext uri="{FF2B5EF4-FFF2-40B4-BE49-F238E27FC236}">
                <a16:creationId xmlns:a16="http://schemas.microsoft.com/office/drawing/2014/main" id="{69EDE3A3-93BC-435F-86A2-88586877EC9B}"/>
              </a:ext>
            </a:extLst>
          </p:cNvPr>
          <p:cNvSpPr>
            <a:spLocks noGrp="1"/>
          </p:cNvSpPr>
          <p:nvPr>
            <p:ph type="body" sz="quarter" idx="16" hasCustomPrompt="1"/>
          </p:nvPr>
        </p:nvSpPr>
        <p:spPr>
          <a:xfrm>
            <a:off x="425280" y="5687045"/>
            <a:ext cx="3763340"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0" name="Rectangle 9">
            <a:extLst>
              <a:ext uri="{FF2B5EF4-FFF2-40B4-BE49-F238E27FC236}">
                <a16:creationId xmlns:a16="http://schemas.microsoft.com/office/drawing/2014/main" id="{B1580C69-7EEC-439E-AF10-9BA9CF26B3D8}"/>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68754686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Picture with Caption">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B64A38-EFA9-4A39-99F2-74B7B3E3FF14}"/>
              </a:ext>
            </a:extLst>
          </p:cNvPr>
          <p:cNvSpPr>
            <a:spLocks noGrp="1"/>
          </p:cNvSpPr>
          <p:nvPr>
            <p:ph type="pic" idx="1" hasCustomPrompt="1"/>
          </p:nvPr>
        </p:nvSpPr>
        <p:spPr>
          <a:xfrm>
            <a:off x="4953761" y="0"/>
            <a:ext cx="4190238" cy="6858000"/>
          </a:xfrm>
          <a:blipFill>
            <a:blip r:embed="rId2"/>
            <a:stretch>
              <a:fillRect/>
            </a:stretch>
          </a:blipFill>
        </p:spPr>
        <p:txBody>
          <a:bodyPr anchor="ctr"/>
          <a:lstStyle>
            <a:lvl1pPr marL="0" indent="0" algn="ctr">
              <a:buNone/>
              <a:defRPr sz="12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[Insert photo]</a:t>
            </a:r>
          </a:p>
        </p:txBody>
      </p:sp>
      <p:sp>
        <p:nvSpPr>
          <p:cNvPr id="4" name="Text Placeholder 3">
            <a:extLst>
              <a:ext uri="{FF2B5EF4-FFF2-40B4-BE49-F238E27FC236}">
                <a16:creationId xmlns:a16="http://schemas.microsoft.com/office/drawing/2014/main" id="{39A104EF-8C7F-4FBE-B54B-0BD9A26ABAF3}"/>
              </a:ext>
            </a:extLst>
          </p:cNvPr>
          <p:cNvSpPr>
            <a:spLocks noGrp="1"/>
          </p:cNvSpPr>
          <p:nvPr>
            <p:ph type="body" sz="half" idx="2" hasCustomPrompt="1"/>
          </p:nvPr>
        </p:nvSpPr>
        <p:spPr>
          <a:xfrm>
            <a:off x="425279" y="2257622"/>
            <a:ext cx="3824063" cy="3943585"/>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add content]</a:t>
            </a:r>
          </a:p>
        </p:txBody>
      </p:sp>
      <p:sp>
        <p:nvSpPr>
          <p:cNvPr id="5" name="Date Placeholder 4">
            <a:extLst>
              <a:ext uri="{FF2B5EF4-FFF2-40B4-BE49-F238E27FC236}">
                <a16:creationId xmlns:a16="http://schemas.microsoft.com/office/drawing/2014/main" id="{551043C8-8B93-427A-B1E9-91B8B594F153}"/>
              </a:ext>
            </a:extLst>
          </p:cNvPr>
          <p:cNvSpPr>
            <a:spLocks noGrp="1"/>
          </p:cNvSpPr>
          <p:nvPr>
            <p:ph type="dt" sz="half" idx="10"/>
          </p:nvPr>
        </p:nvSpPr>
        <p:spPr/>
        <p:txBody>
          <a:bodyPr/>
          <a:lstStyle/>
          <a:p>
            <a:fld id="{66315B66-382B-41E5-9D02-95F0A1609732}" type="datetime4">
              <a:rPr lang="en-US" smtClean="0"/>
              <a:t>August 13, 2025</a:t>
            </a:fld>
            <a:endParaRPr lang="en-US"/>
          </a:p>
        </p:txBody>
      </p:sp>
      <p:sp>
        <p:nvSpPr>
          <p:cNvPr id="6" name="Footer Placeholder 5">
            <a:extLst>
              <a:ext uri="{FF2B5EF4-FFF2-40B4-BE49-F238E27FC236}">
                <a16:creationId xmlns:a16="http://schemas.microsoft.com/office/drawing/2014/main" id="{4E38E192-3F9A-45D3-ACFB-FAC89A71B2A1}"/>
              </a:ext>
            </a:extLst>
          </p:cNvPr>
          <p:cNvSpPr>
            <a:spLocks noGrp="1"/>
          </p:cNvSpPr>
          <p:nvPr>
            <p:ph type="ftr" sz="quarter" idx="11"/>
          </p:nvPr>
        </p:nvSpPr>
        <p:spPr/>
        <p:txBody>
          <a:bodyPr/>
          <a:lstStyle/>
          <a:p>
            <a:r>
              <a:rPr lang="en-US"/>
              <a:t>S&amp;P Global Commodity Insights – Internal Use Only</a:t>
            </a:r>
          </a:p>
        </p:txBody>
      </p:sp>
      <p:sp>
        <p:nvSpPr>
          <p:cNvPr id="7" name="Slide Number Placeholder 6">
            <a:extLst>
              <a:ext uri="{FF2B5EF4-FFF2-40B4-BE49-F238E27FC236}">
                <a16:creationId xmlns:a16="http://schemas.microsoft.com/office/drawing/2014/main" id="{88725343-4115-4C36-929A-12123083C5EF}"/>
              </a:ext>
            </a:extLst>
          </p:cNvPr>
          <p:cNvSpPr>
            <a:spLocks noGrp="1"/>
          </p:cNvSpPr>
          <p:nvPr>
            <p:ph type="sldNum" sz="quarter" idx="12"/>
          </p:nvPr>
        </p:nvSpPr>
        <p:spPr/>
        <p:txBody>
          <a:bodyPr/>
          <a:lstStyle/>
          <a:p>
            <a:fld id="{5C0461DF-BA7E-4A6E-8E65-15AD0484CCD9}" type="slidenum">
              <a:rPr lang="en-US" smtClean="0"/>
              <a:t>‹#›</a:t>
            </a:fld>
            <a:endParaRPr lang="en-US"/>
          </a:p>
        </p:txBody>
      </p:sp>
      <p:sp>
        <p:nvSpPr>
          <p:cNvPr id="8" name="Title 7">
            <a:extLst>
              <a:ext uri="{FF2B5EF4-FFF2-40B4-BE49-F238E27FC236}">
                <a16:creationId xmlns:a16="http://schemas.microsoft.com/office/drawing/2014/main" id="{18CCE458-F83E-44C2-B2F1-F53F7D8532E8}"/>
              </a:ext>
            </a:extLst>
          </p:cNvPr>
          <p:cNvSpPr>
            <a:spLocks noGrp="1"/>
          </p:cNvSpPr>
          <p:nvPr>
            <p:ph type="title" hasCustomPrompt="1"/>
          </p:nvPr>
        </p:nvSpPr>
        <p:spPr>
          <a:xfrm>
            <a:off x="425280" y="570074"/>
            <a:ext cx="3819905" cy="1385726"/>
          </a:xfrm>
          <a:prstGeom prst="rect">
            <a:avLst/>
          </a:prstGeom>
        </p:spPr>
        <p:txBody>
          <a:bodyPr anchor="b"/>
          <a:lstStyle/>
          <a:p>
            <a:r>
              <a:rPr lang="en-US"/>
              <a:t>[Headline]</a:t>
            </a:r>
          </a:p>
        </p:txBody>
      </p:sp>
      <p:cxnSp>
        <p:nvCxnSpPr>
          <p:cNvPr id="15" name="Straight Connector 14">
            <a:extLst>
              <a:ext uri="{FF2B5EF4-FFF2-40B4-BE49-F238E27FC236}">
                <a16:creationId xmlns:a16="http://schemas.microsoft.com/office/drawing/2014/main" id="{15D256FB-1CFC-42B7-BE62-7F49A482A92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019D0E-FF32-459E-97E4-9BB716B7A63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383DF4-34AF-4B3C-A154-D199CB5156F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6DE34798-F2B1-4980-95F7-C1599F3B7D4C}"/>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3" name="Group 72">
            <a:extLst>
              <a:ext uri="{FF2B5EF4-FFF2-40B4-BE49-F238E27FC236}">
                <a16:creationId xmlns:a16="http://schemas.microsoft.com/office/drawing/2014/main" id="{607467C2-B91E-41AB-BA5E-261BD2637B37}"/>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2DF21283-8F19-4BB7-98FF-C9FBF6E276A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E94881C-C047-4686-98D9-FA9563CA33CA}"/>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998B2EF-E7DD-4D13-8920-7BA654D235A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849C8C9-6B17-4EF5-8974-7D79D6A896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D542EE6-DD72-4212-878D-2DC9A523C75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9D36CC9-C44F-4F31-91B1-6F6183D9096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CF9EAC1-0269-4115-98BF-A8695F5EEEE6}"/>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5A1B023F-3FFB-4432-A637-0087742169A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E9157ACD-A708-446E-BA08-8ABA138452F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35FEBBB-6FF4-4962-A5D1-9492720A09A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B6C3A59-2A6C-4FA0-8ACD-FA252B97E943}"/>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26BCAC7-CEA8-442F-A559-3F4E44BDC1E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943CB7D-FCF0-48F4-BEA7-B94F8532516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8AE0A84-25B5-483F-9FC6-D34178F270F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0B643A0A-DDE6-4A58-8121-C422A7300B85}"/>
              </a:ext>
            </a:extLst>
          </p:cNvPr>
          <p:cNvGrpSpPr/>
          <p:nvPr/>
        </p:nvGrpSpPr>
        <p:grpSpPr>
          <a:xfrm>
            <a:off x="-994" y="6871034"/>
            <a:ext cx="9144000" cy="143299"/>
            <a:chOff x="-1325" y="6871033"/>
            <a:chExt cx="12192000" cy="143299"/>
          </a:xfrm>
        </p:grpSpPr>
        <p:sp>
          <p:nvSpPr>
            <p:cNvPr id="90" name="Rectangle 89">
              <a:extLst>
                <a:ext uri="{FF2B5EF4-FFF2-40B4-BE49-F238E27FC236}">
                  <a16:creationId xmlns:a16="http://schemas.microsoft.com/office/drawing/2014/main" id="{08D1AA8E-DBB0-4C4B-AE6B-EE691E847CD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91" name="Rectangle 90">
              <a:extLst>
                <a:ext uri="{FF2B5EF4-FFF2-40B4-BE49-F238E27FC236}">
                  <a16:creationId xmlns:a16="http://schemas.microsoft.com/office/drawing/2014/main" id="{A4EABDD5-9D53-41BE-84E2-0DAC7677942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2" name="Rectangle 91">
            <a:extLst>
              <a:ext uri="{FF2B5EF4-FFF2-40B4-BE49-F238E27FC236}">
                <a16:creationId xmlns:a16="http://schemas.microsoft.com/office/drawing/2014/main" id="{8161154C-724E-4877-AFF8-FAD67B3FCA2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7" name="Rectangle 66">
            <a:extLst>
              <a:ext uri="{FF2B5EF4-FFF2-40B4-BE49-F238E27FC236}">
                <a16:creationId xmlns:a16="http://schemas.microsoft.com/office/drawing/2014/main" id="{F4A58843-23D3-4734-AFEA-B414D4E09D9C}"/>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8" name="Group 67">
            <a:extLst>
              <a:ext uri="{FF2B5EF4-FFF2-40B4-BE49-F238E27FC236}">
                <a16:creationId xmlns:a16="http://schemas.microsoft.com/office/drawing/2014/main" id="{9D8E272B-3C66-4E7D-A0E4-4A06273C3A41}"/>
              </a:ext>
            </a:extLst>
          </p:cNvPr>
          <p:cNvGrpSpPr/>
          <p:nvPr/>
        </p:nvGrpSpPr>
        <p:grpSpPr>
          <a:xfrm>
            <a:off x="9192986" y="1051487"/>
            <a:ext cx="954405" cy="3085386"/>
            <a:chOff x="12257314" y="1051487"/>
            <a:chExt cx="1272540" cy="3085386"/>
          </a:xfrm>
        </p:grpSpPr>
        <p:sp>
          <p:nvSpPr>
            <p:cNvPr id="69" name="Rectangle 68">
              <a:extLst>
                <a:ext uri="{FF2B5EF4-FFF2-40B4-BE49-F238E27FC236}">
                  <a16:creationId xmlns:a16="http://schemas.microsoft.com/office/drawing/2014/main" id="{336FE848-CA52-4854-BF6B-285DAE372E01}"/>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0" name="TextBox 69">
              <a:extLst>
                <a:ext uri="{FF2B5EF4-FFF2-40B4-BE49-F238E27FC236}">
                  <a16:creationId xmlns:a16="http://schemas.microsoft.com/office/drawing/2014/main" id="{17EA3C61-3BB1-44BD-91C7-7050576C020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1" name="Freeform: Shape 70">
              <a:extLst>
                <a:ext uri="{FF2B5EF4-FFF2-40B4-BE49-F238E27FC236}">
                  <a16:creationId xmlns:a16="http://schemas.microsoft.com/office/drawing/2014/main" id="{9FC8BCE3-3CCD-45B7-92D2-06659183691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 name="TextBox 71">
              <a:extLst>
                <a:ext uri="{FF2B5EF4-FFF2-40B4-BE49-F238E27FC236}">
                  <a16:creationId xmlns:a16="http://schemas.microsoft.com/office/drawing/2014/main" id="{20B7941B-A3DF-4B81-9BED-4DAD101ECB2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7" name="Freeform: Shape 126">
              <a:extLst>
                <a:ext uri="{FF2B5EF4-FFF2-40B4-BE49-F238E27FC236}">
                  <a16:creationId xmlns:a16="http://schemas.microsoft.com/office/drawing/2014/main" id="{1D1CF571-F47A-4F28-8B73-4E37C1B1039D}"/>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Freeform: Shape 127">
              <a:extLst>
                <a:ext uri="{FF2B5EF4-FFF2-40B4-BE49-F238E27FC236}">
                  <a16:creationId xmlns:a16="http://schemas.microsoft.com/office/drawing/2014/main" id="{2A056D20-5052-460E-9F0C-73C6EBB5B40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TextBox 128">
              <a:extLst>
                <a:ext uri="{FF2B5EF4-FFF2-40B4-BE49-F238E27FC236}">
                  <a16:creationId xmlns:a16="http://schemas.microsoft.com/office/drawing/2014/main" id="{09B34095-1465-47A1-AB1D-80BE93CEE13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30" name="Picture 129">
              <a:extLst>
                <a:ext uri="{FF2B5EF4-FFF2-40B4-BE49-F238E27FC236}">
                  <a16:creationId xmlns:a16="http://schemas.microsoft.com/office/drawing/2014/main" id="{4D13E51C-896C-433B-A5FF-883F9EE43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1" name="Rectangle 130">
              <a:extLst>
                <a:ext uri="{FF2B5EF4-FFF2-40B4-BE49-F238E27FC236}">
                  <a16:creationId xmlns:a16="http://schemas.microsoft.com/office/drawing/2014/main" id="{2B5AB5CC-90AD-42C7-BB73-F0FCD761B1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2" name="Rectangle 131">
              <a:extLst>
                <a:ext uri="{FF2B5EF4-FFF2-40B4-BE49-F238E27FC236}">
                  <a16:creationId xmlns:a16="http://schemas.microsoft.com/office/drawing/2014/main" id="{F76CE769-2BEB-48C1-8CA7-391FEF864E0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077D9859-C0B2-44E0-AD1D-FD26733D83D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4" name="Rectangle 133">
              <a:extLst>
                <a:ext uri="{FF2B5EF4-FFF2-40B4-BE49-F238E27FC236}">
                  <a16:creationId xmlns:a16="http://schemas.microsoft.com/office/drawing/2014/main" id="{DEEC4F13-D7A2-4001-8418-B83179B919BC}"/>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5" name="Group 134">
              <a:extLst>
                <a:ext uri="{FF2B5EF4-FFF2-40B4-BE49-F238E27FC236}">
                  <a16:creationId xmlns:a16="http://schemas.microsoft.com/office/drawing/2014/main" id="{148C427F-D272-44D2-834F-6DFEDD02BC23}"/>
                </a:ext>
              </a:extLst>
            </p:cNvPr>
            <p:cNvGrpSpPr/>
            <p:nvPr/>
          </p:nvGrpSpPr>
          <p:grpSpPr>
            <a:xfrm>
              <a:off x="12364752" y="2345932"/>
              <a:ext cx="1055431" cy="88186"/>
              <a:chOff x="914335" y="6913770"/>
              <a:chExt cx="1109884" cy="100584"/>
            </a:xfrm>
            <a:noFill/>
          </p:grpSpPr>
          <p:sp>
            <p:nvSpPr>
              <p:cNvPr id="146" name="Rectangle 145">
                <a:extLst>
                  <a:ext uri="{FF2B5EF4-FFF2-40B4-BE49-F238E27FC236}">
                    <a16:creationId xmlns:a16="http://schemas.microsoft.com/office/drawing/2014/main" id="{B59A0478-6E49-4D98-84A6-0961262102C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7" name="Rectangle 146">
                <a:extLst>
                  <a:ext uri="{FF2B5EF4-FFF2-40B4-BE49-F238E27FC236}">
                    <a16:creationId xmlns:a16="http://schemas.microsoft.com/office/drawing/2014/main" id="{047D932A-A694-4519-991D-D97DF9B57751}"/>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8" name="Rectangle 147">
                <a:extLst>
                  <a:ext uri="{FF2B5EF4-FFF2-40B4-BE49-F238E27FC236}">
                    <a16:creationId xmlns:a16="http://schemas.microsoft.com/office/drawing/2014/main" id="{EF0F7CF1-686F-4EFD-9629-02F26E00469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9" name="Rectangle 148">
                <a:extLst>
                  <a:ext uri="{FF2B5EF4-FFF2-40B4-BE49-F238E27FC236}">
                    <a16:creationId xmlns:a16="http://schemas.microsoft.com/office/drawing/2014/main" id="{22E9D753-0937-4FE5-92CB-35E8294FE0D7}"/>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50" name="Rectangle 149">
                <a:extLst>
                  <a:ext uri="{FF2B5EF4-FFF2-40B4-BE49-F238E27FC236}">
                    <a16:creationId xmlns:a16="http://schemas.microsoft.com/office/drawing/2014/main" id="{EB74A8B5-691E-4537-93E2-370CC74938D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1" name="Rectangle 150">
                <a:extLst>
                  <a:ext uri="{FF2B5EF4-FFF2-40B4-BE49-F238E27FC236}">
                    <a16:creationId xmlns:a16="http://schemas.microsoft.com/office/drawing/2014/main" id="{14EB5F14-E487-4F32-8AC6-D97F77A3129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2" name="Rectangle 151">
                <a:extLst>
                  <a:ext uri="{FF2B5EF4-FFF2-40B4-BE49-F238E27FC236}">
                    <a16:creationId xmlns:a16="http://schemas.microsoft.com/office/drawing/2014/main" id="{B14AA409-2A6D-429A-8B33-013EA09DB1C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3" name="Rectangle 152">
                <a:extLst>
                  <a:ext uri="{FF2B5EF4-FFF2-40B4-BE49-F238E27FC236}">
                    <a16:creationId xmlns:a16="http://schemas.microsoft.com/office/drawing/2014/main" id="{A4D87BE8-9941-49E5-91EA-E3E08FDCE28A}"/>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4" name="Rectangle 153">
                <a:extLst>
                  <a:ext uri="{FF2B5EF4-FFF2-40B4-BE49-F238E27FC236}">
                    <a16:creationId xmlns:a16="http://schemas.microsoft.com/office/drawing/2014/main" id="{32370BFA-8320-4D7F-BA0E-9C1BF1E084BC}"/>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5" name="Rectangle 154">
                <a:extLst>
                  <a:ext uri="{FF2B5EF4-FFF2-40B4-BE49-F238E27FC236}">
                    <a16:creationId xmlns:a16="http://schemas.microsoft.com/office/drawing/2014/main" id="{23014EB0-DB7C-481D-A3CA-6980C75439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6" name="Graphic 135" descr="Close with solid fill">
              <a:extLst>
                <a:ext uri="{FF2B5EF4-FFF2-40B4-BE49-F238E27FC236}">
                  <a16:creationId xmlns:a16="http://schemas.microsoft.com/office/drawing/2014/main" id="{20B51798-AF78-4078-9746-D3424A9210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37" name="Graphic 136" descr="Close with solid fill">
              <a:extLst>
                <a:ext uri="{FF2B5EF4-FFF2-40B4-BE49-F238E27FC236}">
                  <a16:creationId xmlns:a16="http://schemas.microsoft.com/office/drawing/2014/main" id="{BE032418-92A1-4E1A-8C09-A3D216178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38" name="Graphic 137" descr="Close with solid fill">
              <a:extLst>
                <a:ext uri="{FF2B5EF4-FFF2-40B4-BE49-F238E27FC236}">
                  <a16:creationId xmlns:a16="http://schemas.microsoft.com/office/drawing/2014/main" id="{905A376A-9A3D-4C3A-9C9C-738E9C1202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39" name="Graphic 138" descr="Close with solid fill">
              <a:extLst>
                <a:ext uri="{FF2B5EF4-FFF2-40B4-BE49-F238E27FC236}">
                  <a16:creationId xmlns:a16="http://schemas.microsoft.com/office/drawing/2014/main" id="{B25CCDCC-346E-4A47-87C4-F6846327D7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40" name="Graphic 139" descr="Close with solid fill">
              <a:extLst>
                <a:ext uri="{FF2B5EF4-FFF2-40B4-BE49-F238E27FC236}">
                  <a16:creationId xmlns:a16="http://schemas.microsoft.com/office/drawing/2014/main" id="{6E24AC98-79D8-4568-9A1C-A55249435B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41" name="Graphic 140" descr="Close with solid fill">
              <a:extLst>
                <a:ext uri="{FF2B5EF4-FFF2-40B4-BE49-F238E27FC236}">
                  <a16:creationId xmlns:a16="http://schemas.microsoft.com/office/drawing/2014/main" id="{5A2E6131-42EA-4489-815F-FBF80F1E32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42" name="Graphic 141" descr="Close with solid fill">
              <a:extLst>
                <a:ext uri="{FF2B5EF4-FFF2-40B4-BE49-F238E27FC236}">
                  <a16:creationId xmlns:a16="http://schemas.microsoft.com/office/drawing/2014/main" id="{28CDE807-7922-48F9-AC2E-C583539356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43" name="Graphic 142" descr="Close with solid fill">
              <a:extLst>
                <a:ext uri="{FF2B5EF4-FFF2-40B4-BE49-F238E27FC236}">
                  <a16:creationId xmlns:a16="http://schemas.microsoft.com/office/drawing/2014/main" id="{EB4DA3CB-8A65-4425-9F20-1DB51B5C0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44" name="Graphic 143" descr="Close with solid fill">
              <a:extLst>
                <a:ext uri="{FF2B5EF4-FFF2-40B4-BE49-F238E27FC236}">
                  <a16:creationId xmlns:a16="http://schemas.microsoft.com/office/drawing/2014/main" id="{DCE5CBE6-5A5C-41FA-A939-E25CD0CA77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45" name="Graphic 144" descr="Close with solid fill">
              <a:extLst>
                <a:ext uri="{FF2B5EF4-FFF2-40B4-BE49-F238E27FC236}">
                  <a16:creationId xmlns:a16="http://schemas.microsoft.com/office/drawing/2014/main" id="{29CCB93B-D43D-410C-A947-C02E98E8D0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88" name="SPG Commodity Insights Red White Small">
            <a:extLst>
              <a:ext uri="{FF2B5EF4-FFF2-40B4-BE49-F238E27FC236}">
                <a16:creationId xmlns:a16="http://schemas.microsoft.com/office/drawing/2014/main" id="{D74D714F-83B2-4EF1-9E0B-A623BFB5F9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75513652"/>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inted Background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lvl1pPr>
              <a:defRPr/>
            </a:lvl1p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E6AFD977-09C8-4620-8D0A-3DA5D2115160}"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FE72DE81-6D31-4EE8-846D-11667A30DC51}"/>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F423200A-B639-4DFB-B52F-559F1F74B60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7EC32EDD-78CF-4586-BFD7-75B826A880F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58549BC5-4805-4624-8EDF-1CC9C2197B5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7394D1C0-EA2E-4008-A874-1EC0BF574D97}"/>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3A91BD69-4594-4FDA-997A-E65449EA1958}"/>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0084D7FA-8C2F-4E17-9AA9-8B0337F4C5D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F8525CC7-72BD-405B-A60B-629BFFE0E384}"/>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B7571622-2029-4FBC-BF6F-9EED626AC1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9974FC87-AC9A-4953-A46E-301C9A5AD70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0110A7BC-1466-41A7-BA52-A582F79A00D0}"/>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8A867F2C-00F0-470A-8785-CF2C568B79C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E5AA1475-2D73-42FB-9913-56210F20F0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7A4583F7-4DEB-484F-83A0-8D47A75E72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633526BB-F841-4514-A9F1-36B3DBDACEE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6F35C634-B648-4DBC-977B-0A5152309B0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C5D65809-B87C-4240-A59E-109EE00ABDD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FC4661DE-667C-4142-BFBA-C579E095FDCA}"/>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946AB15E-BDCA-43B9-B050-B42CCFBD425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F1BEA057-79E7-4EC3-8EBB-67F0573CE9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DAEE85BB-CB6B-40EF-A330-B11AE29B408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8E89FDCF-E929-48C0-98F4-22E19A16802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68A15EE0-BEA9-476F-B632-E99CCBB2C7F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810852A6-E8C5-42FB-825F-860DB4A56D5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A7C1FF46-B5AE-4737-857F-B4360EEE37A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81CD1BDA-4069-458D-81D0-BC61409542C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5C88F6A3-3F4B-4AC4-982D-D3A5C1FDA4C3}"/>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284FA955-892E-445A-8D71-69416B38D350}"/>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96245744-AF49-4CE4-AFB6-66FC1960FC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E8194C7F-0BE7-4D7D-8F46-917CDA4D84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F6D2715F-17CA-4186-A461-28CCC8749C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C2133369-C12A-460B-85F0-18B1638FD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0AD790A3-B200-4CA3-8144-3255D6ACAF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7F467231-C2FF-48DE-9E29-913DE2E0D2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9F3357CC-5C53-40A5-A529-BC1B4B7E00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23625A4-67F0-4F47-BD2B-DFE76CB14D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6AD8EA30-9A89-4FD9-AA2D-4626F99C99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51A2C0D4-371E-4B71-9179-A564FE0F5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7" name="Rectangle 46">
            <a:extLst>
              <a:ext uri="{FF2B5EF4-FFF2-40B4-BE49-F238E27FC236}">
                <a16:creationId xmlns:a16="http://schemas.microsoft.com/office/drawing/2014/main" id="{EA61A7B3-C4D2-4397-8168-2604119B3D30}"/>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BBFE0E77-9273-4E0A-8913-D988E952D4D5}"/>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2340916211"/>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nted Background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A100756F-4510-43F2-8C30-BDC4CADA216E}"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0CF32E41-AE23-4AB8-BBD3-5DDDA8822076}"/>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D65E677-89F3-4B6C-872C-D692668457F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5AAD7609-768B-4994-B6CF-A145B30EB2B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1DB13CB-60DC-4D5A-9D53-F9BA0EC2484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968223A6-7FC1-4E90-A0E0-E39F129E0925}"/>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FAFA175E-66DE-4266-849B-D478AA5D501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5CA17CBD-0806-441C-9085-77D44783F74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AFDE58A2-6B49-4DA6-8715-ECD72C03B6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22068197-D4E9-44F4-A1F8-372CC4E92838}"/>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A8260D71-520D-415F-A5D3-7802F02E3AB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3BA551C-3085-43FA-BCCA-F9011F8596E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643ABA97-7D14-4392-9402-E8B0744F8EAD}"/>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A901F25-DC8F-4CDA-BCF8-929418C222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F63243C4-EDBF-4A54-BBDB-AB4037DAA67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946EEE72-1413-4B34-AAD1-2E49DB4E209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D8120777-CEB0-4B6F-87B3-F1EC0F046D9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218F72D7-648A-4F15-ACF5-B8281F35F57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555AB4DD-99A1-43C3-ABC6-5D434B205C2D}"/>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6F1FFF8C-1327-4A19-880A-3479D0A55E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35280209-B201-4AC7-BFD8-FA55B8DCD0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FF1C21CF-B3F5-443D-B00E-14EE46ED97D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4805062-DC34-4BF2-A6E4-7A72B785032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E6010B52-9FB2-442A-B6BB-CD3D18C9EB6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B8DDF3B2-A9E5-4BE4-8D94-867821759E6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C3329A8D-96B8-4BB1-B4B6-1AAA28B9576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03CC8236-37AD-49FD-96C5-6813D8EDFF2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2AF693ED-400C-49C5-89BC-4EA87D9E2FD7}"/>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9EA3CA52-5D9F-4190-B1D1-6D5637C681D4}"/>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3474E98A-EFCF-4355-91C6-5120F98E4B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B33004E9-9512-49AD-814A-F14EDACE88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B790EEC0-6B83-4528-B56D-8336053C1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E7ABC868-4D9E-4605-B160-C07B68560D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1CA33095-6250-46E1-8A47-AEEDC81185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9527812F-D822-4894-9171-E65B3CDCCA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510A5E5-AC23-4C4B-A74A-AEB6CB88A4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138D40B9-60FB-48B8-B883-7706E0317C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F0D7166-BDCB-4AE7-B719-4D526D6374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FF9870F-013C-4388-8FD2-B8F6D799F4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903504B4-674E-4E19-9528-71DBF27E503B}"/>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8360EC45-7B09-4AD5-A6EC-97EE1F232357}"/>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941655976"/>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nted Background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5">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9B8BF1D6-5378-40B4-83CC-00706102BCAB}"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9B4FA31C-DB08-41B9-95E8-B1F0D8B49E0D}"/>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410B4C2-BDF4-46CD-A38B-A8C99FE4A3A5}"/>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F8F0FFA7-9474-4A46-98BF-EB36B213E7D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ABD13EE-625C-45C3-9EC1-C1CCC8381FAD}"/>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D7A2B646-CD46-4B0F-93F5-9441AAA25672}"/>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57CC4EA4-865D-4094-93EF-9A4646F715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ED7206F3-3C0D-4961-8430-9373BB7FBF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06906D1C-7176-4A05-B5A1-DDC044E5D26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4933072E-A539-42AB-B6DF-978B287CD6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18BD4CFB-0C05-45D1-9B41-15189F99036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98E5739C-A3F7-43D2-AB2A-049CDCC3EA4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CFECDE9D-6957-4F5E-833E-425AB1BB6B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59FBFCE-6440-4C27-9297-9291032D4D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00841669-D32E-4DE0-9CD8-E7780644E3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C18FD646-3C46-48B3-886B-B1976FF7BD1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F499DFAA-1E9E-46E8-A885-6FF4509507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B784881A-BCAE-42AD-A90D-3E0094562A65}"/>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7CA64F69-F27C-4566-B886-B53F68AAA52B}"/>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74B7D970-F849-49D7-8D7F-ED02907F7BE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5E813B39-0927-4E1A-AC28-A92E71A725D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44424BD7-32BC-4452-82B3-43C1D7C7AA75}"/>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EB0370D-99FA-40C0-87BF-B1DF99082B5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55959960-0F8A-4A66-BE04-DC9993606264}"/>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602768D6-78BB-409E-B0AE-C486DBC85DD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3C0320F0-C098-4D2E-80ED-1D080D3F23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FB057FBE-4954-4DA9-BD85-5C61FD2A6FE0}"/>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8E76D83F-22DF-47BE-ADD5-09920FA0FEF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5326C115-BD7A-430E-A6E3-2140E1C6587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0020BFCB-73B5-4B33-83B4-3397F8BB9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D8459BA9-192B-46F5-A4DC-7E92D56BE9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D6818E51-E4F2-453E-B32B-B961E1F29A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0FA8B3E7-A37E-43EB-BE68-0054DCE61C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C7572A11-2289-436A-A4C7-10C6C55FB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52C4789D-FBEC-41D7-8586-15DA9958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9C28007-AA08-4955-B5EA-6997690560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7488417-50FD-4DC5-9327-95FA1A4420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13587C3-AC05-48C6-8B6C-D1C4D2241D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D4D4078-D6D7-4B78-8CF7-4AA934F7F7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3BB4300D-22FC-4BC3-B799-FA02892D6096}"/>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50" name="Media Placeholder 50">
            <a:extLst>
              <a:ext uri="{FF2B5EF4-FFF2-40B4-BE49-F238E27FC236}">
                <a16:creationId xmlns:a16="http://schemas.microsoft.com/office/drawing/2014/main" id="{1FA481EB-337B-4BFA-B095-FDCE5A615564}"/>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286407156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ICONS</a:t>
            </a:r>
          </a:p>
        </p:txBody>
      </p:sp>
      <p:cxnSp>
        <p:nvCxnSpPr>
          <p:cNvPr id="7" name="Straight Connector 6">
            <a:extLst>
              <a:ext uri="{FF2B5EF4-FFF2-40B4-BE49-F238E27FC236}">
                <a16:creationId xmlns:a16="http://schemas.microsoft.com/office/drawing/2014/main" id="{F3A44DCB-2B66-40CC-BFC9-D0F716E2CEF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329A02F-97B9-4C8B-8D7B-D67097271F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FE2388E-4B15-41C7-BF43-AC1AB7927E5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37A8A86A-AB9B-43AA-8CA0-D6E9B35AD57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024556E7-498A-428A-AE3C-16ED9A96E517}"/>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7FF2A454-020D-456D-B2C2-76AAF0BD808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BA1613DD-18C6-42C3-A2DF-C9A56F4169D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79" name="Rectangle 78">
            <a:extLst>
              <a:ext uri="{FF2B5EF4-FFF2-40B4-BE49-F238E27FC236}">
                <a16:creationId xmlns:a16="http://schemas.microsoft.com/office/drawing/2014/main" id="{F55DA875-BCDD-4A0C-A739-83BC97DA1E3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066107DF-8C78-4FA7-995D-868B98DAC78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C3D3180-5AA1-49F3-B2FE-EDA10C3AB688}"/>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5C14908A-E7F4-4096-A65C-E1E0E5A58AE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654940DA-D98F-4495-BD63-4A849D44609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8E01CE8-E1E5-4991-A3D3-754996C9B6D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4556E139-0AAC-43C5-A502-45C7BC38D3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5127E8A5-29D2-46D0-A393-1779B35A331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6AA5DE2C-563B-48DF-826E-96C88169C8C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9993F553-E43D-4FE5-9CAA-0FEB1F0AC7A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BD3A2EF-402E-4E52-8DFA-1483A6AB0B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A4AB81A7-3C9F-475F-A5C0-EEDACF659CC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0D359351-838C-4B1A-BE69-564C392FC97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D2C97798-9801-4DC7-98D3-13433D7AA4C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AD95CD33-C5E7-40CE-85C5-45045FC93C8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9DDABA8E-A778-44D1-B718-DBC4EDFA3AF0}"/>
                </a:ext>
              </a:extLst>
            </p:cNvPr>
            <p:cNvGrpSpPr/>
            <p:nvPr/>
          </p:nvGrpSpPr>
          <p:grpSpPr>
            <a:xfrm>
              <a:off x="12364752" y="2345932"/>
              <a:ext cx="1055431" cy="88186"/>
              <a:chOff x="914335" y="6913770"/>
              <a:chExt cx="1109884" cy="100584"/>
            </a:xfrm>
            <a:noFill/>
          </p:grpSpPr>
          <p:sp>
            <p:nvSpPr>
              <p:cNvPr id="71" name="Rectangle 70">
                <a:extLst>
                  <a:ext uri="{FF2B5EF4-FFF2-40B4-BE49-F238E27FC236}">
                    <a16:creationId xmlns:a16="http://schemas.microsoft.com/office/drawing/2014/main" id="{21878433-AE5F-41F1-989E-997C86D6CA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72" name="Rectangle 71">
                <a:extLst>
                  <a:ext uri="{FF2B5EF4-FFF2-40B4-BE49-F238E27FC236}">
                    <a16:creationId xmlns:a16="http://schemas.microsoft.com/office/drawing/2014/main" id="{9E61A0AC-5F22-4A19-92B3-FEC38D463D1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73" name="Rectangle 72">
                <a:extLst>
                  <a:ext uri="{FF2B5EF4-FFF2-40B4-BE49-F238E27FC236}">
                    <a16:creationId xmlns:a16="http://schemas.microsoft.com/office/drawing/2014/main" id="{B69F08BD-69C1-40D7-B90A-1BB9B9DCBFE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74" name="Rectangle 73">
                <a:extLst>
                  <a:ext uri="{FF2B5EF4-FFF2-40B4-BE49-F238E27FC236}">
                    <a16:creationId xmlns:a16="http://schemas.microsoft.com/office/drawing/2014/main" id="{5C4974F8-A03C-48C5-8766-FFBA55C65C5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79B3A1A2-24D9-4418-A66E-1200B11D5AD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6B824AC7-EE21-4A94-B226-BBBFB9E3B86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BF6C3F1-008D-4826-AF89-271466EEAAEC}"/>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6534F1F2-3DBB-4715-8CC5-8E4A1271F0F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F680DA5-7768-4B70-80A2-8283D409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1C9613EA-C083-4B3F-96EB-3825CDD8257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7F1647AC-4630-45BE-B2A5-4455D33740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82BFFF0D-DE04-4EF6-AE95-D9E53A729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63" name="Graphic 62" descr="Close with solid fill">
              <a:extLst>
                <a:ext uri="{FF2B5EF4-FFF2-40B4-BE49-F238E27FC236}">
                  <a16:creationId xmlns:a16="http://schemas.microsoft.com/office/drawing/2014/main" id="{1B0D85D9-2D37-43D5-BCE9-207C2ECD6B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64" name="Graphic 63" descr="Close with solid fill">
              <a:extLst>
                <a:ext uri="{FF2B5EF4-FFF2-40B4-BE49-F238E27FC236}">
                  <a16:creationId xmlns:a16="http://schemas.microsoft.com/office/drawing/2014/main" id="{6DF7BE2B-5FD8-46D8-BA3F-20575B7906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65" name="Graphic 64" descr="Close with solid fill">
              <a:extLst>
                <a:ext uri="{FF2B5EF4-FFF2-40B4-BE49-F238E27FC236}">
                  <a16:creationId xmlns:a16="http://schemas.microsoft.com/office/drawing/2014/main" id="{D7F89597-CDC7-444E-82FE-F060E4F619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66" name="Graphic 65" descr="Close with solid fill">
              <a:extLst>
                <a:ext uri="{FF2B5EF4-FFF2-40B4-BE49-F238E27FC236}">
                  <a16:creationId xmlns:a16="http://schemas.microsoft.com/office/drawing/2014/main" id="{4F6BE0C1-5903-4A82-A411-F8A40EEC0B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7" name="Graphic 66" descr="Close with solid fill">
              <a:extLst>
                <a:ext uri="{FF2B5EF4-FFF2-40B4-BE49-F238E27FC236}">
                  <a16:creationId xmlns:a16="http://schemas.microsoft.com/office/drawing/2014/main" id="{7AA346D1-0B69-435F-BD9C-C457202859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8" name="Graphic 67" descr="Close with solid fill">
              <a:extLst>
                <a:ext uri="{FF2B5EF4-FFF2-40B4-BE49-F238E27FC236}">
                  <a16:creationId xmlns:a16="http://schemas.microsoft.com/office/drawing/2014/main" id="{A4FCE17A-ECD8-48F5-AC64-08A29E0984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9" name="Graphic 68" descr="Close with solid fill">
              <a:extLst>
                <a:ext uri="{FF2B5EF4-FFF2-40B4-BE49-F238E27FC236}">
                  <a16:creationId xmlns:a16="http://schemas.microsoft.com/office/drawing/2014/main" id="{D47238AC-3E85-4EEF-B7C3-E82CDA37EB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70" name="Graphic 69" descr="Close with solid fill">
              <a:extLst>
                <a:ext uri="{FF2B5EF4-FFF2-40B4-BE49-F238E27FC236}">
                  <a16:creationId xmlns:a16="http://schemas.microsoft.com/office/drawing/2014/main" id="{7EE5065F-65B5-4DED-8635-C7F59F790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18646196"/>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Icons 3 Columns Vertic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73E27CA-E796-4E28-8CD0-C3DC7F54ADED}"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0733" y="1959598"/>
            <a:ext cx="870966" cy="1161288"/>
          </a:xfrm>
        </p:spPr>
        <p:txBody>
          <a:bodyPr anchor="ctr">
            <a:normAutofit/>
          </a:bodyPr>
          <a:lstStyle>
            <a:lvl1pPr marL="0" indent="0" algn="ctr">
              <a:buNone/>
              <a:defRPr sz="1050"/>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3307197" y="1959861"/>
            <a:ext cx="870966" cy="1161288"/>
          </a:xfrm>
        </p:spPr>
        <p:txBody>
          <a:bodyPr anchor="ctr">
            <a:normAutofit/>
          </a:bodyPr>
          <a:lstStyle>
            <a:lvl1pPr marL="0" indent="0" algn="ctr">
              <a:buNone/>
              <a:defRPr sz="1050"/>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6192589" y="1959861"/>
            <a:ext cx="870966" cy="1161288"/>
          </a:xfrm>
        </p:spPr>
        <p:txBody>
          <a:bodyPr anchor="ctr">
            <a:normAutofit/>
          </a:bodyPr>
          <a:lstStyle>
            <a:lvl1pPr marL="0" indent="0" algn="ctr">
              <a:buNone/>
              <a:defRPr sz="1050"/>
            </a:lvl1pPr>
          </a:lstStyle>
          <a:p>
            <a:r>
              <a:rPr lang="en-US"/>
              <a:t>[Image] or remove and place icon here</a:t>
            </a:r>
          </a:p>
        </p:txBody>
      </p:sp>
      <p:sp>
        <p:nvSpPr>
          <p:cNvPr id="6" name="Title 5">
            <a:extLst>
              <a:ext uri="{FF2B5EF4-FFF2-40B4-BE49-F238E27FC236}">
                <a16:creationId xmlns:a16="http://schemas.microsoft.com/office/drawing/2014/main" id="{EDA03F86-325A-426E-9FC5-0C893F0B53EE}"/>
              </a:ext>
            </a:extLst>
          </p:cNvPr>
          <p:cNvSpPr>
            <a:spLocks noGrp="1"/>
          </p:cNvSpPr>
          <p:nvPr>
            <p:ph type="title" hasCustomPrompt="1"/>
          </p:nvPr>
        </p:nvSpPr>
        <p:spPr>
          <a:xfrm>
            <a:off x="425279" y="649617"/>
            <a:ext cx="8298591" cy="402336"/>
          </a:xfrm>
        </p:spPr>
        <p:txBody>
          <a:bodyPr/>
          <a:lstStyle/>
          <a:p>
            <a:r>
              <a:rPr lang="en-US"/>
              <a:t>[Headline]</a:t>
            </a:r>
          </a:p>
        </p:txBody>
      </p:sp>
      <p:sp>
        <p:nvSpPr>
          <p:cNvPr id="17" name="Subtitle">
            <a:extLst>
              <a:ext uri="{FF2B5EF4-FFF2-40B4-BE49-F238E27FC236}">
                <a16:creationId xmlns:a16="http://schemas.microsoft.com/office/drawing/2014/main" id="{0A5B223F-C605-4115-BE2F-C4F94D8B0D0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1CBEFA0D-AA9F-41EC-AA39-4B7ED7A544D8}"/>
              </a:ext>
            </a:extLst>
          </p:cNvPr>
          <p:cNvSpPr>
            <a:spLocks noGrp="1"/>
          </p:cNvSpPr>
          <p:nvPr>
            <p:ph type="body" sz="quarter" idx="24" hasCustomPrompt="1"/>
          </p:nvPr>
        </p:nvSpPr>
        <p:spPr>
          <a:xfrm>
            <a:off x="417909"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1" name="Text Placeholder 22">
            <a:extLst>
              <a:ext uri="{FF2B5EF4-FFF2-40B4-BE49-F238E27FC236}">
                <a16:creationId xmlns:a16="http://schemas.microsoft.com/office/drawing/2014/main" id="{002B21E4-5277-4096-89FA-542D582DA3CB}"/>
              </a:ext>
            </a:extLst>
          </p:cNvPr>
          <p:cNvSpPr>
            <a:spLocks noGrp="1"/>
          </p:cNvSpPr>
          <p:nvPr>
            <p:ph type="body" sz="quarter" idx="25" hasCustomPrompt="1"/>
          </p:nvPr>
        </p:nvSpPr>
        <p:spPr>
          <a:xfrm>
            <a:off x="3305175" y="3849756"/>
            <a:ext cx="2530602" cy="173918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24">
            <a:extLst>
              <a:ext uri="{FF2B5EF4-FFF2-40B4-BE49-F238E27FC236}">
                <a16:creationId xmlns:a16="http://schemas.microsoft.com/office/drawing/2014/main" id="{D4CDAA6E-D967-4882-9C82-04117B5FB9C8}"/>
              </a:ext>
            </a:extLst>
          </p:cNvPr>
          <p:cNvSpPr>
            <a:spLocks noGrp="1"/>
          </p:cNvSpPr>
          <p:nvPr>
            <p:ph type="body" sz="quarter" idx="26" hasCustomPrompt="1"/>
          </p:nvPr>
        </p:nvSpPr>
        <p:spPr>
          <a:xfrm>
            <a:off x="6192440"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11">
            <a:extLst>
              <a:ext uri="{FF2B5EF4-FFF2-40B4-BE49-F238E27FC236}">
                <a16:creationId xmlns:a16="http://schemas.microsoft.com/office/drawing/2014/main" id="{200235E1-A4EC-4E89-988A-52AFEB6744E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13" name="Group 12">
            <a:extLst>
              <a:ext uri="{FF2B5EF4-FFF2-40B4-BE49-F238E27FC236}">
                <a16:creationId xmlns:a16="http://schemas.microsoft.com/office/drawing/2014/main" id="{8CEA58D2-BBDB-4362-9160-5D5A2D975377}"/>
              </a:ext>
            </a:extLst>
          </p:cNvPr>
          <p:cNvGrpSpPr/>
          <p:nvPr/>
        </p:nvGrpSpPr>
        <p:grpSpPr>
          <a:xfrm>
            <a:off x="9196831" y="4218015"/>
            <a:ext cx="954405" cy="1049582"/>
            <a:chOff x="12262441" y="4218015"/>
            <a:chExt cx="1272540" cy="1049582"/>
          </a:xfrm>
        </p:grpSpPr>
        <p:sp>
          <p:nvSpPr>
            <p:cNvPr id="23" name="Rectangle 22">
              <a:extLst>
                <a:ext uri="{FF2B5EF4-FFF2-40B4-BE49-F238E27FC236}">
                  <a16:creationId xmlns:a16="http://schemas.microsoft.com/office/drawing/2014/main" id="{490E9F7B-7BE1-43A5-AA8C-D678352867B4}"/>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8" name="Picture 7">
              <a:extLst>
                <a:ext uri="{FF2B5EF4-FFF2-40B4-BE49-F238E27FC236}">
                  <a16:creationId xmlns:a16="http://schemas.microsoft.com/office/drawing/2014/main" id="{7DEA47EC-0888-49C5-842B-B58EBFE657AF}"/>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11" name="Straight Arrow Connector 10">
              <a:extLst>
                <a:ext uri="{FF2B5EF4-FFF2-40B4-BE49-F238E27FC236}">
                  <a16:creationId xmlns:a16="http://schemas.microsoft.com/office/drawing/2014/main" id="{0DF73BC0-6C32-4386-8B6D-B106628A5C3E}"/>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0E86CEA-7E59-40A7-B10C-26F620B46CD4}"/>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877217220"/>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cons 3 Columns Horizont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9D422B2E-FE33-465E-883D-0652CF597AF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2657476" y="1958819"/>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2657476" y="3396614"/>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2657476" y="4839820"/>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1148766" y="1953408"/>
            <a:ext cx="637794" cy="850392"/>
          </a:xfrm>
        </p:spPr>
        <p:txBody>
          <a:bodyPr anchor="ctr">
            <a:normAutofit/>
          </a:bodyPr>
          <a:lstStyle>
            <a:lvl1pPr marL="0" indent="0" algn="ctr">
              <a:buNone/>
              <a:defRPr sz="825"/>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1148766" y="3396613"/>
            <a:ext cx="637794" cy="850392"/>
          </a:xfrm>
        </p:spPr>
        <p:txBody>
          <a:bodyPr anchor="ctr">
            <a:normAutofit/>
          </a:bodyPr>
          <a:lstStyle>
            <a:lvl1pPr marL="0" indent="0" algn="ctr">
              <a:buNone/>
              <a:defRPr sz="825"/>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1147133" y="4839819"/>
            <a:ext cx="637794" cy="850392"/>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CBBB53B-3527-4A3E-A5BB-F5E5B67F0C37}"/>
              </a:ext>
            </a:extLst>
          </p:cNvPr>
          <p:cNvSpPr>
            <a:spLocks noGrp="1"/>
          </p:cNvSpPr>
          <p:nvPr>
            <p:ph type="title" hasCustomPrompt="1"/>
          </p:nvPr>
        </p:nvSpPr>
        <p:spPr>
          <a:xfrm>
            <a:off x="425279" y="648932"/>
            <a:ext cx="8298591" cy="402336"/>
          </a:xfrm>
        </p:spPr>
        <p:txBody>
          <a:bodyPr/>
          <a:lstStyle/>
          <a:p>
            <a:r>
              <a:rPr lang="en-US"/>
              <a:t>[Headline]</a:t>
            </a:r>
          </a:p>
        </p:txBody>
      </p:sp>
      <p:sp>
        <p:nvSpPr>
          <p:cNvPr id="17" name="Subtitle">
            <a:extLst>
              <a:ext uri="{FF2B5EF4-FFF2-40B4-BE49-F238E27FC236}">
                <a16:creationId xmlns:a16="http://schemas.microsoft.com/office/drawing/2014/main" id="{1EA49DD4-28E5-4849-9C4D-AC342BF2CFC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41C011CA-5E4C-4675-8428-A4C4BEE6165B}"/>
              </a:ext>
            </a:extLst>
          </p:cNvPr>
          <p:cNvSpPr>
            <a:spLocks noGrp="1"/>
          </p:cNvSpPr>
          <p:nvPr>
            <p:ph type="body" sz="quarter" idx="24" hasCustomPrompt="1"/>
          </p:nvPr>
        </p:nvSpPr>
        <p:spPr>
          <a:xfrm>
            <a:off x="2657476" y="226782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1" name="Text Placeholder 22">
            <a:extLst>
              <a:ext uri="{FF2B5EF4-FFF2-40B4-BE49-F238E27FC236}">
                <a16:creationId xmlns:a16="http://schemas.microsoft.com/office/drawing/2014/main" id="{1AB236A3-5B03-4D1A-9A80-7D0DCACD6EE7}"/>
              </a:ext>
            </a:extLst>
          </p:cNvPr>
          <p:cNvSpPr>
            <a:spLocks noGrp="1"/>
          </p:cNvSpPr>
          <p:nvPr>
            <p:ph type="body" sz="quarter" idx="25" hasCustomPrompt="1"/>
          </p:nvPr>
        </p:nvSpPr>
        <p:spPr>
          <a:xfrm>
            <a:off x="2657476" y="3706746"/>
            <a:ext cx="6066395" cy="92803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2" name="Text Placeholder 24">
            <a:extLst>
              <a:ext uri="{FF2B5EF4-FFF2-40B4-BE49-F238E27FC236}">
                <a16:creationId xmlns:a16="http://schemas.microsoft.com/office/drawing/2014/main" id="{72848112-E7F0-4D33-BA96-6A70FAF33AC0}"/>
              </a:ext>
            </a:extLst>
          </p:cNvPr>
          <p:cNvSpPr>
            <a:spLocks noGrp="1"/>
          </p:cNvSpPr>
          <p:nvPr>
            <p:ph type="body" sz="quarter" idx="26" hasCustomPrompt="1"/>
          </p:nvPr>
        </p:nvSpPr>
        <p:spPr>
          <a:xfrm>
            <a:off x="2657476" y="515896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2F568A52-F1F3-4E3C-94E6-92E30A38DE9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3" name="Group 22">
            <a:extLst>
              <a:ext uri="{FF2B5EF4-FFF2-40B4-BE49-F238E27FC236}">
                <a16:creationId xmlns:a16="http://schemas.microsoft.com/office/drawing/2014/main" id="{D5B2EC18-CF23-4A23-B367-581D770B4F98}"/>
              </a:ext>
            </a:extLst>
          </p:cNvPr>
          <p:cNvGrpSpPr/>
          <p:nvPr/>
        </p:nvGrpSpPr>
        <p:grpSpPr>
          <a:xfrm>
            <a:off x="9196831" y="4218015"/>
            <a:ext cx="954405" cy="1049582"/>
            <a:chOff x="12262441" y="4218015"/>
            <a:chExt cx="1272540" cy="1049582"/>
          </a:xfrm>
        </p:grpSpPr>
        <p:sp>
          <p:nvSpPr>
            <p:cNvPr id="25" name="Rectangle 24">
              <a:extLst>
                <a:ext uri="{FF2B5EF4-FFF2-40B4-BE49-F238E27FC236}">
                  <a16:creationId xmlns:a16="http://schemas.microsoft.com/office/drawing/2014/main" id="{654077C3-9F6C-4215-B70B-431916D54E9E}"/>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6" name="Picture 25">
              <a:extLst>
                <a:ext uri="{FF2B5EF4-FFF2-40B4-BE49-F238E27FC236}">
                  <a16:creationId xmlns:a16="http://schemas.microsoft.com/office/drawing/2014/main" id="{DA52B929-6421-4761-B202-A57B4EBA1212}"/>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7" name="Straight Arrow Connector 26">
              <a:extLst>
                <a:ext uri="{FF2B5EF4-FFF2-40B4-BE49-F238E27FC236}">
                  <a16:creationId xmlns:a16="http://schemas.microsoft.com/office/drawing/2014/main" id="{AAC4F845-EAE5-4A23-A7C5-4E190A67CDB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64872BB-5274-4548-9EF3-48FCED313488}"/>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114617983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cons 4 Columns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5D190FD0-E9D1-44FD-B80C-BB2BAA3DEB3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Middle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5946380" y="2788003"/>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5946380" y="401104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Bottom">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948421" y="5234090"/>
            <a:ext cx="277545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Middle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958666" y="2788002"/>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Middle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958666" y="401104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Bottom">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034" y="5234089"/>
            <a:ext cx="548640" cy="731520"/>
          </a:xfrm>
        </p:spPr>
        <p:txBody>
          <a:bodyPr anchor="ctr">
            <a:normAutofit/>
          </a:bodyPr>
          <a:lstStyle>
            <a:lvl1pPr marL="0" indent="0" algn="ctr">
              <a:buNone/>
              <a:defRPr sz="825"/>
            </a:lvl1pPr>
          </a:lstStyle>
          <a:p>
            <a:r>
              <a:rPr lang="en-US"/>
              <a:t>[Image] or remove and place icon here</a:t>
            </a:r>
          </a:p>
        </p:txBody>
      </p:sp>
      <p:sp>
        <p:nvSpPr>
          <p:cNvPr id="17" name="Subtitle Top">
            <a:extLst>
              <a:ext uri="{FF2B5EF4-FFF2-40B4-BE49-F238E27FC236}">
                <a16:creationId xmlns:a16="http://schemas.microsoft.com/office/drawing/2014/main" id="{5B7C905F-BC05-4395-B5CE-1BD93FF9FFF2}"/>
              </a:ext>
            </a:extLst>
          </p:cNvPr>
          <p:cNvSpPr>
            <a:spLocks noGrp="1"/>
          </p:cNvSpPr>
          <p:nvPr>
            <p:ph type="body" sz="quarter" idx="25" hasCustomPrompt="1"/>
          </p:nvPr>
        </p:nvSpPr>
        <p:spPr>
          <a:xfrm>
            <a:off x="5946380" y="1570370"/>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Top">
            <a:extLst>
              <a:ext uri="{FF2B5EF4-FFF2-40B4-BE49-F238E27FC236}">
                <a16:creationId xmlns:a16="http://schemas.microsoft.com/office/drawing/2014/main" id="{60D6C90E-DF65-4EB1-B7A0-570C08F1AA2E}"/>
              </a:ext>
            </a:extLst>
          </p:cNvPr>
          <p:cNvSpPr>
            <a:spLocks noGrp="1"/>
          </p:cNvSpPr>
          <p:nvPr>
            <p:ph type="pic" sz="quarter" idx="27" hasCustomPrompt="1"/>
          </p:nvPr>
        </p:nvSpPr>
        <p:spPr>
          <a:xfrm>
            <a:off x="4958666" y="1564959"/>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A23C681-1494-4F7B-84EB-323D32363D07}"/>
              </a:ext>
            </a:extLst>
          </p:cNvPr>
          <p:cNvSpPr>
            <a:spLocks noGrp="1"/>
          </p:cNvSpPr>
          <p:nvPr>
            <p:ph type="title" hasCustomPrompt="1"/>
          </p:nvPr>
        </p:nvSpPr>
        <p:spPr>
          <a:xfrm>
            <a:off x="425279" y="648932"/>
            <a:ext cx="8298591" cy="402336"/>
          </a:xfrm>
        </p:spPr>
        <p:txBody>
          <a:bodyPr/>
          <a:lstStyle/>
          <a:p>
            <a:r>
              <a:rPr lang="en-US"/>
              <a:t>[Headline]</a:t>
            </a:r>
          </a:p>
        </p:txBody>
      </p:sp>
      <p:sp>
        <p:nvSpPr>
          <p:cNvPr id="23" name="Subtitle">
            <a:extLst>
              <a:ext uri="{FF2B5EF4-FFF2-40B4-BE49-F238E27FC236}">
                <a16:creationId xmlns:a16="http://schemas.microsoft.com/office/drawing/2014/main" id="{5269F756-36C3-4378-BB35-C98BBDF8B9DB}"/>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4" name="Text Placeholder 7">
            <a:extLst>
              <a:ext uri="{FF2B5EF4-FFF2-40B4-BE49-F238E27FC236}">
                <a16:creationId xmlns:a16="http://schemas.microsoft.com/office/drawing/2014/main" id="{B703467C-C8D9-42B1-8A23-41FBE3F8DD2B}"/>
              </a:ext>
            </a:extLst>
          </p:cNvPr>
          <p:cNvSpPr>
            <a:spLocks noGrp="1"/>
          </p:cNvSpPr>
          <p:nvPr>
            <p:ph type="body" sz="quarter" idx="28" hasCustomPrompt="1"/>
          </p:nvPr>
        </p:nvSpPr>
        <p:spPr>
          <a:xfrm>
            <a:off x="425279" y="1955800"/>
            <a:ext cx="3756422" cy="4253576"/>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FC6CE9A5-1EBE-4621-8BA5-AA6C36FB5AA3}"/>
              </a:ext>
            </a:extLst>
          </p:cNvPr>
          <p:cNvSpPr>
            <a:spLocks noGrp="1"/>
          </p:cNvSpPr>
          <p:nvPr>
            <p:ph type="body" sz="quarter" idx="29" hasCustomPrompt="1"/>
          </p:nvPr>
        </p:nvSpPr>
        <p:spPr>
          <a:xfrm>
            <a:off x="5947333" y="1901826"/>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7B71C853-D31A-4FE2-A3F4-52EF33BB7DDE}"/>
              </a:ext>
            </a:extLst>
          </p:cNvPr>
          <p:cNvSpPr>
            <a:spLocks noGrp="1"/>
          </p:cNvSpPr>
          <p:nvPr>
            <p:ph type="body" sz="quarter" idx="30" hasCustomPrompt="1"/>
          </p:nvPr>
        </p:nvSpPr>
        <p:spPr>
          <a:xfrm>
            <a:off x="5947333" y="3121025"/>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8" name="Text Placeholder 27">
            <a:extLst>
              <a:ext uri="{FF2B5EF4-FFF2-40B4-BE49-F238E27FC236}">
                <a16:creationId xmlns:a16="http://schemas.microsoft.com/office/drawing/2014/main" id="{CBB7F8EA-801E-49A7-8B26-28A6618F1B4F}"/>
              </a:ext>
            </a:extLst>
          </p:cNvPr>
          <p:cNvSpPr>
            <a:spLocks noGrp="1"/>
          </p:cNvSpPr>
          <p:nvPr>
            <p:ph type="body" sz="quarter" idx="31" hasCustomPrompt="1"/>
          </p:nvPr>
        </p:nvSpPr>
        <p:spPr>
          <a:xfrm>
            <a:off x="5948524" y="4345333"/>
            <a:ext cx="2775347"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9">
            <a:extLst>
              <a:ext uri="{FF2B5EF4-FFF2-40B4-BE49-F238E27FC236}">
                <a16:creationId xmlns:a16="http://schemas.microsoft.com/office/drawing/2014/main" id="{3CAECFBE-8C5B-4F58-B0BE-FC92E55F22A5}"/>
              </a:ext>
            </a:extLst>
          </p:cNvPr>
          <p:cNvSpPr>
            <a:spLocks noGrp="1"/>
          </p:cNvSpPr>
          <p:nvPr>
            <p:ph type="body" sz="quarter" idx="32" hasCustomPrompt="1"/>
          </p:nvPr>
        </p:nvSpPr>
        <p:spPr>
          <a:xfrm>
            <a:off x="5940190" y="5569296"/>
            <a:ext cx="2783681"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11">
            <a:extLst>
              <a:ext uri="{FF2B5EF4-FFF2-40B4-BE49-F238E27FC236}">
                <a16:creationId xmlns:a16="http://schemas.microsoft.com/office/drawing/2014/main" id="{78F1645D-E649-4CCA-A7B1-0A38FE8ACCFC}"/>
              </a:ext>
            </a:extLst>
          </p:cNvPr>
          <p:cNvSpPr>
            <a:spLocks noGrp="1"/>
          </p:cNvSpPr>
          <p:nvPr>
            <p:ph type="body" sz="quarter" idx="15" hasCustomPrompt="1"/>
          </p:nvPr>
        </p:nvSpPr>
        <p:spPr>
          <a:xfrm>
            <a:off x="425279" y="5687045"/>
            <a:ext cx="3761688"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A536564A-10D3-464D-AFC2-90A9652124B9}"/>
              </a:ext>
            </a:extLst>
          </p:cNvPr>
          <p:cNvGrpSpPr/>
          <p:nvPr/>
        </p:nvGrpSpPr>
        <p:grpSpPr>
          <a:xfrm>
            <a:off x="9196831" y="4218015"/>
            <a:ext cx="954405" cy="1049582"/>
            <a:chOff x="12262441" y="4218015"/>
            <a:chExt cx="1272540" cy="1049582"/>
          </a:xfrm>
        </p:grpSpPr>
        <p:sp>
          <p:nvSpPr>
            <p:cNvPr id="27" name="Rectangle 26">
              <a:extLst>
                <a:ext uri="{FF2B5EF4-FFF2-40B4-BE49-F238E27FC236}">
                  <a16:creationId xmlns:a16="http://schemas.microsoft.com/office/drawing/2014/main" id="{BF532385-C9F0-4CCE-B850-6E89396806EC}"/>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9" name="Picture 28">
              <a:extLst>
                <a:ext uri="{FF2B5EF4-FFF2-40B4-BE49-F238E27FC236}">
                  <a16:creationId xmlns:a16="http://schemas.microsoft.com/office/drawing/2014/main" id="{E24C4543-1B8D-4A02-A1F9-19CC997EB85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1" name="Straight Arrow Connector 30">
              <a:extLst>
                <a:ext uri="{FF2B5EF4-FFF2-40B4-BE49-F238E27FC236}">
                  <a16:creationId xmlns:a16="http://schemas.microsoft.com/office/drawing/2014/main" id="{FC92C11F-C54C-408D-A4A3-D9EE7B86C179}"/>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A2EC0B6-0C88-4ADC-B622-0533E52356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10316658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cons 2 x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736353C-0FD5-4BC5-B557-48088D839A8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1"/>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7"/>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p>
            <a:r>
              <a:rPr lang="en-US"/>
              <a:t>[Headline]</a:t>
            </a:r>
          </a:p>
        </p:txBody>
      </p:sp>
      <p:sp>
        <p:nvSpPr>
          <p:cNvPr id="24" name="Subtitle">
            <a:extLst>
              <a:ext uri="{FF2B5EF4-FFF2-40B4-BE49-F238E27FC236}">
                <a16:creationId xmlns:a16="http://schemas.microsoft.com/office/drawing/2014/main" id="{2B81222A-AD44-419D-AE7D-FC16877A7C3C}"/>
              </a:ext>
            </a:extLst>
          </p:cNvPr>
          <p:cNvSpPr>
            <a:spLocks noGrp="1"/>
          </p:cNvSpPr>
          <p:nvPr>
            <p:ph type="body" sz="quarter" idx="14" hasCustomPrompt="1"/>
          </p:nvPr>
        </p:nvSpPr>
        <p:spPr>
          <a:xfrm>
            <a:off x="425280" y="1058237"/>
            <a:ext cx="8297863" cy="240338"/>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9"/>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7">
            <a:extLst>
              <a:ext uri="{FF2B5EF4-FFF2-40B4-BE49-F238E27FC236}">
                <a16:creationId xmlns:a16="http://schemas.microsoft.com/office/drawing/2014/main" id="{B06BE881-5974-48A9-8985-A2E692CD3019}"/>
              </a:ext>
            </a:extLst>
          </p:cNvPr>
          <p:cNvSpPr>
            <a:spLocks noGrp="1"/>
          </p:cNvSpPr>
          <p:nvPr>
            <p:ph type="body" sz="quarter" idx="15" hasCustomPrompt="1"/>
          </p:nvPr>
        </p:nvSpPr>
        <p:spPr>
          <a:xfrm>
            <a:off x="425279" y="1789298"/>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23" name="Text Placeholder 11">
            <a:extLst>
              <a:ext uri="{FF2B5EF4-FFF2-40B4-BE49-F238E27FC236}">
                <a16:creationId xmlns:a16="http://schemas.microsoft.com/office/drawing/2014/main" id="{36E68001-A0D1-4115-B78E-9C9FED332190}"/>
              </a:ext>
            </a:extLst>
          </p:cNvPr>
          <p:cNvSpPr>
            <a:spLocks noGrp="1"/>
          </p:cNvSpPr>
          <p:nvPr>
            <p:ph type="body" sz="quarter" idx="33" hasCustomPrompt="1"/>
          </p:nvPr>
        </p:nvSpPr>
        <p:spPr>
          <a:xfrm>
            <a:off x="425279" y="5729019"/>
            <a:ext cx="8295684" cy="483394"/>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3F59CB36-047A-412C-B74C-B41652A71EBD}"/>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0399432-DBD4-42C0-8379-85A4BD431080}"/>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1" name="Picture 30">
              <a:extLst>
                <a:ext uri="{FF2B5EF4-FFF2-40B4-BE49-F238E27FC236}">
                  <a16:creationId xmlns:a16="http://schemas.microsoft.com/office/drawing/2014/main" id="{B841ABFA-4D7E-4DBA-9F3E-65CB77310EF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2" name="Straight Arrow Connector 31">
              <a:extLst>
                <a:ext uri="{FF2B5EF4-FFF2-40B4-BE49-F238E27FC236}">
                  <a16:creationId xmlns:a16="http://schemas.microsoft.com/office/drawing/2014/main" id="{9EB52848-2D3B-4097-A6D9-E28D3C89340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850850A-0FEE-49F7-B273-EB6D92F50F8F}"/>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11255536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Icons 2 x 3 Columns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37AF9AF-AE54-4466-B610-23FEA107CD2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29" name="Subtitle">
            <a:extLst>
              <a:ext uri="{FF2B5EF4-FFF2-40B4-BE49-F238E27FC236}">
                <a16:creationId xmlns:a16="http://schemas.microsoft.com/office/drawing/2014/main" id="{E4B3DF4C-61D8-402C-B483-36731128815A}"/>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5A733C0-F14E-42E8-8B43-6EDB56625A9E}"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0"/>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6"/>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89297"/>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8"/>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Text Placeholder 11">
            <a:extLst>
              <a:ext uri="{FF2B5EF4-FFF2-40B4-BE49-F238E27FC236}">
                <a16:creationId xmlns:a16="http://schemas.microsoft.com/office/drawing/2014/main" id="{0189A4B1-3C74-4341-8CCF-FAB46B8FF524}"/>
              </a:ext>
            </a:extLst>
          </p:cNvPr>
          <p:cNvSpPr>
            <a:spLocks noGrp="1"/>
          </p:cNvSpPr>
          <p:nvPr>
            <p:ph type="body" sz="quarter" idx="33" hasCustomPrompt="1"/>
          </p:nvPr>
        </p:nvSpPr>
        <p:spPr>
          <a:xfrm>
            <a:off x="425279" y="5726336"/>
            <a:ext cx="8295684" cy="484632"/>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4" name="Group 23">
            <a:extLst>
              <a:ext uri="{FF2B5EF4-FFF2-40B4-BE49-F238E27FC236}">
                <a16:creationId xmlns:a16="http://schemas.microsoft.com/office/drawing/2014/main" id="{738CD53F-D468-4865-91A6-6636DFEF5712}"/>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7BE088A-456C-4BB3-9DFE-4F716887DAA1}"/>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2" name="Picture 31">
              <a:extLst>
                <a:ext uri="{FF2B5EF4-FFF2-40B4-BE49-F238E27FC236}">
                  <a16:creationId xmlns:a16="http://schemas.microsoft.com/office/drawing/2014/main" id="{0B1E3F54-53F0-4C92-A1A8-4E9DE995F855}"/>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3" name="Straight Arrow Connector 32">
              <a:extLst>
                <a:ext uri="{FF2B5EF4-FFF2-40B4-BE49-F238E27FC236}">
                  <a16:creationId xmlns:a16="http://schemas.microsoft.com/office/drawing/2014/main" id="{37B9344B-4B4C-430D-92E8-96AB28EAE1CA}"/>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9640F60-93BF-419C-9055-8EC4D42BC9FA}"/>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282416230"/>
      </p:ext>
    </p:extLst>
  </p:cSld>
  <p:clrMapOvr>
    <a:masterClrMapping/>
  </p:clrMapOvr>
  <p:hf hdr="0" ftr="0" dt="0"/>
  <p:extLst>
    <p:ext uri="{DCECCB84-F9BA-43D5-87BE-67443E8EF086}">
      <p15:sldGuideLst xmlns:p15="http://schemas.microsoft.com/office/powerpoint/2012/main">
        <p15:guide id="1" orient="horz" pos="164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cons 4 Columns + Content 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69280EA-43F8-4B31-8F78-23853985950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074F4235-756E-4117-B6BD-91ECC40FDDEF}"/>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B0EFD4BD-0236-454C-986D-1FECD229FFB9}"/>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1" name="Text Placeholder 7">
            <a:extLst>
              <a:ext uri="{FF2B5EF4-FFF2-40B4-BE49-F238E27FC236}">
                <a16:creationId xmlns:a16="http://schemas.microsoft.com/office/drawing/2014/main" id="{BF1CD9F6-94CC-49D5-87F9-50644ECBDCEC}"/>
              </a:ext>
            </a:extLst>
          </p:cNvPr>
          <p:cNvSpPr>
            <a:spLocks noGrp="1"/>
          </p:cNvSpPr>
          <p:nvPr>
            <p:ph type="body" sz="quarter" idx="28" hasCustomPrompt="1"/>
          </p:nvPr>
        </p:nvSpPr>
        <p:spPr>
          <a:xfrm>
            <a:off x="417910" y="1955801"/>
            <a:ext cx="3756422" cy="4256613"/>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4C51330F-F83F-4512-B15A-0213A8D4D6F0}"/>
              </a:ext>
            </a:extLst>
          </p:cNvPr>
          <p:cNvSpPr>
            <a:spLocks noGrp="1"/>
          </p:cNvSpPr>
          <p:nvPr>
            <p:ph type="body" sz="quarter" idx="16" hasCustomPrompt="1"/>
          </p:nvPr>
        </p:nvSpPr>
        <p:spPr>
          <a:xfrm>
            <a:off x="5949204" y="2529589"/>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C8C1598A-CC41-4629-866D-EA5200A15893}"/>
              </a:ext>
            </a:extLst>
          </p:cNvPr>
          <p:cNvSpPr>
            <a:spLocks noGrp="1"/>
          </p:cNvSpPr>
          <p:nvPr>
            <p:ph type="body" sz="quarter" idx="17" hasCustomPrompt="1"/>
          </p:nvPr>
        </p:nvSpPr>
        <p:spPr>
          <a:xfrm>
            <a:off x="5949204" y="3752632"/>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9D4A1F19-60F0-477D-9323-0DEC2061BFFC}"/>
              </a:ext>
            </a:extLst>
          </p:cNvPr>
          <p:cNvSpPr>
            <a:spLocks noGrp="1"/>
          </p:cNvSpPr>
          <p:nvPr>
            <p:ph type="body" sz="quarter" idx="19" hasCustomPrompt="1"/>
          </p:nvPr>
        </p:nvSpPr>
        <p:spPr>
          <a:xfrm>
            <a:off x="5949204" y="497567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2" name="Picture Placeholder Middle Top">
            <a:extLst>
              <a:ext uri="{FF2B5EF4-FFF2-40B4-BE49-F238E27FC236}">
                <a16:creationId xmlns:a16="http://schemas.microsoft.com/office/drawing/2014/main" id="{7E897E7D-4773-46B2-8B57-11CEE3CF5B31}"/>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Middle Bottom">
            <a:extLst>
              <a:ext uri="{FF2B5EF4-FFF2-40B4-BE49-F238E27FC236}">
                <a16:creationId xmlns:a16="http://schemas.microsoft.com/office/drawing/2014/main" id="{B98F9FF1-312A-4492-BDDD-ED90116F2893}"/>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Picture Placeholder  Bottom">
            <a:extLst>
              <a:ext uri="{FF2B5EF4-FFF2-40B4-BE49-F238E27FC236}">
                <a16:creationId xmlns:a16="http://schemas.microsoft.com/office/drawing/2014/main" id="{359F4181-72B0-4010-AF8F-9C86B965AFF4}"/>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5" name="Subtitle Top">
            <a:extLst>
              <a:ext uri="{FF2B5EF4-FFF2-40B4-BE49-F238E27FC236}">
                <a16:creationId xmlns:a16="http://schemas.microsoft.com/office/drawing/2014/main" id="{14364ABF-6033-4505-8662-648F981E6E29}"/>
              </a:ext>
            </a:extLst>
          </p:cNvPr>
          <p:cNvSpPr>
            <a:spLocks noGrp="1"/>
          </p:cNvSpPr>
          <p:nvPr>
            <p:ph type="body" sz="quarter" idx="25" hasCustomPrompt="1"/>
          </p:nvPr>
        </p:nvSpPr>
        <p:spPr>
          <a:xfrm>
            <a:off x="5949204" y="131195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6" name="Picture Placeholder Top">
            <a:extLst>
              <a:ext uri="{FF2B5EF4-FFF2-40B4-BE49-F238E27FC236}">
                <a16:creationId xmlns:a16="http://schemas.microsoft.com/office/drawing/2014/main" id="{9D94F169-0DD8-4D69-B5C5-BFE273C7CA85}"/>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7" name="Text Placeholder 15">
            <a:extLst>
              <a:ext uri="{FF2B5EF4-FFF2-40B4-BE49-F238E27FC236}">
                <a16:creationId xmlns:a16="http://schemas.microsoft.com/office/drawing/2014/main" id="{8B249ADB-FB00-4DC8-86BA-C4A019138D34}"/>
              </a:ext>
            </a:extLst>
          </p:cNvPr>
          <p:cNvSpPr>
            <a:spLocks noGrp="1"/>
          </p:cNvSpPr>
          <p:nvPr>
            <p:ph type="body" sz="quarter" idx="29" hasCustomPrompt="1"/>
          </p:nvPr>
        </p:nvSpPr>
        <p:spPr>
          <a:xfrm>
            <a:off x="5949204"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8" name="Text Placeholder 25">
            <a:extLst>
              <a:ext uri="{FF2B5EF4-FFF2-40B4-BE49-F238E27FC236}">
                <a16:creationId xmlns:a16="http://schemas.microsoft.com/office/drawing/2014/main" id="{C9E64A6E-E4C5-45D3-8C11-ACE7DD3FD2E7}"/>
              </a:ext>
            </a:extLst>
          </p:cNvPr>
          <p:cNvSpPr>
            <a:spLocks noGrp="1"/>
          </p:cNvSpPr>
          <p:nvPr>
            <p:ph type="body" sz="quarter" idx="30" hasCustomPrompt="1"/>
          </p:nvPr>
        </p:nvSpPr>
        <p:spPr>
          <a:xfrm>
            <a:off x="5949204"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9" name="Text Placeholder 27">
            <a:extLst>
              <a:ext uri="{FF2B5EF4-FFF2-40B4-BE49-F238E27FC236}">
                <a16:creationId xmlns:a16="http://schemas.microsoft.com/office/drawing/2014/main" id="{7855A7B4-CD7B-4EF9-A196-22FC422B2D26}"/>
              </a:ext>
            </a:extLst>
          </p:cNvPr>
          <p:cNvSpPr>
            <a:spLocks noGrp="1"/>
          </p:cNvSpPr>
          <p:nvPr>
            <p:ph type="body" sz="quarter" idx="31" hasCustomPrompt="1"/>
          </p:nvPr>
        </p:nvSpPr>
        <p:spPr>
          <a:xfrm>
            <a:off x="5949204"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40" name="Text Placeholder 29">
            <a:extLst>
              <a:ext uri="{FF2B5EF4-FFF2-40B4-BE49-F238E27FC236}">
                <a16:creationId xmlns:a16="http://schemas.microsoft.com/office/drawing/2014/main" id="{354437EA-2FB4-49BC-B725-FC888BC72A70}"/>
              </a:ext>
            </a:extLst>
          </p:cNvPr>
          <p:cNvSpPr>
            <a:spLocks noGrp="1"/>
          </p:cNvSpPr>
          <p:nvPr>
            <p:ph type="body" sz="quarter" idx="32" hasCustomPrompt="1"/>
          </p:nvPr>
        </p:nvSpPr>
        <p:spPr>
          <a:xfrm>
            <a:off x="5949204"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E0448338-4063-435A-A203-856E6EEDADFE}"/>
              </a:ext>
            </a:extLst>
          </p:cNvPr>
          <p:cNvSpPr>
            <a:spLocks noGrp="1"/>
          </p:cNvSpPr>
          <p:nvPr>
            <p:ph type="body" sz="quarter" idx="15" hasCustomPrompt="1"/>
          </p:nvPr>
        </p:nvSpPr>
        <p:spPr>
          <a:xfrm>
            <a:off x="425279" y="5687045"/>
            <a:ext cx="3756422"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2" name="Group 21">
            <a:extLst>
              <a:ext uri="{FF2B5EF4-FFF2-40B4-BE49-F238E27FC236}">
                <a16:creationId xmlns:a16="http://schemas.microsoft.com/office/drawing/2014/main" id="{BB5E401E-E175-46B4-B38C-3BE87EF1488E}"/>
              </a:ext>
            </a:extLst>
          </p:cNvPr>
          <p:cNvGrpSpPr/>
          <p:nvPr/>
        </p:nvGrpSpPr>
        <p:grpSpPr>
          <a:xfrm>
            <a:off x="9196831" y="4218015"/>
            <a:ext cx="954405" cy="1049582"/>
            <a:chOff x="12262441" y="4218015"/>
            <a:chExt cx="1272540" cy="1049582"/>
          </a:xfrm>
        </p:grpSpPr>
        <p:sp>
          <p:nvSpPr>
            <p:cNvPr id="24" name="Rectangle 23">
              <a:extLst>
                <a:ext uri="{FF2B5EF4-FFF2-40B4-BE49-F238E27FC236}">
                  <a16:creationId xmlns:a16="http://schemas.microsoft.com/office/drawing/2014/main" id="{08FD67ED-3C56-4D97-B3C0-AB7A48DEB972}"/>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5" name="Picture 24">
              <a:extLst>
                <a:ext uri="{FF2B5EF4-FFF2-40B4-BE49-F238E27FC236}">
                  <a16:creationId xmlns:a16="http://schemas.microsoft.com/office/drawing/2014/main" id="{CDC139D3-D930-4E14-9BB2-7D930A24E06C}"/>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6" name="Straight Arrow Connector 25">
              <a:extLst>
                <a:ext uri="{FF2B5EF4-FFF2-40B4-BE49-F238E27FC236}">
                  <a16:creationId xmlns:a16="http://schemas.microsoft.com/office/drawing/2014/main" id="{BD86E295-5034-4CDE-9980-AC98287E9A35}"/>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3A26EF1-45D2-4918-AF48-B5F37199F7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99839516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Icons 4 Columns + Content 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AA84DC2D-753E-41EB-8722-040FA9F7628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23F69D6C-C0E1-4CEA-B661-CB08F30D9E46}"/>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FF56B26C-4789-432C-A84C-D38182866E58}"/>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6">
            <a:extLst>
              <a:ext uri="{FF2B5EF4-FFF2-40B4-BE49-F238E27FC236}">
                <a16:creationId xmlns:a16="http://schemas.microsoft.com/office/drawing/2014/main" id="{807402B8-B31B-48CC-942C-99B8F022C6A4}"/>
              </a:ext>
            </a:extLst>
          </p:cNvPr>
          <p:cNvSpPr>
            <a:spLocks noGrp="1"/>
          </p:cNvSpPr>
          <p:nvPr>
            <p:ph sz="quarter" idx="24" hasCustomPrompt="1"/>
          </p:nvPr>
        </p:nvSpPr>
        <p:spPr>
          <a:xfrm>
            <a:off x="417909" y="1955800"/>
            <a:ext cx="3758184" cy="42433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B191154A-6D62-4537-B8C3-E17A29CEC39B}"/>
              </a:ext>
            </a:extLst>
          </p:cNvPr>
          <p:cNvSpPr>
            <a:spLocks noGrp="1"/>
          </p:cNvSpPr>
          <p:nvPr>
            <p:ph type="body" sz="quarter" idx="16" hasCustomPrompt="1"/>
          </p:nvPr>
        </p:nvSpPr>
        <p:spPr>
          <a:xfrm>
            <a:off x="5946599" y="2529589"/>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EFB4A26A-ACB4-4792-B582-D79775A9B0E3}"/>
              </a:ext>
            </a:extLst>
          </p:cNvPr>
          <p:cNvSpPr>
            <a:spLocks noGrp="1"/>
          </p:cNvSpPr>
          <p:nvPr>
            <p:ph type="body" sz="quarter" idx="17" hasCustomPrompt="1"/>
          </p:nvPr>
        </p:nvSpPr>
        <p:spPr>
          <a:xfrm>
            <a:off x="5946599" y="3752632"/>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52A8F4DB-AFDE-481B-8195-1DACA708A2BC}"/>
              </a:ext>
            </a:extLst>
          </p:cNvPr>
          <p:cNvSpPr>
            <a:spLocks noGrp="1"/>
          </p:cNvSpPr>
          <p:nvPr>
            <p:ph type="body" sz="quarter" idx="19" hasCustomPrompt="1"/>
          </p:nvPr>
        </p:nvSpPr>
        <p:spPr>
          <a:xfrm>
            <a:off x="5946599" y="497567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Picture Placeholder Middle Top">
            <a:extLst>
              <a:ext uri="{FF2B5EF4-FFF2-40B4-BE49-F238E27FC236}">
                <a16:creationId xmlns:a16="http://schemas.microsoft.com/office/drawing/2014/main" id="{BBDECCA4-C486-4DC1-A844-AB2008D0431E}"/>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2" name="Picture Placeholder  Middle Bottom">
            <a:extLst>
              <a:ext uri="{FF2B5EF4-FFF2-40B4-BE49-F238E27FC236}">
                <a16:creationId xmlns:a16="http://schemas.microsoft.com/office/drawing/2014/main" id="{DBD432B8-C319-4395-8691-854958FCB599}"/>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Bottom">
            <a:extLst>
              <a:ext uri="{FF2B5EF4-FFF2-40B4-BE49-F238E27FC236}">
                <a16:creationId xmlns:a16="http://schemas.microsoft.com/office/drawing/2014/main" id="{49549B62-D83B-4EC5-9D78-7415B53963E2}"/>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Subtitle Top">
            <a:extLst>
              <a:ext uri="{FF2B5EF4-FFF2-40B4-BE49-F238E27FC236}">
                <a16:creationId xmlns:a16="http://schemas.microsoft.com/office/drawing/2014/main" id="{62EDF2B7-966E-4392-82B6-0014FB3E1BDF}"/>
              </a:ext>
            </a:extLst>
          </p:cNvPr>
          <p:cNvSpPr>
            <a:spLocks noGrp="1"/>
          </p:cNvSpPr>
          <p:nvPr>
            <p:ph type="body" sz="quarter" idx="25" hasCustomPrompt="1"/>
          </p:nvPr>
        </p:nvSpPr>
        <p:spPr>
          <a:xfrm>
            <a:off x="5946599" y="131195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5" name="Picture Placeholder Top">
            <a:extLst>
              <a:ext uri="{FF2B5EF4-FFF2-40B4-BE49-F238E27FC236}">
                <a16:creationId xmlns:a16="http://schemas.microsoft.com/office/drawing/2014/main" id="{F807A99E-6B83-4A4E-83C7-478C90866A54}"/>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6" name="Text Placeholder 15">
            <a:extLst>
              <a:ext uri="{FF2B5EF4-FFF2-40B4-BE49-F238E27FC236}">
                <a16:creationId xmlns:a16="http://schemas.microsoft.com/office/drawing/2014/main" id="{69288928-F631-4B9F-AC75-C3EE1CCF69B5}"/>
              </a:ext>
            </a:extLst>
          </p:cNvPr>
          <p:cNvSpPr>
            <a:spLocks noGrp="1"/>
          </p:cNvSpPr>
          <p:nvPr>
            <p:ph type="body" sz="quarter" idx="29" hasCustomPrompt="1"/>
          </p:nvPr>
        </p:nvSpPr>
        <p:spPr>
          <a:xfrm>
            <a:off x="5946599"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7" name="Text Placeholder 25">
            <a:extLst>
              <a:ext uri="{FF2B5EF4-FFF2-40B4-BE49-F238E27FC236}">
                <a16:creationId xmlns:a16="http://schemas.microsoft.com/office/drawing/2014/main" id="{2CFAF5D3-B82C-472D-9C90-636CAC332044}"/>
              </a:ext>
            </a:extLst>
          </p:cNvPr>
          <p:cNvSpPr>
            <a:spLocks noGrp="1"/>
          </p:cNvSpPr>
          <p:nvPr>
            <p:ph type="body" sz="quarter" idx="30" hasCustomPrompt="1"/>
          </p:nvPr>
        </p:nvSpPr>
        <p:spPr>
          <a:xfrm>
            <a:off x="5946599"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8" name="Text Placeholder 27">
            <a:extLst>
              <a:ext uri="{FF2B5EF4-FFF2-40B4-BE49-F238E27FC236}">
                <a16:creationId xmlns:a16="http://schemas.microsoft.com/office/drawing/2014/main" id="{1B5DAEBF-D381-427F-9FBB-4FD0D91BCD7D}"/>
              </a:ext>
            </a:extLst>
          </p:cNvPr>
          <p:cNvSpPr>
            <a:spLocks noGrp="1"/>
          </p:cNvSpPr>
          <p:nvPr>
            <p:ph type="body" sz="quarter" idx="31" hasCustomPrompt="1"/>
          </p:nvPr>
        </p:nvSpPr>
        <p:spPr>
          <a:xfrm>
            <a:off x="5946599"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9" name="Text Placeholder 29">
            <a:extLst>
              <a:ext uri="{FF2B5EF4-FFF2-40B4-BE49-F238E27FC236}">
                <a16:creationId xmlns:a16="http://schemas.microsoft.com/office/drawing/2014/main" id="{4B2C03EE-EBE4-4248-99DB-1391D20714B1}"/>
              </a:ext>
            </a:extLst>
          </p:cNvPr>
          <p:cNvSpPr>
            <a:spLocks noGrp="1"/>
          </p:cNvSpPr>
          <p:nvPr>
            <p:ph type="body" sz="quarter" idx="32" hasCustomPrompt="1"/>
          </p:nvPr>
        </p:nvSpPr>
        <p:spPr>
          <a:xfrm>
            <a:off x="5946599"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44371BD4-91C5-4160-A2C1-4F7AE3421736}"/>
              </a:ext>
            </a:extLst>
          </p:cNvPr>
          <p:cNvSpPr>
            <a:spLocks noGrp="1"/>
          </p:cNvSpPr>
          <p:nvPr>
            <p:ph type="body" sz="quarter" idx="15" hasCustomPrompt="1"/>
          </p:nvPr>
        </p:nvSpPr>
        <p:spPr>
          <a:xfrm>
            <a:off x="425279" y="5687045"/>
            <a:ext cx="37581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8" name="Group 27">
            <a:extLst>
              <a:ext uri="{FF2B5EF4-FFF2-40B4-BE49-F238E27FC236}">
                <a16:creationId xmlns:a16="http://schemas.microsoft.com/office/drawing/2014/main" id="{8BA3E3EF-EAC0-43C6-89CE-A2CE2FC832DC}"/>
              </a:ext>
            </a:extLst>
          </p:cNvPr>
          <p:cNvGrpSpPr/>
          <p:nvPr/>
        </p:nvGrpSpPr>
        <p:grpSpPr>
          <a:xfrm>
            <a:off x="9196831" y="4218015"/>
            <a:ext cx="954405" cy="1049582"/>
            <a:chOff x="12262441" y="4218015"/>
            <a:chExt cx="1272540" cy="1049582"/>
          </a:xfrm>
        </p:grpSpPr>
        <p:sp>
          <p:nvSpPr>
            <p:cNvPr id="29" name="Rectangle 28">
              <a:extLst>
                <a:ext uri="{FF2B5EF4-FFF2-40B4-BE49-F238E27FC236}">
                  <a16:creationId xmlns:a16="http://schemas.microsoft.com/office/drawing/2014/main" id="{47841117-D919-49F5-BE2F-E3478E0B118A}"/>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0" name="Picture 29">
              <a:extLst>
                <a:ext uri="{FF2B5EF4-FFF2-40B4-BE49-F238E27FC236}">
                  <a16:creationId xmlns:a16="http://schemas.microsoft.com/office/drawing/2014/main" id="{0F45C005-A30B-4ADE-81B3-CC6D9A09B39D}"/>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40" name="Straight Arrow Connector 39">
              <a:extLst>
                <a:ext uri="{FF2B5EF4-FFF2-40B4-BE49-F238E27FC236}">
                  <a16:creationId xmlns:a16="http://schemas.microsoft.com/office/drawing/2014/main" id="{9C9F06C4-D69F-41A7-8421-5E1F7C3980F0}"/>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BBEA4BB-8FD5-4BFE-88E8-95378FFDFE83}"/>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33169020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CHARTS</a:t>
            </a:r>
          </a:p>
        </p:txBody>
      </p:sp>
      <p:cxnSp>
        <p:nvCxnSpPr>
          <p:cNvPr id="7" name="Straight Connector 6">
            <a:extLst>
              <a:ext uri="{FF2B5EF4-FFF2-40B4-BE49-F238E27FC236}">
                <a16:creationId xmlns:a16="http://schemas.microsoft.com/office/drawing/2014/main" id="{EBD3E18C-9605-4081-A33F-C38AEB401F20}"/>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A2E46E-888E-4B33-A263-D2E91E73F656}"/>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DB85F6F-B9EA-48F9-B67A-CE852A2240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512D5A3E-9164-4B0E-881B-40A2443EBF5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5B40A5C0-4A85-4F51-BC72-E0C87364807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70125387-254C-46B8-8BCD-4BB6EDABCF7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F4245FEE-8B98-4AE8-B16E-DC8B44BB8B0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AF2D69E-9896-46AF-B91E-8570DC0DA26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B2E55B7D-1F8C-4D9C-9DEE-A2B8356B0C4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A49228E-D89D-42BE-A68C-02623984239E}"/>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44BE9E26-5CDE-409A-882D-2359B2F52D6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C1A53D4D-61AE-438B-9809-07FA9E87256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2D40F24A-B696-4B7D-B4B3-9F3F0B6F60C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711CD39C-AFD1-4FEB-930A-FC6FC777199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2F242FFF-2953-41FF-9A83-89A80F0D1FA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6BF7148-849E-4D5F-ADA1-2804639F2DE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3B7B8FB9-E7F2-4BBA-BD81-36EE4FF47C7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26AF96D-B785-4D9D-907E-2A13E26DE6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EAC3ED8D-C5EB-415B-AE65-D218AA351FC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4E43F14B-A1F7-4771-9DA0-62E44C7C753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2AA7B6EE-DBC8-47A6-866D-A16C2E60B95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E35A5478-E1D8-4202-B29B-060884ECC2C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25A47AD-7216-4E4A-B177-091F5A06CA06}"/>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F56AEA34-11C9-483E-B85E-F464DD53303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5F92DADB-05F7-4FAC-B533-C44B05C252E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6EE41A0F-6688-46BC-8C7E-B1117FB75E9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7F00DED1-9C67-4250-AB3B-4E72E1982CF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4C0C6F24-7D9A-4391-A0C9-32A1A4A4574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A19C846D-595C-47E0-A0B2-3E8BE589BE1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73EFD7C2-8853-47C5-8927-A17832AE5BA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D516F5BF-85ED-4A9E-9E88-65451A10E5B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CA6D830-803C-41F6-B4A8-3511BBD3A2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B69B34FB-292A-41A6-8D02-8575E330E44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C6873D3B-95B3-4F12-8A37-B7039D70CF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D2C18E99-F001-4419-9EF6-4A47FDB7F4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76695F89-4C1A-4011-B275-A4ECD8D0F5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6A0AEB98-3813-4568-8BF3-1020D9A879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DA06215E-2313-46DE-A882-57FE96488B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753B3402-A1EE-4DC5-A9AB-0D623B50C1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A5409EDA-6D1D-4912-934E-8475334460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18C9667E-6D9F-4934-B446-963AA162C7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0C604F60-D829-4F98-86DC-A1790840F0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638F9E91-731E-4690-BEC9-A99A08C51F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908287563"/>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t + Chart 1">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DC122B6-764C-40AA-9E0A-0B4A0FB14B9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55E326A6-F7D4-4F94-95F3-CF160EF77C51}"/>
              </a:ext>
            </a:extLst>
          </p:cNvPr>
          <p:cNvSpPr>
            <a:spLocks noGrp="1"/>
          </p:cNvSpPr>
          <p:nvPr>
            <p:ph type="title" hasCustomPrompt="1"/>
          </p:nvPr>
        </p:nvSpPr>
        <p:spPr>
          <a:xfrm>
            <a:off x="425279" y="652074"/>
            <a:ext cx="3758184" cy="402336"/>
          </a:xfrm>
        </p:spPr>
        <p:txBody>
          <a:bodyPr/>
          <a:lstStyle/>
          <a:p>
            <a:r>
              <a:rPr lang="en-US"/>
              <a:t>[Headline]</a:t>
            </a:r>
          </a:p>
        </p:txBody>
      </p:sp>
      <p:sp>
        <p:nvSpPr>
          <p:cNvPr id="16" name="Subtitle">
            <a:extLst>
              <a:ext uri="{FF2B5EF4-FFF2-40B4-BE49-F238E27FC236}">
                <a16:creationId xmlns:a16="http://schemas.microsoft.com/office/drawing/2014/main" id="{CC8B6AEB-2296-4549-87D0-49F08B4C71FF}"/>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7">
            <a:extLst>
              <a:ext uri="{FF2B5EF4-FFF2-40B4-BE49-F238E27FC236}">
                <a16:creationId xmlns:a16="http://schemas.microsoft.com/office/drawing/2014/main" id="{57CDD6C3-53CF-450B-8B7B-8A52F71753C1}"/>
              </a:ext>
            </a:extLst>
          </p:cNvPr>
          <p:cNvSpPr>
            <a:spLocks noGrp="1"/>
          </p:cNvSpPr>
          <p:nvPr>
            <p:ph sz="quarter" idx="15" hasCustomPrompt="1"/>
          </p:nvPr>
        </p:nvSpPr>
        <p:spPr>
          <a:xfrm>
            <a:off x="4955381" y="658359"/>
            <a:ext cx="3770710" cy="5547179"/>
          </a:xfr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2" name="Content Placeholder 11">
            <a:extLst>
              <a:ext uri="{FF2B5EF4-FFF2-40B4-BE49-F238E27FC236}">
                <a16:creationId xmlns:a16="http://schemas.microsoft.com/office/drawing/2014/main" id="{DEA9980B-9E8C-48EE-BD53-C3492F26F282}"/>
              </a:ext>
            </a:extLst>
          </p:cNvPr>
          <p:cNvSpPr>
            <a:spLocks noGrp="1"/>
          </p:cNvSpPr>
          <p:nvPr>
            <p:ph sz="quarter" idx="16" hasCustomPrompt="1"/>
          </p:nvPr>
        </p:nvSpPr>
        <p:spPr>
          <a:xfrm>
            <a:off x="425053" y="1955800"/>
            <a:ext cx="3756422" cy="42687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52FB4F1E-E497-4D79-93C7-386C37A7B0A7}"/>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86738319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hart Horizontal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418D80B-A5CF-4327-A51F-6000F69F8C09}"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963271"/>
            <a:ext cx="8300813" cy="519887"/>
          </a:xfrm>
        </p:spPr>
        <p:txBody>
          <a:bodyPr>
            <a:noAutofit/>
          </a:bodyPr>
          <a:lstStyle>
            <a:lvl1pPr marL="0" indent="0">
              <a:buFont typeface="Arial" panose="020B0604020202020204" pitchFamily="34" charset="0"/>
              <a:buChar char="​"/>
              <a:defRPr sz="9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chart description]</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8308181" cy="3579813"/>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13" name="Text Placeholder 11">
            <a:extLst>
              <a:ext uri="{FF2B5EF4-FFF2-40B4-BE49-F238E27FC236}">
                <a16:creationId xmlns:a16="http://schemas.microsoft.com/office/drawing/2014/main" id="{6562D629-70CF-4A6E-823A-4CE780E7E6EE}"/>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383787235"/>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23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hart - Horizontal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372"/>
            <a:ext cx="8300813" cy="84691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8300812" cy="3580266"/>
          </a:xfrm>
        </p:spPr>
        <p:txBody>
          <a:bodyPr anchor="ctr"/>
          <a:lstStyle>
            <a:lvl1pPr marL="0" indent="0" algn="ctr">
              <a:buNone/>
              <a:defRPr/>
            </a:lvl1pPr>
            <a:lvl2pPr marL="127397" indent="0">
              <a:buNone/>
              <a:defRPr/>
            </a:lvl2pPr>
          </a:lstStyle>
          <a:p>
            <a:pPr lvl="0"/>
            <a:r>
              <a:rPr lang="en-US"/>
              <a:t>[Click respective icon to add CHART or TABLE - text]</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9509A895-CE51-44A1-94BD-95BA266C84DC}"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FDDBD480-B1AF-4EEE-8DD4-F0B03CCCA0FC}"/>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818869268"/>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har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1793B0B-E50E-4C0F-9173-1EE4775A4F5F}"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3763565" cy="3580267"/>
          </a:xfrm>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620372"/>
            <a:ext cx="3756422"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0" name="Text Placeholder 9">
            <a:extLst>
              <a:ext uri="{FF2B5EF4-FFF2-40B4-BE49-F238E27FC236}">
                <a16:creationId xmlns:a16="http://schemas.microsoft.com/office/drawing/2014/main" id="{98D7469F-53F4-4AF0-A09F-A916E41A182F}"/>
              </a:ext>
            </a:extLst>
          </p:cNvPr>
          <p:cNvSpPr>
            <a:spLocks noGrp="1"/>
          </p:cNvSpPr>
          <p:nvPr>
            <p:ph type="body" sz="quarter" idx="18" hasCustomPrompt="1"/>
          </p:nvPr>
        </p:nvSpPr>
        <p:spPr>
          <a:xfrm>
            <a:off x="4955381" y="1626515"/>
            <a:ext cx="3768329"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3" name="Content Placeholder 12">
            <a:extLst>
              <a:ext uri="{FF2B5EF4-FFF2-40B4-BE49-F238E27FC236}">
                <a16:creationId xmlns:a16="http://schemas.microsoft.com/office/drawing/2014/main" id="{39ADCA5E-1AD1-499E-B9EF-61B9559227BF}"/>
              </a:ext>
            </a:extLst>
          </p:cNvPr>
          <p:cNvSpPr>
            <a:spLocks noGrp="1"/>
          </p:cNvSpPr>
          <p:nvPr>
            <p:ph sz="quarter" idx="19" hasCustomPrompt="1"/>
          </p:nvPr>
        </p:nvSpPr>
        <p:spPr>
          <a:xfrm>
            <a:off x="4955382" y="2631019"/>
            <a:ext cx="3770710" cy="3574520"/>
          </a:xfrm>
        </p:spPr>
        <p:txBody>
          <a:bodyPr anchor="ctr"/>
          <a:lstStyle>
            <a:lvl1pPr marL="0" indent="0" algn="ctr">
              <a:buNone/>
              <a:defRPr/>
            </a:lvl1pPr>
            <a:lvl2pPr marL="127397" indent="0" algn="ctr">
              <a:buNone/>
              <a:defRPr/>
            </a:lvl2pPr>
            <a:lvl3pPr marL="255984" indent="0" algn="ctr">
              <a:buNone/>
              <a:defRPr/>
            </a:lvl3pPr>
            <a:lvl4pPr marL="388144" indent="0" algn="ctr">
              <a:buNone/>
              <a:defRPr/>
            </a:lvl4pPr>
            <a:lvl5pPr marL="515540" indent="0" algn="ctr">
              <a:buNone/>
              <a:defRPr/>
            </a:lvl5pPr>
          </a:lstStyle>
          <a:p>
            <a:pPr lvl="0"/>
            <a:r>
              <a:rPr lang="en-US"/>
              <a:t>[Click respective icon to add CHART or TABL </a:t>
            </a:r>
            <a:br>
              <a:rPr lang="en-US"/>
            </a:br>
            <a:r>
              <a:rPr lang="en-US"/>
              <a:t>– not text]</a:t>
            </a:r>
          </a:p>
        </p:txBody>
      </p:sp>
      <p:sp>
        <p:nvSpPr>
          <p:cNvPr id="17" name="Text Placeholder 11">
            <a:extLst>
              <a:ext uri="{FF2B5EF4-FFF2-40B4-BE49-F238E27FC236}">
                <a16:creationId xmlns:a16="http://schemas.microsoft.com/office/drawing/2014/main" id="{00E0D18E-E349-4199-8AD8-798BD2B67B93}"/>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556914298"/>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02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hart + Statem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4019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2777988" y="2619376"/>
            <a:ext cx="5948104"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4" y="2619376"/>
            <a:ext cx="2263378"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4A0D5033-1383-4A3E-B39C-095AE64D2F81}"/>
              </a:ext>
            </a:extLst>
          </p:cNvPr>
          <p:cNvSpPr>
            <a:spLocks noGrp="1"/>
          </p:cNvSpPr>
          <p:nvPr>
            <p:ph type="body" sz="quarter" idx="18"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7C7DF463-1855-48AC-B3A0-55C33F1D02AF}"/>
              </a:ext>
            </a:extLst>
          </p:cNvPr>
          <p:cNvSpPr>
            <a:spLocks noGrp="1"/>
          </p:cNvSpPr>
          <p:nvPr>
            <p:ph type="dt" sz="half" idx="19"/>
          </p:nvPr>
        </p:nvSpPr>
        <p:spPr/>
        <p:txBody>
          <a:bodyPr/>
          <a:lstStyle/>
          <a:p>
            <a:fld id="{B831B734-A14F-45CC-8F05-A4027F436A02}" type="datetime4">
              <a:rPr lang="en-US" smtClean="0"/>
              <a:t>August 13, 2025</a:t>
            </a:fld>
            <a:endParaRPr lang="en-US"/>
          </a:p>
        </p:txBody>
      </p:sp>
      <p:sp>
        <p:nvSpPr>
          <p:cNvPr id="10" name="Footer Placeholder 9">
            <a:extLst>
              <a:ext uri="{FF2B5EF4-FFF2-40B4-BE49-F238E27FC236}">
                <a16:creationId xmlns:a16="http://schemas.microsoft.com/office/drawing/2014/main" id="{71C88B21-12B8-4D5F-8A52-929A02C861B4}"/>
              </a:ext>
            </a:extLst>
          </p:cNvPr>
          <p:cNvSpPr>
            <a:spLocks noGrp="1"/>
          </p:cNvSpPr>
          <p:nvPr>
            <p:ph type="ftr" sz="quarter" idx="20"/>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348F557C-D16B-4CE5-8BC7-3F8FFDF7BDA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3929522713"/>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hart + Statement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33472"/>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4146722"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955382" y="2619376"/>
            <a:ext cx="3770711"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87CA155A-6D49-4189-8F3E-D1285ED95A63}"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83E662A7-7337-4375-8FBD-2C58ABD0FD30}"/>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835681285"/>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hart + Statement 3">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955382" y="1620838"/>
            <a:ext cx="3768488" cy="4578804"/>
          </a:xfrm>
          <a:noFill/>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839"/>
            <a:ext cx="3756197" cy="138077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279" y="3187148"/>
            <a:ext cx="3758184" cy="3012494"/>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1B4F4F77-9A2B-4737-BA70-D740FA483E31}"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584230B6-CE03-406A-A8B9-AF79603282F2}"/>
              </a:ext>
            </a:extLst>
          </p:cNvPr>
          <p:cNvSpPr>
            <a:spLocks noGrp="1"/>
          </p:cNvSpPr>
          <p:nvPr>
            <p:ph type="body" sz="quarter" idx="21"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280057958"/>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500" b="1">
                <a:solidFill>
                  <a:schemeClr val="tx1"/>
                </a:solidFill>
              </a:rPr>
              <a:t>STATEMENTS</a:t>
            </a:r>
          </a:p>
        </p:txBody>
      </p:sp>
      <p:cxnSp>
        <p:nvCxnSpPr>
          <p:cNvPr id="7" name="Straight Connector 6">
            <a:extLst>
              <a:ext uri="{FF2B5EF4-FFF2-40B4-BE49-F238E27FC236}">
                <a16:creationId xmlns:a16="http://schemas.microsoft.com/office/drawing/2014/main" id="{1DAF5C6A-388A-484C-AEAA-7BCB499E94DF}"/>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5888FA7-2A1A-4874-98B9-3B720BD792D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C172B1-DF0E-4CE0-AEB3-F868FD9BB511}"/>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F11157C7-05A1-4D05-B093-C45200431401}"/>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53AB89-B579-40A2-A45F-C998312F234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8C9D9C7-E5A3-4D6B-815C-7C50ED95A66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90D678A-4A53-4825-A8C8-2E41F37538B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5A14AB5-498F-45C4-B959-F77686F7543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27CF6AE5-5728-49B5-A091-838270986899}"/>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644E28C4-627F-4DC1-9867-5826935BBCAD}"/>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10FB4F55-AF46-48E0-8A55-A84790B2152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91AF0EF9-C095-493D-8D58-CF0051BBC8AA}"/>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AF24E30-80E1-4A53-8234-8180FD9F3A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D4565451-C81A-4169-B074-B56587D2B4F9}"/>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4E6E9D55-09A7-451C-B8F6-5F39D700EB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771A270-9236-45E7-BD6C-EC500D27E845}"/>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489B6575-A703-4D35-8918-C3092A4E809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AFD99288-F9E7-4704-BC41-3A2C084EB4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12BD27E8-EDA0-4E6A-9739-6581B53A7C9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EF88D58F-4462-4DF3-BF0C-0F09DD04E76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FD5C9B5E-210E-433C-893D-A593ADD3307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40C2F764-2F27-4DAC-85C1-101A7DF994B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0E64038-8A8E-4630-92AB-70AC9BBDCECB}"/>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023E805E-EFAF-482C-8084-42F0D05C4C7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F9EDA505-628C-4F2A-BB06-40C8004E7B9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EB345A7A-249A-48EB-B843-7407729C566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C2BE5264-C900-4080-AB09-BF134465C0F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3845E0E6-DB45-440B-A034-E91F93DD1B9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F6D2A7E5-00F3-43EE-A90F-C3D40704CCB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E7B4A1F-4FE0-48D2-9D16-222D58BA05E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A47CF8EE-3B1B-4923-985C-859F2358FD7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C1849A1C-3156-43D7-A2FE-EF46E4E82F16}"/>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F72FDDF5-C1B9-4586-A605-0182140AD94F}"/>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F9B7B91D-1668-457C-BA0A-33CFB01CB1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2A12989A-4407-4184-BCCD-74CCC326B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13BBD901-B338-4FEA-8B21-FB62106433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88848E62-84F6-46AC-B2BE-67064B4173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EFC4B50D-7EB7-4B6A-A6F5-FE6B1E96BC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E43379E1-DC55-4140-9174-A06C030F1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EC3E32EA-3034-475A-9D02-FAA3C044C6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C90EF1DD-E0E5-4614-BED5-B6BA263E51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4CD71F67-DAFB-4BD7-8668-38DB781FDA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46EE932B-B325-4C1E-8C86-9F9237EFA7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4168515083"/>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tatem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588-04E1-4131-BD9B-DCF315B19B69}"/>
              </a:ext>
            </a:extLst>
          </p:cNvPr>
          <p:cNvSpPr>
            <a:spLocks noGrp="1"/>
          </p:cNvSpPr>
          <p:nvPr>
            <p:ph type="title" hasCustomPrompt="1"/>
          </p:nvPr>
        </p:nvSpPr>
        <p:spPr>
          <a:xfrm>
            <a:off x="1118937" y="1298576"/>
            <a:ext cx="6911276" cy="4395787"/>
          </a:xfrm>
        </p:spPr>
        <p:txBody>
          <a:bodyPr anchor="ctr"/>
          <a:lstStyle>
            <a:lvl1pPr algn="ctr">
              <a:defRPr sz="4950">
                <a:solidFill>
                  <a:schemeClr val="bg1"/>
                </a:solidFill>
              </a:defRPr>
            </a:lvl1pPr>
          </a:lstStyle>
          <a:p>
            <a:r>
              <a:rPr lang="en-US"/>
              <a:t>[Add large heroic statement]</a:t>
            </a:r>
          </a:p>
        </p:txBody>
      </p:sp>
      <p:sp>
        <p:nvSpPr>
          <p:cNvPr id="8" name="Picture Placeholder 7">
            <a:extLst>
              <a:ext uri="{FF2B5EF4-FFF2-40B4-BE49-F238E27FC236}">
                <a16:creationId xmlns:a16="http://schemas.microsoft.com/office/drawing/2014/main" id="{BF7B47CD-8901-46EE-AB48-D0A3C468D400}"/>
              </a:ext>
            </a:extLst>
          </p:cNvPr>
          <p:cNvSpPr>
            <a:spLocks noGrp="1"/>
          </p:cNvSpPr>
          <p:nvPr>
            <p:ph type="pic" sz="quarter" idx="13" hasCustomPrompt="1"/>
          </p:nvPr>
        </p:nvSpPr>
        <p:spPr>
          <a:xfrm>
            <a:off x="0" y="0"/>
            <a:ext cx="9144000" cy="6858000"/>
          </a:xfrm>
          <a:blipFill>
            <a:blip r:embed="rId2"/>
            <a:stretch>
              <a:fillRect/>
            </a:stretch>
          </a:blipFill>
        </p:spPr>
        <p:txBody>
          <a:bodyPr anchor="ctr"/>
          <a:lstStyle>
            <a:lvl1pPr marL="0" indent="0" algn="ctr">
              <a:buNone/>
              <a:defRPr/>
            </a:lvl1pPr>
          </a:lstStyle>
          <a:p>
            <a:r>
              <a:rPr lang="en-US"/>
              <a:t>[Click to insert photo and then “Send to back” to place image in background and add statement text]</a:t>
            </a:r>
          </a:p>
        </p:txBody>
      </p:sp>
      <p:sp>
        <p:nvSpPr>
          <p:cNvPr id="3" name="Date Placeholder 2">
            <a:extLst>
              <a:ext uri="{FF2B5EF4-FFF2-40B4-BE49-F238E27FC236}">
                <a16:creationId xmlns:a16="http://schemas.microsoft.com/office/drawing/2014/main" id="{A98E6D8A-9554-4696-A034-5A1654A0755B}"/>
              </a:ext>
            </a:extLst>
          </p:cNvPr>
          <p:cNvSpPr>
            <a:spLocks noGrp="1"/>
          </p:cNvSpPr>
          <p:nvPr>
            <p:ph type="dt" sz="half" idx="10"/>
          </p:nvPr>
        </p:nvSpPr>
        <p:spPr/>
        <p:txBody>
          <a:bodyPr/>
          <a:lstStyle>
            <a:lvl1pPr>
              <a:defRPr>
                <a:solidFill>
                  <a:schemeClr val="bg1"/>
                </a:solidFill>
              </a:defRPr>
            </a:lvl1pPr>
          </a:lstStyle>
          <a:p>
            <a:fld id="{68707663-29EE-4A9F-A2A7-32FFF02326EF}" type="datetime4">
              <a:rPr lang="en-US" smtClean="0"/>
              <a:t>August 13, 2025</a:t>
            </a:fld>
            <a:endParaRPr lang="en-US"/>
          </a:p>
        </p:txBody>
      </p:sp>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1" name="Floating Logo">
            <a:extLst>
              <a:ext uri="{FF2B5EF4-FFF2-40B4-BE49-F238E27FC236}">
                <a16:creationId xmlns:a16="http://schemas.microsoft.com/office/drawing/2014/main" id="{D19E0574-FA1E-41F6-9CE8-9CFC9DEDB950}"/>
              </a:ext>
            </a:extLst>
          </p:cNvPr>
          <p:cNvSpPr>
            <a:spLocks noGrp="1"/>
          </p:cNvSpPr>
          <p:nvPr>
            <p:ph type="media" sz="quarter" idx="14" hasCustomPrompt="1"/>
          </p:nvPr>
        </p:nvSpPr>
        <p:spPr>
          <a:xfrm>
            <a:off x="418422" y="6388488"/>
            <a:ext cx="1021842" cy="365760"/>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stStyle>
          <a:p>
            <a:r>
              <a:rPr lang="en-US"/>
              <a:t>.</a:t>
            </a:r>
          </a:p>
        </p:txBody>
      </p:sp>
      <p:sp>
        <p:nvSpPr>
          <p:cNvPr id="4" name="Footer Placeholder 3">
            <a:extLst>
              <a:ext uri="{FF2B5EF4-FFF2-40B4-BE49-F238E27FC236}">
                <a16:creationId xmlns:a16="http://schemas.microsoft.com/office/drawing/2014/main" id="{610AE6FA-0293-47D8-BFDE-558FA757AB35}"/>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Tree>
    <p:extLst>
      <p:ext uri="{BB962C8B-B14F-4D97-AF65-F5344CB8AC3E}">
        <p14:creationId xmlns:p14="http://schemas.microsoft.com/office/powerpoint/2010/main" val="3515127287"/>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tatement 1">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29A5EA06-5AA7-4C4A-BB24-B846C0939AE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591" cy="402336"/>
          </a:xfrm>
        </p:spPr>
        <p:txBody>
          <a:bodyPr/>
          <a:lstStyle/>
          <a:p>
            <a:r>
              <a:rPr lang="en-US"/>
              <a:t>[Headline]</a:t>
            </a:r>
          </a:p>
        </p:txBody>
      </p:sp>
      <p:cxnSp>
        <p:nvCxnSpPr>
          <p:cNvPr id="14" name="Straight Connector 13">
            <a:extLst>
              <a:ext uri="{FF2B5EF4-FFF2-40B4-BE49-F238E27FC236}">
                <a16:creationId xmlns:a16="http://schemas.microsoft.com/office/drawing/2014/main" id="{5A42405A-5D83-4617-9FE2-B7A0CF9CA75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7E4AAC-4615-4520-950F-6DECB0F97A3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A4FAF3-AAB7-4DE1-BE7D-735AAF585A3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4A35962A-EF6D-4DFF-BD5E-78D4F6405DF9}"/>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2" name="Group 71">
            <a:extLst>
              <a:ext uri="{FF2B5EF4-FFF2-40B4-BE49-F238E27FC236}">
                <a16:creationId xmlns:a16="http://schemas.microsoft.com/office/drawing/2014/main" id="{C9EF36A5-0C9F-40DE-8FDA-5693BB177AF1}"/>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D81B35B0-23B4-4E6C-AED2-049162C7FC29}"/>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5E324E88-6DC3-4C19-8B7E-477E395AE60B}"/>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DBB87E47-1C85-4019-81C5-CF5BBBEF54B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8E49A1-D77B-45C3-9556-B6020B4F2F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6CC59DF-505F-44BE-A966-28D32E8B711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BA1CD1E-3999-4A4D-B21E-781C4DC428C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8C93A5-E521-4BB3-937C-E61DCCB955BB}"/>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5468C9-336C-4D1D-B9E1-18F7EC98BD42}"/>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54B7CF5-11F6-416B-91E5-FC3A132CF62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4D77718-9D7C-411F-A1A9-5BDFEF1885BC}"/>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06FD42-A7DB-46DF-8AAC-3BCB2CAA791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89FFFB7-D759-48BE-B967-C358B988C553}"/>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2D6BE6E-EA88-4988-AAC0-D25B66BBA9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EA53685-D3B1-4CD9-9DF8-7780BB32493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5061034-43D6-4814-895A-6D048C5F55FE}"/>
              </a:ext>
            </a:extLst>
          </p:cNvPr>
          <p:cNvGrpSpPr/>
          <p:nvPr/>
        </p:nvGrpSpPr>
        <p:grpSpPr>
          <a:xfrm>
            <a:off x="-994" y="6871034"/>
            <a:ext cx="9144000" cy="143299"/>
            <a:chOff x="-1325" y="6871033"/>
            <a:chExt cx="12192000" cy="143299"/>
          </a:xfrm>
        </p:grpSpPr>
        <p:sp>
          <p:nvSpPr>
            <p:cNvPr id="88" name="Rectangle 87">
              <a:extLst>
                <a:ext uri="{FF2B5EF4-FFF2-40B4-BE49-F238E27FC236}">
                  <a16:creationId xmlns:a16="http://schemas.microsoft.com/office/drawing/2014/main" id="{DCB14D5E-9792-4CE3-BD9C-FF75A24AFAE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89" name="Rectangle 88">
              <a:extLst>
                <a:ext uri="{FF2B5EF4-FFF2-40B4-BE49-F238E27FC236}">
                  <a16:creationId xmlns:a16="http://schemas.microsoft.com/office/drawing/2014/main" id="{29BBDE38-A88B-4DE4-83C9-D1C30C7F366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0" name="Rectangle 89">
            <a:extLst>
              <a:ext uri="{FF2B5EF4-FFF2-40B4-BE49-F238E27FC236}">
                <a16:creationId xmlns:a16="http://schemas.microsoft.com/office/drawing/2014/main" id="{A2AC1B44-487E-42F8-AD26-B41D6DCC03C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6" name="Rectangle 65">
            <a:extLst>
              <a:ext uri="{FF2B5EF4-FFF2-40B4-BE49-F238E27FC236}">
                <a16:creationId xmlns:a16="http://schemas.microsoft.com/office/drawing/2014/main" id="{0297C9D0-BCD0-44CB-AC47-5FBA2D59BC4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7" name="Group 66">
            <a:extLst>
              <a:ext uri="{FF2B5EF4-FFF2-40B4-BE49-F238E27FC236}">
                <a16:creationId xmlns:a16="http://schemas.microsoft.com/office/drawing/2014/main" id="{510E3827-127A-4825-960C-1B5D243AAEB3}"/>
              </a:ext>
            </a:extLst>
          </p:cNvPr>
          <p:cNvGrpSpPr/>
          <p:nvPr/>
        </p:nvGrpSpPr>
        <p:grpSpPr>
          <a:xfrm>
            <a:off x="9192986" y="1051487"/>
            <a:ext cx="954405" cy="3085386"/>
            <a:chOff x="12257314" y="1051487"/>
            <a:chExt cx="1272540" cy="3085386"/>
          </a:xfrm>
        </p:grpSpPr>
        <p:sp>
          <p:nvSpPr>
            <p:cNvPr id="68" name="Rectangle 67">
              <a:extLst>
                <a:ext uri="{FF2B5EF4-FFF2-40B4-BE49-F238E27FC236}">
                  <a16:creationId xmlns:a16="http://schemas.microsoft.com/office/drawing/2014/main" id="{C70EEEEA-F723-4CEB-AD92-EB70A4A8247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69" name="TextBox 68">
              <a:extLst>
                <a:ext uri="{FF2B5EF4-FFF2-40B4-BE49-F238E27FC236}">
                  <a16:creationId xmlns:a16="http://schemas.microsoft.com/office/drawing/2014/main" id="{71E7E9EB-73B1-4CB3-AFAB-90642BDFA4E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0" name="Freeform: Shape 69">
              <a:extLst>
                <a:ext uri="{FF2B5EF4-FFF2-40B4-BE49-F238E27FC236}">
                  <a16:creationId xmlns:a16="http://schemas.microsoft.com/office/drawing/2014/main" id="{95453F72-3D9E-4513-BA9A-991BD9D0153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TextBox 124">
              <a:extLst>
                <a:ext uri="{FF2B5EF4-FFF2-40B4-BE49-F238E27FC236}">
                  <a16:creationId xmlns:a16="http://schemas.microsoft.com/office/drawing/2014/main" id="{888FAA3C-B2D2-4BF1-8DFA-DB26B9094A5B}"/>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6" name="Freeform: Shape 125">
              <a:extLst>
                <a:ext uri="{FF2B5EF4-FFF2-40B4-BE49-F238E27FC236}">
                  <a16:creationId xmlns:a16="http://schemas.microsoft.com/office/drawing/2014/main" id="{453173D5-5B01-43C4-A1B7-A11B66DC6E2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Freeform: Shape 126">
              <a:extLst>
                <a:ext uri="{FF2B5EF4-FFF2-40B4-BE49-F238E27FC236}">
                  <a16:creationId xmlns:a16="http://schemas.microsoft.com/office/drawing/2014/main" id="{494AE2AC-956F-42C7-B9CD-33D6C3FFB94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TextBox 127">
              <a:extLst>
                <a:ext uri="{FF2B5EF4-FFF2-40B4-BE49-F238E27FC236}">
                  <a16:creationId xmlns:a16="http://schemas.microsoft.com/office/drawing/2014/main" id="{E16440AB-0342-44FB-B9D8-8900CDE6D1E4}"/>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29" name="Picture 128">
              <a:extLst>
                <a:ext uri="{FF2B5EF4-FFF2-40B4-BE49-F238E27FC236}">
                  <a16:creationId xmlns:a16="http://schemas.microsoft.com/office/drawing/2014/main" id="{060F8DDD-E0AB-4C62-A873-B8A380D556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0" name="Rectangle 129">
              <a:extLst>
                <a:ext uri="{FF2B5EF4-FFF2-40B4-BE49-F238E27FC236}">
                  <a16:creationId xmlns:a16="http://schemas.microsoft.com/office/drawing/2014/main" id="{28C2DBDC-B004-48A0-8DBE-7C2CE99CC06F}"/>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1" name="Rectangle 130">
              <a:extLst>
                <a:ext uri="{FF2B5EF4-FFF2-40B4-BE49-F238E27FC236}">
                  <a16:creationId xmlns:a16="http://schemas.microsoft.com/office/drawing/2014/main" id="{A6FB9589-26A1-4B96-BB53-E76006A2CF3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2" name="Rectangle 131">
              <a:extLst>
                <a:ext uri="{FF2B5EF4-FFF2-40B4-BE49-F238E27FC236}">
                  <a16:creationId xmlns:a16="http://schemas.microsoft.com/office/drawing/2014/main" id="{D987A984-CA4B-4FAD-A192-60298D6F66DC}"/>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E2A21E2F-AC74-46A5-A8B2-ED280F5A0924}"/>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4" name="Group 133">
              <a:extLst>
                <a:ext uri="{FF2B5EF4-FFF2-40B4-BE49-F238E27FC236}">
                  <a16:creationId xmlns:a16="http://schemas.microsoft.com/office/drawing/2014/main" id="{C991D2D1-37BD-4DB5-8C15-E509488FD147}"/>
                </a:ext>
              </a:extLst>
            </p:cNvPr>
            <p:cNvGrpSpPr/>
            <p:nvPr/>
          </p:nvGrpSpPr>
          <p:grpSpPr>
            <a:xfrm>
              <a:off x="12364752" y="2345932"/>
              <a:ext cx="1055431" cy="88186"/>
              <a:chOff x="914335" y="6913770"/>
              <a:chExt cx="1109884" cy="100584"/>
            </a:xfrm>
            <a:noFill/>
          </p:grpSpPr>
          <p:sp>
            <p:nvSpPr>
              <p:cNvPr id="145" name="Rectangle 144">
                <a:extLst>
                  <a:ext uri="{FF2B5EF4-FFF2-40B4-BE49-F238E27FC236}">
                    <a16:creationId xmlns:a16="http://schemas.microsoft.com/office/drawing/2014/main" id="{6F86FE8A-D0F3-4FB1-A530-438ADB2AF07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6" name="Rectangle 145">
                <a:extLst>
                  <a:ext uri="{FF2B5EF4-FFF2-40B4-BE49-F238E27FC236}">
                    <a16:creationId xmlns:a16="http://schemas.microsoft.com/office/drawing/2014/main" id="{FD46E44C-6113-4275-AA96-3D95006864A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7" name="Rectangle 146">
                <a:extLst>
                  <a:ext uri="{FF2B5EF4-FFF2-40B4-BE49-F238E27FC236}">
                    <a16:creationId xmlns:a16="http://schemas.microsoft.com/office/drawing/2014/main" id="{1E3BB438-AA01-451D-94A9-5498B89060F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8" name="Rectangle 147">
                <a:extLst>
                  <a:ext uri="{FF2B5EF4-FFF2-40B4-BE49-F238E27FC236}">
                    <a16:creationId xmlns:a16="http://schemas.microsoft.com/office/drawing/2014/main" id="{79B99A97-B69B-46F7-BCE8-84B3E99244B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49" name="Rectangle 148">
                <a:extLst>
                  <a:ext uri="{FF2B5EF4-FFF2-40B4-BE49-F238E27FC236}">
                    <a16:creationId xmlns:a16="http://schemas.microsoft.com/office/drawing/2014/main" id="{29455D27-8897-459E-8721-0DDA7823B55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0" name="Rectangle 149">
                <a:extLst>
                  <a:ext uri="{FF2B5EF4-FFF2-40B4-BE49-F238E27FC236}">
                    <a16:creationId xmlns:a16="http://schemas.microsoft.com/office/drawing/2014/main" id="{87FADDB2-5C72-4901-8998-E973D33AEE90}"/>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1" name="Rectangle 150">
                <a:extLst>
                  <a:ext uri="{FF2B5EF4-FFF2-40B4-BE49-F238E27FC236}">
                    <a16:creationId xmlns:a16="http://schemas.microsoft.com/office/drawing/2014/main" id="{9523858B-646D-4E18-A740-82E192BDB5D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2" name="Rectangle 151">
                <a:extLst>
                  <a:ext uri="{FF2B5EF4-FFF2-40B4-BE49-F238E27FC236}">
                    <a16:creationId xmlns:a16="http://schemas.microsoft.com/office/drawing/2014/main" id="{BB123319-FC29-4C57-B255-F46BD2FAF26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3" name="Rectangle 152">
                <a:extLst>
                  <a:ext uri="{FF2B5EF4-FFF2-40B4-BE49-F238E27FC236}">
                    <a16:creationId xmlns:a16="http://schemas.microsoft.com/office/drawing/2014/main" id="{4CA01E45-8A22-420C-A847-D454B168C865}"/>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4" name="Rectangle 153">
                <a:extLst>
                  <a:ext uri="{FF2B5EF4-FFF2-40B4-BE49-F238E27FC236}">
                    <a16:creationId xmlns:a16="http://schemas.microsoft.com/office/drawing/2014/main" id="{963634B5-AAC3-44B5-B0D3-628E57C9FD6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5" name="Graphic 134" descr="Close with solid fill">
              <a:extLst>
                <a:ext uri="{FF2B5EF4-FFF2-40B4-BE49-F238E27FC236}">
                  <a16:creationId xmlns:a16="http://schemas.microsoft.com/office/drawing/2014/main" id="{8D2279F7-0C9C-4E51-9FB4-5E6623AD1C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36" name="Graphic 135" descr="Close with solid fill">
              <a:extLst>
                <a:ext uri="{FF2B5EF4-FFF2-40B4-BE49-F238E27FC236}">
                  <a16:creationId xmlns:a16="http://schemas.microsoft.com/office/drawing/2014/main" id="{0C31225C-1ADB-4355-99BB-904BB6A51D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37" name="Graphic 136" descr="Close with solid fill">
              <a:extLst>
                <a:ext uri="{FF2B5EF4-FFF2-40B4-BE49-F238E27FC236}">
                  <a16:creationId xmlns:a16="http://schemas.microsoft.com/office/drawing/2014/main" id="{44579A1A-1733-4E11-B026-998B84CA12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38" name="Graphic 137" descr="Close with solid fill">
              <a:extLst>
                <a:ext uri="{FF2B5EF4-FFF2-40B4-BE49-F238E27FC236}">
                  <a16:creationId xmlns:a16="http://schemas.microsoft.com/office/drawing/2014/main" id="{ADA88A87-03D6-4584-8836-B230DC60AB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39" name="Graphic 138" descr="Close with solid fill">
              <a:extLst>
                <a:ext uri="{FF2B5EF4-FFF2-40B4-BE49-F238E27FC236}">
                  <a16:creationId xmlns:a16="http://schemas.microsoft.com/office/drawing/2014/main" id="{AE3F76C9-0210-42C4-B398-C5E011481E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40" name="Graphic 139" descr="Close with solid fill">
              <a:extLst>
                <a:ext uri="{FF2B5EF4-FFF2-40B4-BE49-F238E27FC236}">
                  <a16:creationId xmlns:a16="http://schemas.microsoft.com/office/drawing/2014/main" id="{03E12753-F9F3-45F7-BBF6-98126B643E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41" name="Graphic 140" descr="Close with solid fill">
              <a:extLst>
                <a:ext uri="{FF2B5EF4-FFF2-40B4-BE49-F238E27FC236}">
                  <a16:creationId xmlns:a16="http://schemas.microsoft.com/office/drawing/2014/main" id="{21FACDFF-5BE9-4FDB-AD4E-80529CBCF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42" name="Graphic 141" descr="Close with solid fill">
              <a:extLst>
                <a:ext uri="{FF2B5EF4-FFF2-40B4-BE49-F238E27FC236}">
                  <a16:creationId xmlns:a16="http://schemas.microsoft.com/office/drawing/2014/main" id="{4CF35E32-76F3-4C85-BDBB-4421C6776E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43" name="Graphic 142" descr="Close with solid fill">
              <a:extLst>
                <a:ext uri="{FF2B5EF4-FFF2-40B4-BE49-F238E27FC236}">
                  <a16:creationId xmlns:a16="http://schemas.microsoft.com/office/drawing/2014/main" id="{05239F2F-1535-4B76-B809-47DFDD07DA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44" name="Graphic 143" descr="Close with solid fill">
              <a:extLst>
                <a:ext uri="{FF2B5EF4-FFF2-40B4-BE49-F238E27FC236}">
                  <a16:creationId xmlns:a16="http://schemas.microsoft.com/office/drawing/2014/main" id="{18B9E725-ACCF-439F-B592-2C4DCD3A87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92" name="SPG Commodity Insights Red White Small">
            <a:extLst>
              <a:ext uri="{FF2B5EF4-FFF2-40B4-BE49-F238E27FC236}">
                <a16:creationId xmlns:a16="http://schemas.microsoft.com/office/drawing/2014/main" id="{C74394C8-9C9A-4290-8639-76FCE67CCF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704136171"/>
      </p:ext>
    </p:extLst>
  </p:cSld>
  <p:clrMapOvr>
    <a:overrideClrMapping bg1="dk1" tx1="lt1" bg2="dk2" tx2="lt2" accent1="accent1" accent2="accent2" accent3="accent3" accent4="accent4" accent5="accent5" accent6="accent6" hlink="hlink" folHlink="folHlink"/>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FFC5683F-73CD-4288-B18D-5283064A4C0E}"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180" cy="402336"/>
          </a:xfrm>
        </p:spPr>
        <p:txBody>
          <a:bodyPr/>
          <a:lstStyle/>
          <a:p>
            <a:r>
              <a:rPr lang="en-US"/>
              <a:t>[Headline]</a:t>
            </a:r>
          </a:p>
        </p:txBody>
      </p:sp>
      <p:cxnSp>
        <p:nvCxnSpPr>
          <p:cNvPr id="13" name="Straight Connector 12">
            <a:extLst>
              <a:ext uri="{FF2B5EF4-FFF2-40B4-BE49-F238E27FC236}">
                <a16:creationId xmlns:a16="http://schemas.microsoft.com/office/drawing/2014/main" id="{E2B33203-91A6-4922-866A-9512AB1994C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600078-6923-4E76-A031-9A136210DC7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20EED7-676D-4E71-9B26-36360D4AAA94}"/>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89660DCA-5654-4FF6-9E58-703676E163C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Tree>
    <p:extLst>
      <p:ext uri="{BB962C8B-B14F-4D97-AF65-F5344CB8AC3E}">
        <p14:creationId xmlns:p14="http://schemas.microsoft.com/office/powerpoint/2010/main" val="3819044887"/>
      </p:ext>
    </p:extLst>
  </p:cSld>
  <p:clrMapOvr>
    <a:overrideClrMapping bg1="lt1" tx1="dk1" bg2="lt2" tx2="dk2" accent1="accent1" accent2="accent2" accent3="accent3" accent4="accent4" accent5="accent5" accent6="accent6" hlink="hlink" folHlink="folHlink"/>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Statement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0CCAE01-59DC-4E88-921F-BE5E9D9EB4FB}"/>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BD76DF5-41AA-496E-AD7A-32322B736E9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EE3360EA-5FA6-4D08-9718-F1BF67A6AD8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8F89F633-8F0A-4463-94A9-D54366C94E8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B05127F-839A-4F66-86C2-D800184D100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F77EA60-4120-4924-A485-FA03B46FCCC3}"/>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7EFF73C-4D7F-43FB-84FE-B1473BBA8C2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56D527E-7050-4614-BA55-88F48FDC4AF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CFC66347-E73B-493C-B928-B6BE1E675437}"/>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3D9D576-7829-4468-8DE6-C38299223D6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49D99A-5D11-43C1-90E6-9FE97FC1ED8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CB601F2-7B85-435F-BB06-36317A2C9EA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2B95BE-1474-4867-852C-47DCA74C6366}"/>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21C0D12-E9BD-451A-B9EC-6554EDF2FE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F7B9D41-9CEF-4F78-A5DB-F9F9C8636C75}"/>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EA5AF599-DAF4-488A-B747-AF4312CBE34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B3AAFD20-A15B-4A93-9447-65969ACB32EB}"/>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09A8B49A-889B-4A3E-9EF2-CBEB09152E4D}"/>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68FE3A5A-F8EE-4F91-82BA-79DDB2E057D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3E81-87D1-4D03-B83D-B596FE544F2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9D6D768-6506-4EF7-A74E-1E5BDEB67863}"/>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44A5A426-D0E5-4F75-933B-61F9FD642CE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EDA9AB74-C540-4FBB-92AD-C6F948ED2F82}"/>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B4A642CD-E837-4841-B3AC-730FA6F9A26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0F7ABF8A-5E41-484F-87C8-6AA11BD4FCD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B50D30E-021E-4F9A-9577-883CBDE389E0}"/>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6754433-1F0E-404A-AD88-DCB10D23766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C9244C70-215F-4F8E-AE58-256A7580B477}"/>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E2BA885-F367-4431-890E-C17203431A25}"/>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DBDE51A7-D85C-4504-84CE-D89B06F042D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B09D9DAB-39E4-4C71-947E-9F5E9D271A5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C078F8B6-1D4E-4B65-88E4-4642BA1B1AA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29322ACD-563F-47B0-BFF5-F9438ECFA396}"/>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F0EA45D4-B7FB-4A58-9739-77A77C5FAB6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920C5DDE-7DBC-4AFF-8943-F99A3815F94C}"/>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FDDB24A8-E3B4-4344-B5FB-63223B28D0F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B305AC3C-E5D5-4243-BF8B-8FDC3D86646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41CD2842-B43C-4E64-B84B-5F5A147F9B6F}"/>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FE5F16B3-2535-40CD-B74C-C0E53BFC3D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DBF89313-228E-473B-BEA0-8665ABCF5EC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174A8482-0540-461F-9571-2062BDF3E330}"/>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4937793B-6924-4642-9990-3CB721E5E98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828A350E-6A8B-422A-BA42-78DB87FD17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D6A99137-27FB-4892-89AF-959056D6AF0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BCB3F922-4F4B-4D8C-B4A2-0FAD2314B2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7ED8D7A1-2F06-4258-8DB2-18216B6E327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0B9D59CA-6F1E-4568-BCF0-8EFD342FCD2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9A715CD3-04D9-4C40-922E-D2377012EB8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8D42AD0F-4048-4ACC-9791-BF3D257942D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4558E6B7-6E50-400B-90FC-F0DD3F01893A}"/>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041357B8-CCC9-4A65-856D-D4C71997B77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94689AE3-3181-4FFC-A6AF-0383FC6E28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2A812D76-EC0E-4190-AB82-EFCCC43C90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809F1796-2844-4A26-B32D-7E16ACC5C3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3EA69EA2-4F0E-4771-A963-2E9E4FE11D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0BFFEDDD-38F6-4B12-AEF0-41EAACCE1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E5F2301C-8A20-4F32-857F-F3F395F789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24A10FC8-967F-47BD-B6F1-A156518C4A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DAA5347F-DC4E-425C-A5CA-322AA37B9F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AAB34BA6-D8E1-45E0-B2ED-337163FF4A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B670BC10-F70D-429C-A715-42AD2FBAD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8" name="SPG Commodity Insights White Small">
            <a:extLst>
              <a:ext uri="{FF2B5EF4-FFF2-40B4-BE49-F238E27FC236}">
                <a16:creationId xmlns:a16="http://schemas.microsoft.com/office/drawing/2014/main" id="{9A3F9BDF-9B2C-455B-919D-F638032C5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066552710"/>
      </p:ext>
    </p:extLst>
  </p:cSld>
  <p:clrMapOvr>
    <a:overrideClrMapping bg1="dk1" tx1="lt1" bg2="dk2" tx2="lt2" accent1="accent1" accent2="accent2" accent3="accent3" accent4="accent4" accent5="accent5" accent6="accent6" hlink="hlink" folHlink="folHlink"/>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Statement 4">
    <p:bg>
      <p:bgPr>
        <a:solidFill>
          <a:schemeClr val="accent4"/>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76289ED-5297-4B40-8A7D-2AF1FD9D8982}"/>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14933C35-8FB7-4792-A546-9B624E51758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BDA9D6CB-6B55-4666-A248-8F48F4E4B9D7}"/>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9D806C6E-553C-41D0-9D8B-3FAB01CCDB3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EF4A1F6-37A8-4B3A-B701-1DB303B530A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BAF6428-B544-4B1A-9B4E-B3228C12D724}"/>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CBE92EA-2E06-48AE-BE3D-899F8C358059}"/>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79289E-9F5B-474E-9823-1846DBA30BDE}"/>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1D058AB-B84D-45A7-BC1C-5F86C0DC1B4D}"/>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CA609629-0E68-4142-8D3A-A8CBCE218A5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089B6F-C903-4B4B-B22E-B56A23C6B33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7200BF-34D6-4C70-82BB-DE21C9BFABE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4FE2A4-8751-44F2-90C8-8E70E4611F1E}"/>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DFD487B-56F4-48EC-98BB-2DF393B374DF}"/>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D8DFF91-8285-49D4-B144-DC3528A06E42}"/>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26986B1-8E07-4822-A2D4-3DA23FF7E269}"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6651F310-4473-492A-8646-71B135833BB8}"/>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41399F9B-1E1A-49D1-A8A2-8A8C029F9DA0}"/>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3CCF4DD8-9D93-479A-BEE6-CDEDE668D79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1F34B2-BC24-46A8-93BC-F4F95FE89ED5}"/>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8A315E0-6708-4324-B051-6101E838E9B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69FC3DA2-C873-4C85-8A4C-55C762CB52B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272ECFE0-AA29-44E0-B78C-31603FA5C245}"/>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F0F70B8-F60C-4007-B731-B9A5D7B0EAB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018BCF-2E0C-4722-BC3B-6D150AF2B010}"/>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A5A77783-0DC1-41E5-A5E2-857F79AB477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A35FFAB8-E1D2-498F-A755-FAFD34D989B8}"/>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FD7E9518-F330-4C5E-8460-EB44A39095F2}"/>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AC6831B8-F288-499B-8848-7D97804A841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B8698CE5-6336-45F4-B645-706CFDF54E98}"/>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765757BE-A972-4929-BD53-61956A64E9E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A6992559-8EC0-4C53-B88E-8BA45734CC7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3F33F490-8CAD-42F3-BBBE-E86F9A521FF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C99AB6F7-2946-4E7D-8A42-DB059E06DBB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937482F5-77B2-443A-89C5-EAF55DD8544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61143E3F-86AE-4E13-B8EA-F219B4E176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EA768CD6-011E-4C4F-9434-E4B16D88BFE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B122D149-DD80-408D-95C6-AE87FB0F358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E75EC1F7-FA2F-4A12-9445-47E68FBCD1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3EE81256-556B-4774-9F67-79A3835C3CF2}"/>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89E8B432-6AE5-4631-AA4B-866BAC589107}"/>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D9395D4A-E53A-452D-919A-92B10159539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58D0FD11-853A-43B3-AAA1-29F1C8641D5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9846DDDE-EE7E-448B-B821-61968322CD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692FF33-425E-422C-B5AE-520F2F52CF4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5E9D8C32-5DAD-482C-B778-1A98276C582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D2DF2E17-9F90-40DB-BA30-972014620CF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8623FAC2-3BF3-481C-91D7-891AAD922DA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18E72956-5827-4177-8A1F-06C8F75252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B8B1EBC-1BB5-4F02-B89A-571DDE687D2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41C15DF4-BB39-4DDA-B291-1D25AEF4A96E}"/>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9532E042-934A-47CC-A6A8-CE8ABD8B9E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906E3CA1-927C-4C36-AF0B-B50CA9D868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25D31776-1DEF-4706-8B33-40F4658A31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2D0578BC-2454-443D-ADD5-DD80CA4C33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5F4FD564-71C1-4B9E-86C2-F5169172E5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63977EC0-E843-45B4-B898-743BC3CA93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3A8E0FB0-90D9-4DFC-90E6-85EFA5817E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F7DF3498-3B50-4B23-B23A-2C47C49BAD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FB73A2E0-B42E-4C83-A8EB-C23B326FD5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71AC6924-89E3-4DA7-BC00-7F1E5D8520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White Small">
            <a:extLst>
              <a:ext uri="{FF2B5EF4-FFF2-40B4-BE49-F238E27FC236}">
                <a16:creationId xmlns:a16="http://schemas.microsoft.com/office/drawing/2014/main" id="{033B8F3E-65F6-44F1-88AD-63E9673ECC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041342376"/>
      </p:ext>
    </p:extLst>
  </p:cSld>
  <p:clrMapOvr>
    <a:overrideClrMapping bg1="dk1" tx1="lt1" bg2="dk2" tx2="lt2" accent1="accent1" accent2="accent2" accent3="accent3" accent4="accent4" accent5="accent5" accent6="accent6" hlink="hlink" folHlink="folHlink"/>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Statement 5">
    <p:bg>
      <p:bgPr>
        <a:solidFill>
          <a:schemeClr val="accent5"/>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18EF48A9-D409-4CD2-B12F-CD0E3467DB33}"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08BF8C1C-6553-43E5-9AD8-C06D5DDCE690}"/>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81460202-F953-41C0-950B-F5D53280F7F2}"/>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grpSp>
        <p:nvGrpSpPr>
          <p:cNvPr id="15" name="Group 14">
            <a:extLst>
              <a:ext uri="{FF2B5EF4-FFF2-40B4-BE49-F238E27FC236}">
                <a16:creationId xmlns:a16="http://schemas.microsoft.com/office/drawing/2014/main" id="{6C6F5A30-072E-41F9-B5B4-35C55EF64A72}"/>
              </a:ext>
            </a:extLst>
          </p:cNvPr>
          <p:cNvGrpSpPr/>
          <p:nvPr/>
        </p:nvGrpSpPr>
        <p:grpSpPr>
          <a:xfrm>
            <a:off x="-97614" y="647701"/>
            <a:ext cx="97614" cy="5046663"/>
            <a:chOff x="-130152" y="647700"/>
            <a:chExt cx="130152" cy="5046663"/>
          </a:xfrm>
        </p:grpSpPr>
        <p:cxnSp>
          <p:nvCxnSpPr>
            <p:cNvPr id="16" name="Straight Connector 15">
              <a:extLst>
                <a:ext uri="{FF2B5EF4-FFF2-40B4-BE49-F238E27FC236}">
                  <a16:creationId xmlns:a16="http://schemas.microsoft.com/office/drawing/2014/main" id="{1F6B153C-357E-4E48-83C6-7D0EF7BB218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218739-5378-4A9E-AEC9-084FFA23A1F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002770-FC2F-4924-852E-DA6EE2C99C84}"/>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DEEC14B-8A71-4818-8A05-545CEFD68CE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EA7E54-9B9A-408A-AB31-E34E722A414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423015-BF1B-456F-A9EF-BE79B22823FA}"/>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06BD24F0-D264-4E9C-889E-8B4273E0BD8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F3B670-A160-4DA9-A8BA-6A4B5C2A918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A4EA6C0F-7D77-4EEC-82B3-1412F2CE6BD5}"/>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1FF9CB83-7E2F-43F7-8BC7-FD66B434B01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19405582-004E-4419-A097-10D11706A26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TextBox 61">
            <a:extLst>
              <a:ext uri="{FF2B5EF4-FFF2-40B4-BE49-F238E27FC236}">
                <a16:creationId xmlns:a16="http://schemas.microsoft.com/office/drawing/2014/main" id="{9CBBD714-A8EA-4961-8C2C-E63E43B1C0C8}"/>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6" name="Rectangle 55">
            <a:extLst>
              <a:ext uri="{FF2B5EF4-FFF2-40B4-BE49-F238E27FC236}">
                <a16:creationId xmlns:a16="http://schemas.microsoft.com/office/drawing/2014/main" id="{87DCE17B-8B18-42F2-A4B4-B6B83A50F45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3E3E4456-D8CB-4655-A604-A5531030D7B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FE95FED7-6851-4CFC-95C7-6FA3592C7BF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8" name="TextBox 97">
              <a:extLst>
                <a:ext uri="{FF2B5EF4-FFF2-40B4-BE49-F238E27FC236}">
                  <a16:creationId xmlns:a16="http://schemas.microsoft.com/office/drawing/2014/main" id="{9DEA6500-498D-4AEE-87CC-7EE4CBBBD20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9" name="Freeform: Shape 98">
              <a:extLst>
                <a:ext uri="{FF2B5EF4-FFF2-40B4-BE49-F238E27FC236}">
                  <a16:creationId xmlns:a16="http://schemas.microsoft.com/office/drawing/2014/main" id="{A0FBFD20-3C9B-4E70-B583-78C85DF4365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TextBox 99">
              <a:extLst>
                <a:ext uri="{FF2B5EF4-FFF2-40B4-BE49-F238E27FC236}">
                  <a16:creationId xmlns:a16="http://schemas.microsoft.com/office/drawing/2014/main" id="{41DA9AAA-5FED-4332-878A-B9C84E5C253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1" name="Freeform: Shape 100">
              <a:extLst>
                <a:ext uri="{FF2B5EF4-FFF2-40B4-BE49-F238E27FC236}">
                  <a16:creationId xmlns:a16="http://schemas.microsoft.com/office/drawing/2014/main" id="{19B6BE9A-1012-4881-AF55-6CCED55F5DB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Freeform: Shape 101">
              <a:extLst>
                <a:ext uri="{FF2B5EF4-FFF2-40B4-BE49-F238E27FC236}">
                  <a16:creationId xmlns:a16="http://schemas.microsoft.com/office/drawing/2014/main" id="{D9F2B17B-4718-4053-B2B1-689E32B3A37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TextBox 102">
              <a:extLst>
                <a:ext uri="{FF2B5EF4-FFF2-40B4-BE49-F238E27FC236}">
                  <a16:creationId xmlns:a16="http://schemas.microsoft.com/office/drawing/2014/main" id="{63D7AD67-9155-4E18-ADBD-5FB3F1C54AF6}"/>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4" name="Picture 103">
              <a:extLst>
                <a:ext uri="{FF2B5EF4-FFF2-40B4-BE49-F238E27FC236}">
                  <a16:creationId xmlns:a16="http://schemas.microsoft.com/office/drawing/2014/main" id="{246626FB-5306-476C-B12D-F60434C987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5" name="Rectangle 104">
              <a:extLst>
                <a:ext uri="{FF2B5EF4-FFF2-40B4-BE49-F238E27FC236}">
                  <a16:creationId xmlns:a16="http://schemas.microsoft.com/office/drawing/2014/main" id="{4D055EDD-4867-4FEF-BCF3-78D7B05E267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6" name="Rectangle 105">
              <a:extLst>
                <a:ext uri="{FF2B5EF4-FFF2-40B4-BE49-F238E27FC236}">
                  <a16:creationId xmlns:a16="http://schemas.microsoft.com/office/drawing/2014/main" id="{8D309420-D2CC-4F2A-A1FB-3D8803A0E35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47C4773-C89A-4F61-B45E-15665B12CE0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8" name="Rectangle 107">
              <a:extLst>
                <a:ext uri="{FF2B5EF4-FFF2-40B4-BE49-F238E27FC236}">
                  <a16:creationId xmlns:a16="http://schemas.microsoft.com/office/drawing/2014/main" id="{09C3FB76-23C5-4146-BCDD-AF453D9CA18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9" name="Group 108">
              <a:extLst>
                <a:ext uri="{FF2B5EF4-FFF2-40B4-BE49-F238E27FC236}">
                  <a16:creationId xmlns:a16="http://schemas.microsoft.com/office/drawing/2014/main" id="{47BF5F82-CCD9-4778-BB03-8063DB283A88}"/>
                </a:ext>
              </a:extLst>
            </p:cNvPr>
            <p:cNvGrpSpPr/>
            <p:nvPr/>
          </p:nvGrpSpPr>
          <p:grpSpPr>
            <a:xfrm>
              <a:off x="12364752" y="2345932"/>
              <a:ext cx="1055431" cy="88186"/>
              <a:chOff x="914335" y="6913770"/>
              <a:chExt cx="1109884" cy="100584"/>
            </a:xfrm>
            <a:noFill/>
          </p:grpSpPr>
          <p:sp>
            <p:nvSpPr>
              <p:cNvPr id="120" name="Rectangle 119">
                <a:extLst>
                  <a:ext uri="{FF2B5EF4-FFF2-40B4-BE49-F238E27FC236}">
                    <a16:creationId xmlns:a16="http://schemas.microsoft.com/office/drawing/2014/main" id="{C0F17B18-2434-4BE4-91A8-78F28A0D076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1" name="Rectangle 120">
                <a:extLst>
                  <a:ext uri="{FF2B5EF4-FFF2-40B4-BE49-F238E27FC236}">
                    <a16:creationId xmlns:a16="http://schemas.microsoft.com/office/drawing/2014/main" id="{6C8CB6E6-9282-46FB-B663-1D5605977F8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2" name="Rectangle 121">
                <a:extLst>
                  <a:ext uri="{FF2B5EF4-FFF2-40B4-BE49-F238E27FC236}">
                    <a16:creationId xmlns:a16="http://schemas.microsoft.com/office/drawing/2014/main" id="{69C6F6CF-732E-478E-9F1B-AEABE6AE87B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3" name="Rectangle 122">
                <a:extLst>
                  <a:ext uri="{FF2B5EF4-FFF2-40B4-BE49-F238E27FC236}">
                    <a16:creationId xmlns:a16="http://schemas.microsoft.com/office/drawing/2014/main" id="{D4096C5A-F816-4948-9C1B-0EFC6AAB9D7E}"/>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4" name="Rectangle 123">
                <a:extLst>
                  <a:ext uri="{FF2B5EF4-FFF2-40B4-BE49-F238E27FC236}">
                    <a16:creationId xmlns:a16="http://schemas.microsoft.com/office/drawing/2014/main" id="{473A6253-8FE1-4584-B969-F915CCBDB642}"/>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5" name="Rectangle 124">
                <a:extLst>
                  <a:ext uri="{FF2B5EF4-FFF2-40B4-BE49-F238E27FC236}">
                    <a16:creationId xmlns:a16="http://schemas.microsoft.com/office/drawing/2014/main" id="{A43250C0-4FB6-437A-9677-64C470BFF2D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6" name="Rectangle 125">
                <a:extLst>
                  <a:ext uri="{FF2B5EF4-FFF2-40B4-BE49-F238E27FC236}">
                    <a16:creationId xmlns:a16="http://schemas.microsoft.com/office/drawing/2014/main" id="{A7EAA12B-BDE5-441B-9CD4-799CE8DA45F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7" name="Rectangle 126">
                <a:extLst>
                  <a:ext uri="{FF2B5EF4-FFF2-40B4-BE49-F238E27FC236}">
                    <a16:creationId xmlns:a16="http://schemas.microsoft.com/office/drawing/2014/main" id="{FEDA3910-F0F2-4261-851F-ABAF24EFFCDE}"/>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8" name="Rectangle 127">
                <a:extLst>
                  <a:ext uri="{FF2B5EF4-FFF2-40B4-BE49-F238E27FC236}">
                    <a16:creationId xmlns:a16="http://schemas.microsoft.com/office/drawing/2014/main" id="{36F6D8CF-F8B0-43D5-9A3A-2A156E1245A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9" name="Rectangle 128">
                <a:extLst>
                  <a:ext uri="{FF2B5EF4-FFF2-40B4-BE49-F238E27FC236}">
                    <a16:creationId xmlns:a16="http://schemas.microsoft.com/office/drawing/2014/main" id="{07050D47-FB60-405E-93AD-AAA68AFAA10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10" name="Graphic 109" descr="Close with solid fill">
              <a:extLst>
                <a:ext uri="{FF2B5EF4-FFF2-40B4-BE49-F238E27FC236}">
                  <a16:creationId xmlns:a16="http://schemas.microsoft.com/office/drawing/2014/main" id="{CE97C73C-2D7B-4F30-96C5-CBE7625760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1" name="Graphic 110" descr="Close with solid fill">
              <a:extLst>
                <a:ext uri="{FF2B5EF4-FFF2-40B4-BE49-F238E27FC236}">
                  <a16:creationId xmlns:a16="http://schemas.microsoft.com/office/drawing/2014/main" id="{7D696A83-DCBA-450A-8CC3-C871CFD801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2" name="Graphic 111" descr="Close with solid fill">
              <a:extLst>
                <a:ext uri="{FF2B5EF4-FFF2-40B4-BE49-F238E27FC236}">
                  <a16:creationId xmlns:a16="http://schemas.microsoft.com/office/drawing/2014/main" id="{C37A2E90-238C-45E7-8499-B57E600165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3" name="Graphic 112" descr="Close with solid fill">
              <a:extLst>
                <a:ext uri="{FF2B5EF4-FFF2-40B4-BE49-F238E27FC236}">
                  <a16:creationId xmlns:a16="http://schemas.microsoft.com/office/drawing/2014/main" id="{AA3D9BCE-EB01-4E61-842A-73CA7B4526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4" name="Graphic 113" descr="Close with solid fill">
              <a:extLst>
                <a:ext uri="{FF2B5EF4-FFF2-40B4-BE49-F238E27FC236}">
                  <a16:creationId xmlns:a16="http://schemas.microsoft.com/office/drawing/2014/main" id="{ADD9AEAD-CCDE-4CBE-8582-80B2F453C0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5" name="Graphic 114" descr="Close with solid fill">
              <a:extLst>
                <a:ext uri="{FF2B5EF4-FFF2-40B4-BE49-F238E27FC236}">
                  <a16:creationId xmlns:a16="http://schemas.microsoft.com/office/drawing/2014/main" id="{B0B0F4F7-1B50-493F-BF47-5200364BB5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6" name="Graphic 115" descr="Close with solid fill">
              <a:extLst>
                <a:ext uri="{FF2B5EF4-FFF2-40B4-BE49-F238E27FC236}">
                  <a16:creationId xmlns:a16="http://schemas.microsoft.com/office/drawing/2014/main" id="{3FD31DD9-3D43-4521-954F-D9658CE3E2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7" name="Graphic 116" descr="Close with solid fill">
              <a:extLst>
                <a:ext uri="{FF2B5EF4-FFF2-40B4-BE49-F238E27FC236}">
                  <a16:creationId xmlns:a16="http://schemas.microsoft.com/office/drawing/2014/main" id="{D9A9270B-BD08-4395-8090-1750DB4EC8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8" name="Graphic 117" descr="Close with solid fill">
              <a:extLst>
                <a:ext uri="{FF2B5EF4-FFF2-40B4-BE49-F238E27FC236}">
                  <a16:creationId xmlns:a16="http://schemas.microsoft.com/office/drawing/2014/main" id="{F6A51834-059B-4182-8D41-FEF97CBD48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9" name="Graphic 118" descr="Close with solid fill">
              <a:extLst>
                <a:ext uri="{FF2B5EF4-FFF2-40B4-BE49-F238E27FC236}">
                  <a16:creationId xmlns:a16="http://schemas.microsoft.com/office/drawing/2014/main" id="{3C357E23-4978-4CE3-A51D-3FE129292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5" name="SPG Commodity Insights Black Small">
            <a:extLst>
              <a:ext uri="{FF2B5EF4-FFF2-40B4-BE49-F238E27FC236}">
                <a16:creationId xmlns:a16="http://schemas.microsoft.com/office/drawing/2014/main" id="{A2FE7B4F-FE96-4707-ACA7-5CCA3E04FD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716742617"/>
      </p:ext>
    </p:extLst>
  </p:cSld>
  <p:clrMapOvr>
    <a:overrideClrMapping bg1="lt1" tx1="dk1" bg2="lt2" tx2="dk2" accent1="accent1" accent2="accent2" accent3="accent3" accent4="accent4" accent5="accent5" accent6="accent6" hlink="hlink" folHlink="folHlink"/>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tatement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mn-lt"/>
            </a:endParaRP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963320"/>
            <a:ext cx="8301038" cy="1251211"/>
          </a:xfrm>
        </p:spPr>
        <p:txBody>
          <a:bodyPr/>
          <a:lstStyle>
            <a:lvl1pPr>
              <a:defRPr sz="1200"/>
            </a:lvl1pPr>
            <a:lvl2pPr>
              <a:defRPr sz="1200"/>
            </a:lvl2pPr>
            <a:lvl3pPr>
              <a:defRPr sz="12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527A69F6-AB10-48DB-9027-6D849C8B4490}"/>
              </a:ext>
            </a:extLst>
          </p:cNvPr>
          <p:cNvSpPr>
            <a:spLocks noGrp="1"/>
          </p:cNvSpPr>
          <p:nvPr>
            <p:ph type="body" sz="quarter" idx="18" hasCustomPrompt="1"/>
          </p:nvPr>
        </p:nvSpPr>
        <p:spPr>
          <a:xfrm>
            <a:off x="417910" y="3429001"/>
            <a:ext cx="8308181" cy="2776538"/>
          </a:xfrm>
        </p:spPr>
        <p:txBody>
          <a:bodyPr/>
          <a:lstStyle>
            <a:lvl1pPr>
              <a:defRPr sz="1050"/>
            </a:lvl1pPr>
            <a:lvl2pPr>
              <a:defRPr sz="1050"/>
            </a:lvl2pPr>
            <a:lvl3pPr>
              <a:defRPr sz="1050"/>
            </a:lvl3pPr>
            <a:lvl4pPr>
              <a:defRPr sz="1050"/>
            </a:lvl4pPr>
            <a:lvl5pPr>
              <a:defRPr sz="10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BB03C0C-4895-4A64-974C-F3AABFC2C552}"/>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261F79D1-2E46-453A-990A-D5AF7C6873AA}"/>
              </a:ext>
            </a:extLst>
          </p:cNvPr>
          <p:cNvSpPr>
            <a:spLocks noGrp="1"/>
          </p:cNvSpPr>
          <p:nvPr>
            <p:ph type="dt" sz="half" idx="19"/>
          </p:nvPr>
        </p:nvSpPr>
        <p:spPr/>
        <p:txBody>
          <a:bodyPr/>
          <a:lstStyle/>
          <a:p>
            <a:fld id="{FF2FEC50-BE2C-445F-9DEA-893D097E16C5}" type="datetime4">
              <a:rPr lang="en-US" smtClean="0"/>
              <a:t>August 13, 2025</a:t>
            </a:fld>
            <a:endParaRPr lang="en-US"/>
          </a:p>
        </p:txBody>
      </p:sp>
      <p:sp>
        <p:nvSpPr>
          <p:cNvPr id="10" name="Footer Placeholder 9">
            <a:extLst>
              <a:ext uri="{FF2B5EF4-FFF2-40B4-BE49-F238E27FC236}">
                <a16:creationId xmlns:a16="http://schemas.microsoft.com/office/drawing/2014/main" id="{55D50608-2065-4D18-9843-577F5BCC1EEB}"/>
              </a:ext>
            </a:extLst>
          </p:cNvPr>
          <p:cNvSpPr>
            <a:spLocks noGrp="1"/>
          </p:cNvSpPr>
          <p:nvPr>
            <p:ph type="ftr" sz="quarter" idx="20"/>
          </p:nvPr>
        </p:nvSpPr>
        <p:spPr/>
        <p:txBody>
          <a:bodyPr/>
          <a:lstStyle/>
          <a:p>
            <a:r>
              <a:rPr lang="en-US"/>
              <a:t>S&amp;P Global Commodity Insights – Internal Use Only</a:t>
            </a:r>
          </a:p>
        </p:txBody>
      </p:sp>
      <p:sp>
        <p:nvSpPr>
          <p:cNvPr id="11" name="Slide Number Placeholder 10">
            <a:extLst>
              <a:ext uri="{FF2B5EF4-FFF2-40B4-BE49-F238E27FC236}">
                <a16:creationId xmlns:a16="http://schemas.microsoft.com/office/drawing/2014/main" id="{3433C9ED-4FCE-45EC-BD32-7FF840D6622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321250713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tatement - 2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674722AA-061D-4706-9AC0-C0831CB1BD2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25279" y="1955229"/>
            <a:ext cx="3756197" cy="4251960"/>
          </a:xfrm>
        </p:spPr>
        <p:txBody>
          <a:bodyPr/>
          <a:lstStyle>
            <a:lvl1pPr>
              <a:defRPr sz="1200"/>
            </a:lvl1pPr>
            <a:lvl2pPr>
              <a:defRPr sz="1200"/>
            </a:lvl2pPr>
            <a:lvl3pPr>
              <a:defRPr sz="1200"/>
            </a:lvl3pPr>
            <a:lvl4pPr>
              <a:defRPr sz="1200"/>
            </a:lvl4pPr>
            <a:lvl5pP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4955381" y="1955800"/>
            <a:ext cx="3771105" cy="425196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111CA301-5EF6-4FA4-A727-DA73EF6617D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59599801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bg2"/>
        </a:solidFill>
        <a:effectLst/>
      </p:bgPr>
    </p:bg>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F97D9B01-4EE9-405A-B323-759A409509CB}"/>
              </a:ext>
            </a:extLst>
          </p:cNvPr>
          <p:cNvGrpSpPr/>
          <p:nvPr/>
        </p:nvGrpSpPr>
        <p:grpSpPr>
          <a:xfrm>
            <a:off x="9144747" y="647701"/>
            <a:ext cx="104748" cy="5046663"/>
            <a:chOff x="12192996" y="647700"/>
            <a:chExt cx="139664" cy="5046663"/>
          </a:xfrm>
        </p:grpSpPr>
        <p:cxnSp>
          <p:nvCxnSpPr>
            <p:cNvPr id="64" name="Straight Connector 63">
              <a:extLst>
                <a:ext uri="{FF2B5EF4-FFF2-40B4-BE49-F238E27FC236}">
                  <a16:creationId xmlns:a16="http://schemas.microsoft.com/office/drawing/2014/main" id="{EC1AE271-DC97-4E2D-B2B9-A55E44892AF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BF7CA70E-203A-424A-A537-768612EB6C9C}"/>
                </a:ext>
              </a:extLst>
            </p:cNvPr>
            <p:cNvGrpSpPr/>
            <p:nvPr/>
          </p:nvGrpSpPr>
          <p:grpSpPr>
            <a:xfrm>
              <a:off x="12202508" y="647700"/>
              <a:ext cx="130152" cy="5046663"/>
              <a:chOff x="12202508" y="647700"/>
              <a:chExt cx="130152" cy="5046663"/>
            </a:xfrm>
          </p:grpSpPr>
          <p:cxnSp>
            <p:nvCxnSpPr>
              <p:cNvPr id="66" name="Straight Connector 65">
                <a:extLst>
                  <a:ext uri="{FF2B5EF4-FFF2-40B4-BE49-F238E27FC236}">
                    <a16:creationId xmlns:a16="http://schemas.microsoft.com/office/drawing/2014/main" id="{A3291374-7E15-4421-89F4-93F8C88525C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62E436E-7ED7-407F-90B7-31ADB11D808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6CE46D9-B434-4DF0-881D-58936609A63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E513A32-FAEF-462E-B81F-F302AFFFC8C0}"/>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AC824F-341C-43EF-8F24-55416905023F}"/>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1" name="Group 70">
            <a:extLst>
              <a:ext uri="{FF2B5EF4-FFF2-40B4-BE49-F238E27FC236}">
                <a16:creationId xmlns:a16="http://schemas.microsoft.com/office/drawing/2014/main" id="{29B89FD7-AAEF-47E4-8DAE-202240104942}"/>
              </a:ext>
            </a:extLst>
          </p:cNvPr>
          <p:cNvGrpSpPr/>
          <p:nvPr/>
        </p:nvGrpSpPr>
        <p:grpSpPr>
          <a:xfrm>
            <a:off x="-97614" y="647701"/>
            <a:ext cx="97614" cy="5046663"/>
            <a:chOff x="-130152" y="647700"/>
            <a:chExt cx="130152" cy="5046663"/>
          </a:xfrm>
        </p:grpSpPr>
        <p:cxnSp>
          <p:nvCxnSpPr>
            <p:cNvPr id="72" name="Straight Connector 71">
              <a:extLst>
                <a:ext uri="{FF2B5EF4-FFF2-40B4-BE49-F238E27FC236}">
                  <a16:creationId xmlns:a16="http://schemas.microsoft.com/office/drawing/2014/main" id="{4CC25BF9-3067-4F36-85AB-AD96BCBE0264}"/>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8E7C50E-8B2D-4536-94B4-79495861EA14}"/>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C94739D-F99F-418D-9F17-A5B0832D6C87}"/>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933F45A-D2B4-4DB3-82FC-71CEE31C57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C45257D-E709-4903-94B8-5DF85626B3B3}"/>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FD32685-A4F5-476E-8A09-D8E8DECD7371}"/>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DIVIDERS</a:t>
            </a:r>
          </a:p>
        </p:txBody>
      </p:sp>
      <p:cxnSp>
        <p:nvCxnSpPr>
          <p:cNvPr id="7" name="Straight Connector 6">
            <a:extLst>
              <a:ext uri="{FF2B5EF4-FFF2-40B4-BE49-F238E27FC236}">
                <a16:creationId xmlns:a16="http://schemas.microsoft.com/office/drawing/2014/main" id="{6829BB4F-08CC-4CE1-B14F-D0A63C33AE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350315-1225-4029-8AF9-68C5E7EC4ED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74DE2C-437B-4FB9-9733-AABB882E807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0" name="TextBox 9">
            <a:extLst>
              <a:ext uri="{FF2B5EF4-FFF2-40B4-BE49-F238E27FC236}">
                <a16:creationId xmlns:a16="http://schemas.microsoft.com/office/drawing/2014/main" id="{FFFB1744-461A-4270-9195-26FC0B16915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F3A680A6-2913-4F0E-86F4-FABF0B107C20}"/>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CC5C8B82-D9B4-499C-940B-1342C8A4C8B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F0FD566A-0DE2-40A2-8821-B0BA941494C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Rectangle 61">
            <a:extLst>
              <a:ext uri="{FF2B5EF4-FFF2-40B4-BE49-F238E27FC236}">
                <a16:creationId xmlns:a16="http://schemas.microsoft.com/office/drawing/2014/main" id="{61068D94-5676-4EC0-A7AA-92EFA39045E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78" name="Rectangle 77">
            <a:extLst>
              <a:ext uri="{FF2B5EF4-FFF2-40B4-BE49-F238E27FC236}">
                <a16:creationId xmlns:a16="http://schemas.microsoft.com/office/drawing/2014/main" id="{0FC098C1-9BBE-4416-890F-774A1F526034}"/>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79" name="Group 78">
            <a:extLst>
              <a:ext uri="{FF2B5EF4-FFF2-40B4-BE49-F238E27FC236}">
                <a16:creationId xmlns:a16="http://schemas.microsoft.com/office/drawing/2014/main" id="{6A31A299-1939-4506-B55B-D58387614190}"/>
              </a:ext>
            </a:extLst>
          </p:cNvPr>
          <p:cNvGrpSpPr/>
          <p:nvPr/>
        </p:nvGrpSpPr>
        <p:grpSpPr>
          <a:xfrm>
            <a:off x="9192986" y="1051487"/>
            <a:ext cx="954405" cy="3085386"/>
            <a:chOff x="12257314" y="1051487"/>
            <a:chExt cx="1272540" cy="3085386"/>
          </a:xfrm>
        </p:grpSpPr>
        <p:sp>
          <p:nvSpPr>
            <p:cNvPr id="80" name="Rectangle 79">
              <a:extLst>
                <a:ext uri="{FF2B5EF4-FFF2-40B4-BE49-F238E27FC236}">
                  <a16:creationId xmlns:a16="http://schemas.microsoft.com/office/drawing/2014/main" id="{0DFBBDB7-A393-4C6B-BF8E-AF9AF6A9D70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1" name="TextBox 80">
              <a:extLst>
                <a:ext uri="{FF2B5EF4-FFF2-40B4-BE49-F238E27FC236}">
                  <a16:creationId xmlns:a16="http://schemas.microsoft.com/office/drawing/2014/main" id="{FD647390-56BF-4481-B90C-4C67B108F7B2}"/>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2" name="Freeform: Shape 81">
              <a:extLst>
                <a:ext uri="{FF2B5EF4-FFF2-40B4-BE49-F238E27FC236}">
                  <a16:creationId xmlns:a16="http://schemas.microsoft.com/office/drawing/2014/main" id="{8D6B2335-245F-4E0E-960D-322C9651081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TextBox 82">
              <a:extLst>
                <a:ext uri="{FF2B5EF4-FFF2-40B4-BE49-F238E27FC236}">
                  <a16:creationId xmlns:a16="http://schemas.microsoft.com/office/drawing/2014/main" id="{E4D0378B-3B96-4455-81E3-2D11A36549F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4" name="Freeform: Shape 83">
              <a:extLst>
                <a:ext uri="{FF2B5EF4-FFF2-40B4-BE49-F238E27FC236}">
                  <a16:creationId xmlns:a16="http://schemas.microsoft.com/office/drawing/2014/main" id="{7B71B409-C54D-4130-9871-B3C51053EDF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Freeform: Shape 84">
              <a:extLst>
                <a:ext uri="{FF2B5EF4-FFF2-40B4-BE49-F238E27FC236}">
                  <a16:creationId xmlns:a16="http://schemas.microsoft.com/office/drawing/2014/main" id="{12F8D349-53F8-4BB4-8085-34FCD3789B79}"/>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TextBox 85">
              <a:extLst>
                <a:ext uri="{FF2B5EF4-FFF2-40B4-BE49-F238E27FC236}">
                  <a16:creationId xmlns:a16="http://schemas.microsoft.com/office/drawing/2014/main" id="{E84FE060-372F-4B17-8A5D-89334039045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87" name="Picture 86">
              <a:extLst>
                <a:ext uri="{FF2B5EF4-FFF2-40B4-BE49-F238E27FC236}">
                  <a16:creationId xmlns:a16="http://schemas.microsoft.com/office/drawing/2014/main" id="{9DBEF9C3-8353-4ACE-9912-D2CA8D5C70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88" name="Rectangle 87">
              <a:extLst>
                <a:ext uri="{FF2B5EF4-FFF2-40B4-BE49-F238E27FC236}">
                  <a16:creationId xmlns:a16="http://schemas.microsoft.com/office/drawing/2014/main" id="{AC8C7AFC-242E-4F17-9268-D8EDEA8320C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89" name="Rectangle 88">
              <a:extLst>
                <a:ext uri="{FF2B5EF4-FFF2-40B4-BE49-F238E27FC236}">
                  <a16:creationId xmlns:a16="http://schemas.microsoft.com/office/drawing/2014/main" id="{CEA3A095-757A-4B7C-9135-910245E2755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0" name="Rectangle 89">
              <a:extLst>
                <a:ext uri="{FF2B5EF4-FFF2-40B4-BE49-F238E27FC236}">
                  <a16:creationId xmlns:a16="http://schemas.microsoft.com/office/drawing/2014/main" id="{A3A5498E-DED9-41F6-8460-79ABD50AD8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1" name="Rectangle 90">
              <a:extLst>
                <a:ext uri="{FF2B5EF4-FFF2-40B4-BE49-F238E27FC236}">
                  <a16:creationId xmlns:a16="http://schemas.microsoft.com/office/drawing/2014/main" id="{AE33AE17-705B-4893-8ED6-B7664EE0166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2" name="Group 91">
              <a:extLst>
                <a:ext uri="{FF2B5EF4-FFF2-40B4-BE49-F238E27FC236}">
                  <a16:creationId xmlns:a16="http://schemas.microsoft.com/office/drawing/2014/main" id="{67035856-6E01-436D-8B6C-99E2531DA9C9}"/>
                </a:ext>
              </a:extLst>
            </p:cNvPr>
            <p:cNvGrpSpPr/>
            <p:nvPr/>
          </p:nvGrpSpPr>
          <p:grpSpPr>
            <a:xfrm>
              <a:off x="12364752" y="2345932"/>
              <a:ext cx="1055431" cy="88186"/>
              <a:chOff x="914335" y="6913770"/>
              <a:chExt cx="1109884" cy="100584"/>
            </a:xfrm>
            <a:noFill/>
          </p:grpSpPr>
          <p:sp>
            <p:nvSpPr>
              <p:cNvPr id="103" name="Rectangle 102">
                <a:extLst>
                  <a:ext uri="{FF2B5EF4-FFF2-40B4-BE49-F238E27FC236}">
                    <a16:creationId xmlns:a16="http://schemas.microsoft.com/office/drawing/2014/main" id="{2F6D9850-8819-4EAA-ABFF-26C0D67B866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4" name="Rectangle 103">
                <a:extLst>
                  <a:ext uri="{FF2B5EF4-FFF2-40B4-BE49-F238E27FC236}">
                    <a16:creationId xmlns:a16="http://schemas.microsoft.com/office/drawing/2014/main" id="{218B05BE-4FDD-4A09-B53B-A229116CE22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5" name="Rectangle 104">
                <a:extLst>
                  <a:ext uri="{FF2B5EF4-FFF2-40B4-BE49-F238E27FC236}">
                    <a16:creationId xmlns:a16="http://schemas.microsoft.com/office/drawing/2014/main" id="{5CC7C662-E98D-4511-8EC4-F901F8A6150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6" name="Rectangle 105">
                <a:extLst>
                  <a:ext uri="{FF2B5EF4-FFF2-40B4-BE49-F238E27FC236}">
                    <a16:creationId xmlns:a16="http://schemas.microsoft.com/office/drawing/2014/main" id="{2D393584-0DD9-4C47-AB8F-2C3EA5E0D9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7" name="Rectangle 106">
                <a:extLst>
                  <a:ext uri="{FF2B5EF4-FFF2-40B4-BE49-F238E27FC236}">
                    <a16:creationId xmlns:a16="http://schemas.microsoft.com/office/drawing/2014/main" id="{EDEA0CF3-A9F2-46F5-8BC0-B1D22E1A309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8" name="Rectangle 107">
                <a:extLst>
                  <a:ext uri="{FF2B5EF4-FFF2-40B4-BE49-F238E27FC236}">
                    <a16:creationId xmlns:a16="http://schemas.microsoft.com/office/drawing/2014/main" id="{CDC6B097-0109-4DC8-8657-90757B5605E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9" name="Rectangle 108">
                <a:extLst>
                  <a:ext uri="{FF2B5EF4-FFF2-40B4-BE49-F238E27FC236}">
                    <a16:creationId xmlns:a16="http://schemas.microsoft.com/office/drawing/2014/main" id="{CD23788A-48CA-4141-B8B5-BCEE3666AC6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0" name="Rectangle 109">
                <a:extLst>
                  <a:ext uri="{FF2B5EF4-FFF2-40B4-BE49-F238E27FC236}">
                    <a16:creationId xmlns:a16="http://schemas.microsoft.com/office/drawing/2014/main" id="{66DAE851-F4BD-49A7-8627-37CD565668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1" name="Rectangle 110">
                <a:extLst>
                  <a:ext uri="{FF2B5EF4-FFF2-40B4-BE49-F238E27FC236}">
                    <a16:creationId xmlns:a16="http://schemas.microsoft.com/office/drawing/2014/main" id="{98694BEA-9E72-48D5-9441-773E40EAD2F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2" name="Rectangle 111">
                <a:extLst>
                  <a:ext uri="{FF2B5EF4-FFF2-40B4-BE49-F238E27FC236}">
                    <a16:creationId xmlns:a16="http://schemas.microsoft.com/office/drawing/2014/main" id="{614E8D66-E3F2-40A2-A4CA-7E6CDFE07DF3}"/>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3" name="Graphic 92" descr="Close with solid fill">
              <a:extLst>
                <a:ext uri="{FF2B5EF4-FFF2-40B4-BE49-F238E27FC236}">
                  <a16:creationId xmlns:a16="http://schemas.microsoft.com/office/drawing/2014/main" id="{6E510E2E-9861-4D7E-A0B2-0AB356EFC7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4" name="Graphic 93" descr="Close with solid fill">
              <a:extLst>
                <a:ext uri="{FF2B5EF4-FFF2-40B4-BE49-F238E27FC236}">
                  <a16:creationId xmlns:a16="http://schemas.microsoft.com/office/drawing/2014/main" id="{AF98A8B1-4BDC-4946-A43E-EA439DB59E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95" name="Graphic 94" descr="Close with solid fill">
              <a:extLst>
                <a:ext uri="{FF2B5EF4-FFF2-40B4-BE49-F238E27FC236}">
                  <a16:creationId xmlns:a16="http://schemas.microsoft.com/office/drawing/2014/main" id="{52D7DA1F-DF4E-40AF-8C07-B2E8E7D49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96" name="Graphic 95" descr="Close with solid fill">
              <a:extLst>
                <a:ext uri="{FF2B5EF4-FFF2-40B4-BE49-F238E27FC236}">
                  <a16:creationId xmlns:a16="http://schemas.microsoft.com/office/drawing/2014/main" id="{1EFD7489-A7AD-422E-B127-A61947ECF3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97" name="Graphic 96" descr="Close with solid fill">
              <a:extLst>
                <a:ext uri="{FF2B5EF4-FFF2-40B4-BE49-F238E27FC236}">
                  <a16:creationId xmlns:a16="http://schemas.microsoft.com/office/drawing/2014/main" id="{3B22A305-B784-4ABA-B65B-F9C94CAACB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98" name="Graphic 97" descr="Close with solid fill">
              <a:extLst>
                <a:ext uri="{FF2B5EF4-FFF2-40B4-BE49-F238E27FC236}">
                  <a16:creationId xmlns:a16="http://schemas.microsoft.com/office/drawing/2014/main" id="{9335F6F1-7B1E-41A9-88CE-6BD0C9F09F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99" name="Graphic 98" descr="Close with solid fill">
              <a:extLst>
                <a:ext uri="{FF2B5EF4-FFF2-40B4-BE49-F238E27FC236}">
                  <a16:creationId xmlns:a16="http://schemas.microsoft.com/office/drawing/2014/main" id="{A3C3D38F-D3B3-401B-A5F7-C42D15F04E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0" name="Graphic 99" descr="Close with solid fill">
              <a:extLst>
                <a:ext uri="{FF2B5EF4-FFF2-40B4-BE49-F238E27FC236}">
                  <a16:creationId xmlns:a16="http://schemas.microsoft.com/office/drawing/2014/main" id="{8C7DA7ED-F652-446D-9842-9170A8DFA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1" name="Graphic 100" descr="Close with solid fill">
              <a:extLst>
                <a:ext uri="{FF2B5EF4-FFF2-40B4-BE49-F238E27FC236}">
                  <a16:creationId xmlns:a16="http://schemas.microsoft.com/office/drawing/2014/main" id="{0ADC3A27-3884-43BE-8019-E4980D7BB6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2" name="Graphic 101" descr="Close with solid fill">
              <a:extLst>
                <a:ext uri="{FF2B5EF4-FFF2-40B4-BE49-F238E27FC236}">
                  <a16:creationId xmlns:a16="http://schemas.microsoft.com/office/drawing/2014/main" id="{0DC90BA0-C836-4787-8CD0-8C8FBCF58D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160225929"/>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2ED7CB0-ADE9-4F18-8BD4-BE730D39A5A1}"/>
              </a:ext>
            </a:extLst>
          </p:cNvPr>
          <p:cNvGrpSpPr/>
          <p:nvPr/>
        </p:nvGrpSpPr>
        <p:grpSpPr>
          <a:xfrm>
            <a:off x="9144747" y="647701"/>
            <a:ext cx="104748" cy="5046663"/>
            <a:chOff x="12192996" y="647700"/>
            <a:chExt cx="139664" cy="5046663"/>
          </a:xfrm>
        </p:grpSpPr>
        <p:cxnSp>
          <p:nvCxnSpPr>
            <p:cNvPr id="72" name="Straight Connector 71">
              <a:extLst>
                <a:ext uri="{FF2B5EF4-FFF2-40B4-BE49-F238E27FC236}">
                  <a16:creationId xmlns:a16="http://schemas.microsoft.com/office/drawing/2014/main" id="{66977672-F003-43F7-A135-50F1D7F6B1C4}"/>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0DE95D60-41C5-4155-BFD9-529B18113D39}"/>
                </a:ext>
              </a:extLst>
            </p:cNvPr>
            <p:cNvGrpSpPr/>
            <p:nvPr/>
          </p:nvGrpSpPr>
          <p:grpSpPr>
            <a:xfrm>
              <a:off x="12202508" y="647700"/>
              <a:ext cx="130152" cy="5046663"/>
              <a:chOff x="12202508" y="647700"/>
              <a:chExt cx="130152" cy="5046663"/>
            </a:xfrm>
          </p:grpSpPr>
          <p:cxnSp>
            <p:nvCxnSpPr>
              <p:cNvPr id="74" name="Straight Connector 73">
                <a:extLst>
                  <a:ext uri="{FF2B5EF4-FFF2-40B4-BE49-F238E27FC236}">
                    <a16:creationId xmlns:a16="http://schemas.microsoft.com/office/drawing/2014/main" id="{629B8D45-7D9F-47C9-A66A-654B9EF01CB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A512E9E-9476-405E-AF8F-44A897970F2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CBF8AC7-1BD9-4818-A360-526D80E111D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C773FD3-A6AE-4D51-86B9-C7736AE5F52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836CFBF-9564-49FD-AB1E-CA8608BD345D}"/>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18D46921-07F6-4337-B376-C1DFA5F8D987}"/>
              </a:ext>
            </a:extLst>
          </p:cNvPr>
          <p:cNvGrpSpPr/>
          <p:nvPr/>
        </p:nvGrpSpPr>
        <p:grpSpPr>
          <a:xfrm>
            <a:off x="-97614" y="647701"/>
            <a:ext cx="97614" cy="5046663"/>
            <a:chOff x="-130152" y="647700"/>
            <a:chExt cx="130152" cy="5046663"/>
          </a:xfrm>
        </p:grpSpPr>
        <p:cxnSp>
          <p:nvCxnSpPr>
            <p:cNvPr id="80" name="Straight Connector 79">
              <a:extLst>
                <a:ext uri="{FF2B5EF4-FFF2-40B4-BE49-F238E27FC236}">
                  <a16:creationId xmlns:a16="http://schemas.microsoft.com/office/drawing/2014/main" id="{6DBD62E8-221F-41C1-918D-9A5C9F41FD5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770BA35-F414-467C-83B3-D3ED8D946A7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5D68D2-B979-42D2-BBF8-6C53B67F1D02}"/>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A103A52-F38C-42A3-825B-C82FA7885E62}"/>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6076BD-2EA6-4061-B073-BC2DB2BE10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B0F75E-152D-451E-AD93-FB4A027CC97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a:xfrm>
            <a:off x="419099" y="1955800"/>
            <a:ext cx="3044952" cy="4245407"/>
          </a:xfrm>
          <a:prstGeom prst="rect">
            <a:avLst/>
          </a:prstGeom>
        </p:spPr>
        <p:txBody>
          <a:bodyPr anchor="t">
            <a:normAutofit/>
          </a:bodyPr>
          <a:lstStyle>
            <a:lvl1pPr>
              <a:defRPr sz="3000"/>
            </a:lvl1pPr>
          </a:lstStyle>
          <a:p>
            <a:r>
              <a:rPr lang="en-US"/>
              <a:t>[Add divider slide title]</a:t>
            </a:r>
          </a:p>
        </p:txBody>
      </p:sp>
      <p:sp>
        <p:nvSpPr>
          <p:cNvPr id="3" name="Text Placeholder 2"/>
          <p:cNvSpPr>
            <a:spLocks noGrp="1"/>
          </p:cNvSpPr>
          <p:nvPr>
            <p:ph type="body" idx="1" hasCustomPrompt="1"/>
          </p:nvPr>
        </p:nvSpPr>
        <p:spPr>
          <a:xfrm>
            <a:off x="4955382" y="1955800"/>
            <a:ext cx="3768548" cy="4245408"/>
          </a:xfrm>
        </p:spPr>
        <p:txBody>
          <a:bodyPr>
            <a:normAutofit/>
          </a:bodyPr>
          <a:lstStyle>
            <a:lvl1pPr marL="0" indent="0">
              <a:buNone/>
              <a:defRPr sz="12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[Add optional content]</a:t>
            </a:r>
          </a:p>
        </p:txBody>
      </p:sp>
      <p:sp>
        <p:nvSpPr>
          <p:cNvPr id="4" name="Date Placeholder 3"/>
          <p:cNvSpPr>
            <a:spLocks noGrp="1"/>
          </p:cNvSpPr>
          <p:nvPr>
            <p:ph type="dt" sz="half" idx="10"/>
          </p:nvPr>
        </p:nvSpPr>
        <p:spPr/>
        <p:txBody>
          <a:bodyPr/>
          <a:lstStyle/>
          <a:p>
            <a:fld id="{3B1C7E28-4A29-423F-A233-459935A3233D}"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cxnSp>
        <p:nvCxnSpPr>
          <p:cNvPr id="14" name="Straight Connector 13">
            <a:extLst>
              <a:ext uri="{FF2B5EF4-FFF2-40B4-BE49-F238E27FC236}">
                <a16:creationId xmlns:a16="http://schemas.microsoft.com/office/drawing/2014/main" id="{F8FE2CD4-ED5B-4B13-BB69-5C2C6676FCD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635CFE-5927-4810-A9CC-792D3D481848}"/>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4B88345-4B9E-4728-BC7E-79AC0BB9A200}"/>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2" name="TextBox 21">
            <a:extLst>
              <a:ext uri="{FF2B5EF4-FFF2-40B4-BE49-F238E27FC236}">
                <a16:creationId xmlns:a16="http://schemas.microsoft.com/office/drawing/2014/main" id="{4C681F36-AB35-43CF-A45E-D2B6CE927BE3}"/>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43297D9-7020-459D-8E48-CDD8229E0A1F}"/>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A18E115-4FDB-45B7-A373-9FC90BE86AC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2D0917E-073F-42C3-BD01-9307A71DBA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2F2CFE9-8545-4D15-A23C-E3DF9EE7E35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6" name="Rectangle 85">
            <a:extLst>
              <a:ext uri="{FF2B5EF4-FFF2-40B4-BE49-F238E27FC236}">
                <a16:creationId xmlns:a16="http://schemas.microsoft.com/office/drawing/2014/main" id="{1EF9221C-FEDA-45CC-A47B-01D745AE31C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7" name="Group 86">
            <a:extLst>
              <a:ext uri="{FF2B5EF4-FFF2-40B4-BE49-F238E27FC236}">
                <a16:creationId xmlns:a16="http://schemas.microsoft.com/office/drawing/2014/main" id="{F536DAFD-EC1C-4F7A-AC0C-45E681CC0321}"/>
              </a:ext>
            </a:extLst>
          </p:cNvPr>
          <p:cNvGrpSpPr/>
          <p:nvPr/>
        </p:nvGrpSpPr>
        <p:grpSpPr>
          <a:xfrm>
            <a:off x="9192986" y="1051487"/>
            <a:ext cx="954405" cy="3085386"/>
            <a:chOff x="12257314" y="1051487"/>
            <a:chExt cx="1272540" cy="3085386"/>
          </a:xfrm>
        </p:grpSpPr>
        <p:sp>
          <p:nvSpPr>
            <p:cNvPr id="88" name="Rectangle 87">
              <a:extLst>
                <a:ext uri="{FF2B5EF4-FFF2-40B4-BE49-F238E27FC236}">
                  <a16:creationId xmlns:a16="http://schemas.microsoft.com/office/drawing/2014/main" id="{5549B9F1-EFB8-4875-BF8E-48D0B9FCCC6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9" name="TextBox 88">
              <a:extLst>
                <a:ext uri="{FF2B5EF4-FFF2-40B4-BE49-F238E27FC236}">
                  <a16:creationId xmlns:a16="http://schemas.microsoft.com/office/drawing/2014/main" id="{963624FD-7DDC-48B2-8D02-8BEF52553EA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0" name="Freeform: Shape 89">
              <a:extLst>
                <a:ext uri="{FF2B5EF4-FFF2-40B4-BE49-F238E27FC236}">
                  <a16:creationId xmlns:a16="http://schemas.microsoft.com/office/drawing/2014/main" id="{18B9C253-5AAA-48EC-94EC-3A9BAD6723B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C7250D-B0A3-483A-96E6-0764D69E4F7D}"/>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2" name="Freeform: Shape 91">
              <a:extLst>
                <a:ext uri="{FF2B5EF4-FFF2-40B4-BE49-F238E27FC236}">
                  <a16:creationId xmlns:a16="http://schemas.microsoft.com/office/drawing/2014/main" id="{EE405DD1-55DF-4848-96B7-E0B2584EAD2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Freeform: Shape 92">
              <a:extLst>
                <a:ext uri="{FF2B5EF4-FFF2-40B4-BE49-F238E27FC236}">
                  <a16:creationId xmlns:a16="http://schemas.microsoft.com/office/drawing/2014/main" id="{18C93582-DE21-47EB-997F-5148CCD2D5F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15DF2510-32BC-44D5-B88A-F9BF6FD88F8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5" name="Picture 94">
              <a:extLst>
                <a:ext uri="{FF2B5EF4-FFF2-40B4-BE49-F238E27FC236}">
                  <a16:creationId xmlns:a16="http://schemas.microsoft.com/office/drawing/2014/main" id="{CF136169-A73B-4418-90EA-F4D56980EE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6" name="Rectangle 95">
              <a:extLst>
                <a:ext uri="{FF2B5EF4-FFF2-40B4-BE49-F238E27FC236}">
                  <a16:creationId xmlns:a16="http://schemas.microsoft.com/office/drawing/2014/main" id="{00A63680-F954-4545-BEEA-A5950E63278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7" name="Rectangle 96">
              <a:extLst>
                <a:ext uri="{FF2B5EF4-FFF2-40B4-BE49-F238E27FC236}">
                  <a16:creationId xmlns:a16="http://schemas.microsoft.com/office/drawing/2014/main" id="{062E79ED-E819-4FEF-9DE7-CBB78CC54D1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8" name="Rectangle 97">
              <a:extLst>
                <a:ext uri="{FF2B5EF4-FFF2-40B4-BE49-F238E27FC236}">
                  <a16:creationId xmlns:a16="http://schemas.microsoft.com/office/drawing/2014/main" id="{AB9B9091-E701-454B-ADB2-60CB4A639F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706FA976-5A6C-4ABA-91AB-797B439C9A1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0" name="Group 99">
              <a:extLst>
                <a:ext uri="{FF2B5EF4-FFF2-40B4-BE49-F238E27FC236}">
                  <a16:creationId xmlns:a16="http://schemas.microsoft.com/office/drawing/2014/main" id="{A260E66C-2AE5-4091-A0A3-904FE6A3A9EC}"/>
                </a:ext>
              </a:extLst>
            </p:cNvPr>
            <p:cNvGrpSpPr/>
            <p:nvPr/>
          </p:nvGrpSpPr>
          <p:grpSpPr>
            <a:xfrm>
              <a:off x="12364752" y="2345932"/>
              <a:ext cx="1055431" cy="88186"/>
              <a:chOff x="914335" y="6913770"/>
              <a:chExt cx="1109884" cy="100584"/>
            </a:xfrm>
            <a:noFill/>
          </p:grpSpPr>
          <p:sp>
            <p:nvSpPr>
              <p:cNvPr id="111" name="Rectangle 110">
                <a:extLst>
                  <a:ext uri="{FF2B5EF4-FFF2-40B4-BE49-F238E27FC236}">
                    <a16:creationId xmlns:a16="http://schemas.microsoft.com/office/drawing/2014/main" id="{B68716A8-C2C3-4190-8CFA-92B1B145282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2" name="Rectangle 111">
                <a:extLst>
                  <a:ext uri="{FF2B5EF4-FFF2-40B4-BE49-F238E27FC236}">
                    <a16:creationId xmlns:a16="http://schemas.microsoft.com/office/drawing/2014/main" id="{38FD885B-08F3-4ABA-A047-29039E10AC3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3" name="Rectangle 112">
                <a:extLst>
                  <a:ext uri="{FF2B5EF4-FFF2-40B4-BE49-F238E27FC236}">
                    <a16:creationId xmlns:a16="http://schemas.microsoft.com/office/drawing/2014/main" id="{9E63D017-5BCC-4A04-9507-B9EDC67E22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4" name="Rectangle 113">
                <a:extLst>
                  <a:ext uri="{FF2B5EF4-FFF2-40B4-BE49-F238E27FC236}">
                    <a16:creationId xmlns:a16="http://schemas.microsoft.com/office/drawing/2014/main" id="{D28DE929-F84B-47BC-A7DD-6A477C8074B4}"/>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5" name="Rectangle 114">
                <a:extLst>
                  <a:ext uri="{FF2B5EF4-FFF2-40B4-BE49-F238E27FC236}">
                    <a16:creationId xmlns:a16="http://schemas.microsoft.com/office/drawing/2014/main" id="{A4435342-558D-44B3-83D1-17C910F6457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6" name="Rectangle 115">
                <a:extLst>
                  <a:ext uri="{FF2B5EF4-FFF2-40B4-BE49-F238E27FC236}">
                    <a16:creationId xmlns:a16="http://schemas.microsoft.com/office/drawing/2014/main" id="{37FD7CA8-03CA-4E11-8B03-C18C45F3628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7" name="Rectangle 116">
                <a:extLst>
                  <a:ext uri="{FF2B5EF4-FFF2-40B4-BE49-F238E27FC236}">
                    <a16:creationId xmlns:a16="http://schemas.microsoft.com/office/drawing/2014/main" id="{C280BDB2-AEF4-484D-98CF-3F0AD5A615B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8" name="Rectangle 117">
                <a:extLst>
                  <a:ext uri="{FF2B5EF4-FFF2-40B4-BE49-F238E27FC236}">
                    <a16:creationId xmlns:a16="http://schemas.microsoft.com/office/drawing/2014/main" id="{4D1E4514-736E-4B61-A072-D87AB9DB92C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9" name="Rectangle 118">
                <a:extLst>
                  <a:ext uri="{FF2B5EF4-FFF2-40B4-BE49-F238E27FC236}">
                    <a16:creationId xmlns:a16="http://schemas.microsoft.com/office/drawing/2014/main" id="{2174B71C-69CD-428C-9925-4D065D026A0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0" name="Rectangle 119">
                <a:extLst>
                  <a:ext uri="{FF2B5EF4-FFF2-40B4-BE49-F238E27FC236}">
                    <a16:creationId xmlns:a16="http://schemas.microsoft.com/office/drawing/2014/main" id="{432D8D04-01AD-4ABB-B8DC-90F7C78B76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1" name="Graphic 100" descr="Close with solid fill">
              <a:extLst>
                <a:ext uri="{FF2B5EF4-FFF2-40B4-BE49-F238E27FC236}">
                  <a16:creationId xmlns:a16="http://schemas.microsoft.com/office/drawing/2014/main" id="{266C302C-3041-42FB-AB57-082316EADA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2" name="Graphic 101" descr="Close with solid fill">
              <a:extLst>
                <a:ext uri="{FF2B5EF4-FFF2-40B4-BE49-F238E27FC236}">
                  <a16:creationId xmlns:a16="http://schemas.microsoft.com/office/drawing/2014/main" id="{7F15BA99-ECAE-4F50-8539-7C9E485084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3" name="Graphic 102" descr="Close with solid fill">
              <a:extLst>
                <a:ext uri="{FF2B5EF4-FFF2-40B4-BE49-F238E27FC236}">
                  <a16:creationId xmlns:a16="http://schemas.microsoft.com/office/drawing/2014/main" id="{4356FE64-056C-4BF7-9E8E-219BEB1D63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4" name="Graphic 103" descr="Close with solid fill">
              <a:extLst>
                <a:ext uri="{FF2B5EF4-FFF2-40B4-BE49-F238E27FC236}">
                  <a16:creationId xmlns:a16="http://schemas.microsoft.com/office/drawing/2014/main" id="{378E698D-0F49-4DA7-B342-477BF1465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5" name="Graphic 104" descr="Close with solid fill">
              <a:extLst>
                <a:ext uri="{FF2B5EF4-FFF2-40B4-BE49-F238E27FC236}">
                  <a16:creationId xmlns:a16="http://schemas.microsoft.com/office/drawing/2014/main" id="{5B15F0BD-D740-49C7-85BF-1F33E671BC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6" name="Graphic 105" descr="Close with solid fill">
              <a:extLst>
                <a:ext uri="{FF2B5EF4-FFF2-40B4-BE49-F238E27FC236}">
                  <a16:creationId xmlns:a16="http://schemas.microsoft.com/office/drawing/2014/main" id="{827CAB72-59E3-4981-822E-5E7A94CA75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7" name="Graphic 106" descr="Close with solid fill">
              <a:extLst>
                <a:ext uri="{FF2B5EF4-FFF2-40B4-BE49-F238E27FC236}">
                  <a16:creationId xmlns:a16="http://schemas.microsoft.com/office/drawing/2014/main" id="{19E149BC-AD1A-44EB-864C-52817A7FFE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8" name="Graphic 107" descr="Close with solid fill">
              <a:extLst>
                <a:ext uri="{FF2B5EF4-FFF2-40B4-BE49-F238E27FC236}">
                  <a16:creationId xmlns:a16="http://schemas.microsoft.com/office/drawing/2014/main" id="{277DED78-A6C4-45CD-B04D-319D956523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9" name="Graphic 108" descr="Close with solid fill">
              <a:extLst>
                <a:ext uri="{FF2B5EF4-FFF2-40B4-BE49-F238E27FC236}">
                  <a16:creationId xmlns:a16="http://schemas.microsoft.com/office/drawing/2014/main" id="{5B5F34EA-4CDB-4F8E-BA7C-1D5024E0BA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0" name="Graphic 109" descr="Close with solid fill">
              <a:extLst>
                <a:ext uri="{FF2B5EF4-FFF2-40B4-BE49-F238E27FC236}">
                  <a16:creationId xmlns:a16="http://schemas.microsoft.com/office/drawing/2014/main" id="{45DB239B-1FDD-4EBE-BBF4-0C7824F25A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E659A11C-AB71-47B7-BADF-1E67A8C439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79075150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Divider Photo 1">
    <p:bg>
      <p:bgPr>
        <a:solidFill>
          <a:schemeClr val="bg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A2432D56-F8A2-4DA5-A336-41EBF7AC1530}"/>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02A79C16-BE87-4999-B9CF-F8179B01B58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1DBC6E5-7901-4016-8F59-70C00F32B8A3}"/>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31E46A5E-3904-4311-8A3F-135D94C26AB1}"/>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80FB336-18C7-4071-8DBD-14950A893A73}"/>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29EDD6D-20EB-4458-B044-18B1D2B746A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1E68460-94F6-4D86-9480-20532A22F131}"/>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3D035-DE73-476E-858A-8B103ABA3532}"/>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2F21D42A-4E6D-451E-B7F6-E93ADE6F9FF0}"/>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AD7E55A9-AA4D-42F0-AB9C-0DD5CDD0E72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2F0C7EC-1A52-4514-B8F1-CDCD291EEE5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A14825F-BC4C-4F21-8566-3DDA4806FAF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C002CB4-473A-4E91-9A44-D7D0F186AB9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02845F6-7175-4F7F-8B42-102829BE8D60}"/>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0BF221-A139-450C-9276-59A53911383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700019B2-EC0E-4755-BBDB-565BF3410B8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33D0D42F-6D70-4CBF-9C23-59E66728E7FD}"/>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1" name="Picture Placeholder 6">
            <a:extLst>
              <a:ext uri="{FF2B5EF4-FFF2-40B4-BE49-F238E27FC236}">
                <a16:creationId xmlns:a16="http://schemas.microsoft.com/office/drawing/2014/main" id="{946FFBFE-E614-4E08-AC48-326C482E697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8" name="Straight Connector 17">
            <a:extLst>
              <a:ext uri="{FF2B5EF4-FFF2-40B4-BE49-F238E27FC236}">
                <a16:creationId xmlns:a16="http://schemas.microsoft.com/office/drawing/2014/main" id="{7710A16D-C4ED-4367-9DCF-54DF4596390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6EFDAB2-4D7E-4399-8027-8BDF93B41B82}"/>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1BBD7D7-8C09-49F8-B32F-B3ADF75D1BA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259B4B73-25F1-4A55-92B5-9B67E53EEC2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CCB73371-4FF4-4870-921A-065D0810371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035AE41D-9DD4-4B9B-9F3F-EFE5A4879E16}"/>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7690224B-8351-4102-9010-5C9D625096F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EC42F4A-E30C-4642-B587-43863FDC87E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5E1EF29E-3D70-4274-B188-9C2029FBA17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8ACE3DB3-0335-4FA8-ADB0-CA4C8B8C1D02}"/>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CCE6463C-F632-4103-A2F6-AA03A574DB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249994D2-CD59-4CCE-AB0F-BF90E602EF10}"/>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9D6D3566-8DE1-455C-A549-E061BC14E62F}"/>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E70F5246-B8FA-4558-9549-97FE952BFB4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52F2DD68-E7BB-4BAB-8042-007CF1F77D4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6FB9D54-4038-4F36-A0BB-39E65856AED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DF34693A-D0E4-42D5-97C9-6407EC8250C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0F570732-9C7F-4287-A199-1325260DA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D3B2F370-3A86-4483-A77B-B52B8BD78CA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105BBAE1-7640-4152-89D8-BC2233B3E25A}"/>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92D4B346-71A5-46A3-8A17-7A5CC16715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AE2B7C-AFB0-4BD5-AFD7-6EF2BB64034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CEF0E8EC-DD9C-4B0D-8D54-203125E9D1C0}"/>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545575B1-076C-41B1-BD6B-7F45853E794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F07620DF-AF2E-4910-BF2D-78906737830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4322022F-3331-47F5-90A4-B241DD63D58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FFCF4FAB-E823-473E-9D0F-D11A18FD46D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D47FCFAD-2C5B-44D2-8CC2-0746D5633BB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3838E6D6-715D-4235-9CB0-CA95292953E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09289944-6C32-4433-8C2F-6038B67544C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90BC90E8-18C3-4943-B246-DFC241CF499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AFB47AC6-B67B-4656-B641-7CDB14B7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2CF30231-2821-478F-8A46-918503F6FA5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D88932A9-8E71-4409-AE63-6D575DC03A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35B71AD-EA68-4047-A067-81558BFE44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9B558106-925D-4391-9860-BFBAD7D64E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7B8ECB49-2AA6-44DB-A144-2A2665C4F4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339E224E-0FA7-4EA5-89A5-F70684C81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58DEDE8F-BBA9-4E1C-82AC-3CAC7B6FAA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64B2EA9B-7C84-45CC-927D-CF35E373D6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1BC5EADF-8A31-4785-8E46-AA3F83AF4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1B86A086-9BAF-4A61-8623-38D316C4BA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831CFFD2-44B7-44A8-B4DD-991335BC82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D16FAA03-C8EB-4E20-A69A-315D5B569D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60470176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ivider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2A3A8F5-FB69-4BDE-ACBD-B7732138CE4F}"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spTree>
    <p:extLst>
      <p:ext uri="{BB962C8B-B14F-4D97-AF65-F5344CB8AC3E}">
        <p14:creationId xmlns:p14="http://schemas.microsoft.com/office/powerpoint/2010/main" val="100465017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ivider Photo 2">
    <p:bg>
      <p:bgRef idx="1001">
        <a:schemeClr val="bg1"/>
      </p:bgRef>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BADCD994-4FE4-4DB8-9BBD-1D4E0B4689B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3"/>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B4BD908-98C6-482B-B5BC-73441D08D07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cxnSp>
        <p:nvCxnSpPr>
          <p:cNvPr id="19" name="Straight Connector 18">
            <a:extLst>
              <a:ext uri="{FF2B5EF4-FFF2-40B4-BE49-F238E27FC236}">
                <a16:creationId xmlns:a16="http://schemas.microsoft.com/office/drawing/2014/main" id="{65F9EC67-A3A8-4754-9906-717F97AE3BD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30142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accent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045B5524-216D-4A78-AB4A-263637C3A18E}"/>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EF4BF149-F200-47AD-BC67-85AF2E2A1B3B}"/>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4ECC84A2-2923-44D5-8969-62B0585DA274}"/>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0F04747B-AE26-463E-AAE5-A13D5CCAB5D5}"/>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C6FCEE7-38DD-4610-96B3-849F2E459B90}"/>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B46F845-6532-436C-BFCC-92ED8CA28AE1}"/>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71967DD-4E94-4FD5-BE84-9BB9A6E6F41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15AF121-2A0C-4DC3-ABA3-9558041FD4E9}"/>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F3964BC1-184A-4956-8E28-02E6B69A60C9}"/>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9537BF68-E597-42EB-B049-C709C48ED62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0F21424-DF2F-40FA-A256-214AF4A2F1D9}"/>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B7296B3-6E7F-4B5F-BEA7-5468FFFB7F4F}"/>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F0864F-6E9B-4645-BB2F-BAA4CCC195E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4BC1142-2DA1-4992-8C40-5FC817AD93CE}"/>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1AA18C-E6A5-4C9F-8FD8-D09D176CD174}"/>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A26BBCD2-D531-4447-8B56-C259436F0A36}"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95501395-6232-4D37-BBF0-E0A18B0CF430}"/>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0" name="Text Placeholder 6">
            <a:extLst>
              <a:ext uri="{FF2B5EF4-FFF2-40B4-BE49-F238E27FC236}">
                <a16:creationId xmlns:a16="http://schemas.microsoft.com/office/drawing/2014/main" id="{66D505EF-31B6-40FB-9F74-E5C91F0D33DE}"/>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cxnSp>
        <p:nvCxnSpPr>
          <p:cNvPr id="21" name="Straight Connector 20">
            <a:extLst>
              <a:ext uri="{FF2B5EF4-FFF2-40B4-BE49-F238E27FC236}">
                <a16:creationId xmlns:a16="http://schemas.microsoft.com/office/drawing/2014/main" id="{E56828AC-076E-459F-B356-BF9CC2CA83C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4CFD94-8A25-44F2-A9B1-C103181A7F4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6A3D48-0AA2-49E7-B234-35F7F18AFCF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80B7583B-C91F-47DA-9CA6-484BACFFDBD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CBE0426-684F-494A-AEDB-755BADFC98C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5E53CD89-4186-4F80-AE8B-ABB24D95C3C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4A22A1F2-BED1-47C3-A642-FCE4072FDB9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D606F6C-32FA-4265-80F7-6513355A58F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C8975DE4-5B78-424F-BAC1-7145393C42A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BE47EEF4-19DD-4F77-901A-690B58D16393}"/>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35FCC5E7-2F86-4825-8AB1-652256ADD11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A4DC5CD3-5C73-423C-8C95-F1647010111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BCF35F30-B114-45EA-9B02-8A146E3B4DF0}"/>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D8605FE1-3AFA-4AB6-A838-9252A667B8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914D6B8D-1851-4BF7-AD51-09AA1E1CF9C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A376E48B-7344-4B6D-9BB2-BADFEFE2A46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FF5DE635-B631-4FCF-80A6-09983DA3045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CF11539B-8403-454F-9B61-5FFC48E7B2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06CFB62C-99D5-47DD-A2AF-9BD38DAE9C8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D37BAD0D-2515-466C-AEC3-C4F8CC0565D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83B78D9-CF44-48D4-BAE1-5E4CB93A1247}"/>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8F5D3F56-DB1A-4729-8150-05EFBAA1F16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304E55D6-F9A6-473E-8F70-AAD4BA73E5D8}"/>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32990748-E251-44CA-AD27-8130930B0750}"/>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DCFE454B-E6F4-4D5E-B39D-2B0792AFD56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279512DA-7172-4610-870E-B6D98438827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C8192A18-A777-46A8-916E-A954B8FE2E8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92782AC-1D32-49FC-9302-9D1E004B3E0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8F2F3161-EFD4-4BA2-8813-8AD82604850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697D3F77-16AF-4627-89D5-99C9F475D70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AFEA44BF-FB7B-4FE8-8760-8EF1F178113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596202A2-E2BA-4D6D-994B-837EE1DF841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72AF28E-A0C8-4497-BE2B-A3388D382737}"/>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5921B7E9-B0CE-4199-ABB2-53BF6D94FE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D82FFD75-1907-4AEA-8A57-193793C053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D0AB6DAB-2679-476D-B172-44F95F582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E6C07A87-0104-43B3-9BE4-F85F5C0F33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886C0CBE-059B-4516-B4CF-0EA1B5EEBD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61FAE0E-1752-4785-A8AC-D3A55774A4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150F5EC2-69A3-4B9C-BB5B-E4410CA72E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6DE5E834-1DF8-473F-A105-5384BB5BC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6A9F8393-2B26-4D4C-B47D-3B784B0C10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8EB6EFE0-D040-49C0-B42E-C89707810F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BDE982FC-D41A-44B0-ADAB-BC29995871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94490057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Divider Photo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727B95F6-5AD7-4FBE-85A4-E0F6C18B373F}"/>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B46E8F57-4B58-4448-B61F-F608ADE8080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61B3755-1832-46DB-B53F-EDA4D7A65AE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08722D1D-EE77-4A76-9625-12C59E3041BF}"/>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103FCE8-67B9-44FD-ADC2-F74C7D94E88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8102FD0-4DBE-49D8-8770-3105624D1015}"/>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A45C1FF-06DA-4D3D-8F13-BE44F9187A5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5E051F2-A520-47B7-B0D4-684C184603F7}"/>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B62E03-8E73-4D96-81E7-647437CC745F}"/>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A7B97F7-2092-494A-B3A7-47EFFD4DF9B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27852B8-C8FC-453A-8EDE-DA7D2069CDBE}"/>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76141AC-EA52-4192-ACA5-8CEA5AFD523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7B0B103-E789-4585-8685-A2B00E50488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70A60A8-6414-41F3-8A1F-58EF9552F35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FAB8F13-EF43-4257-9B3B-BBEF864279EF}"/>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2"/>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39820A65-6D2F-4845-8530-D91DF5FD267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0" name="Picture Placeholder 6">
            <a:extLst>
              <a:ext uri="{FF2B5EF4-FFF2-40B4-BE49-F238E27FC236}">
                <a16:creationId xmlns:a16="http://schemas.microsoft.com/office/drawing/2014/main" id="{A8E09DA5-CE59-4980-A38C-775B245E2BED}"/>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9" name="Straight Connector 18">
            <a:extLst>
              <a:ext uri="{FF2B5EF4-FFF2-40B4-BE49-F238E27FC236}">
                <a16:creationId xmlns:a16="http://schemas.microsoft.com/office/drawing/2014/main" id="{093AE14D-C9E8-4DD1-B88F-ABF14436C8B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41B36DD-BF0C-4B14-9147-115951C3D63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616F768-2608-4A64-9EFD-A0C176267E1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B66C6E82-FF70-45DD-B237-8AF614E0B1C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1765B458-500F-4213-8616-BDD8F8577250}"/>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14AE4B9F-2059-4083-88A6-8B50937E6E7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B73AFEC5-428F-4783-8862-AA69D4A2D3F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E773742-E532-46B8-80A7-D6B62485FDD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198A86CA-8D38-4198-8C77-03E74EC69D0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F8832FC1-58CC-4A3A-A900-18F85ED84A7B}"/>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ACF4B100-5C4B-4C6C-A983-3AAA40F796F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CCB85622-653F-4D1F-A597-25D06D9CA09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F62BA379-A14C-4A41-AE02-08986774AA5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BD327E77-1ED3-434A-ABBB-38EFAE63CA0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588B6FAC-7AA6-4902-A32E-556550B2C3D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4EBB32F3-5712-4059-BF5B-58807E6A8B9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EF7D0B-6FFD-40CE-A5C7-33281F6E5D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034E75E8-33BD-4C4B-8AE5-2396588E0F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AD97F835-5D0B-478C-93EC-96A3D43CCD1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5AFBE777-41AB-4577-B40F-B695FC4D627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C3C7287-EB53-4116-92F8-C7CE0A5AA3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29A22347-6CDE-4C47-BEAB-5EF77150D87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E1FDE48E-1E67-4405-9AD4-327F4A313373}"/>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9774CA3A-60F7-434E-9BF3-6B1C642258C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6E2E5784-509D-4D13-81E6-A8DC0192B9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3DEAA11C-302D-4313-A37D-17488E2AFFE2}"/>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1B0D95AF-F8F7-45CD-BAD9-B6A39727D060}"/>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E6082E6C-3872-4573-97CA-94F8334B69E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1508150F-C666-49B8-BAF6-CAF6CF66486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3F9E60B6-8E3D-4858-B69C-9F657EBF262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656B3548-50BE-4FE6-A8B9-0CEBADFAC4A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017553DB-D03C-47C0-9CB0-849A8FA11BA8}"/>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689A0269-AD2D-4784-B588-D456D27FC82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4E92D2CD-CC11-4399-96EA-9BCF06D22F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7633129B-8C79-4C37-8565-F906533DC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79A00E28-2E68-4608-A975-2F320253EA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54140728-5611-44D1-A83F-9AE3A58196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FFFB6118-B854-4BFD-BCF9-E7D4279A55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D7118BD-6011-4708-BD9E-A5E70C9C2D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31FF41-D74D-4795-A0ED-34103A005C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196517E8-DB79-425A-900B-4E99006336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277ED7D7-540D-4DA1-BA33-80B93545F0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E8335D58-8BC0-4528-BCA1-2F6A2A1C1F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1A7B0CD7-AED6-4063-A716-CC15F60253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44711404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4E8C312B-D9F4-4C32-8C2B-565EEC840292}"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55" name="Rectangle 54">
            <a:extLst>
              <a:ext uri="{FF2B5EF4-FFF2-40B4-BE49-F238E27FC236}">
                <a16:creationId xmlns:a16="http://schemas.microsoft.com/office/drawing/2014/main" id="{EC4AA0E0-C975-4EA5-A32B-E43EE1507DE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6E5EEBFE-D44B-4625-A880-965C5959CEDC}"/>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E9E32CE4-55E0-4687-86AB-3208832FB68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6" name="TextBox 95">
              <a:extLst>
                <a:ext uri="{FF2B5EF4-FFF2-40B4-BE49-F238E27FC236}">
                  <a16:creationId xmlns:a16="http://schemas.microsoft.com/office/drawing/2014/main" id="{F9FD6108-1402-46F5-A413-78115DC11F8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7" name="Freeform: Shape 96">
              <a:extLst>
                <a:ext uri="{FF2B5EF4-FFF2-40B4-BE49-F238E27FC236}">
                  <a16:creationId xmlns:a16="http://schemas.microsoft.com/office/drawing/2014/main" id="{B6BF04B1-DCD5-4E4C-84FA-2E302A440BA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TextBox 97">
              <a:extLst>
                <a:ext uri="{FF2B5EF4-FFF2-40B4-BE49-F238E27FC236}">
                  <a16:creationId xmlns:a16="http://schemas.microsoft.com/office/drawing/2014/main" id="{682207CB-B08A-49AF-AEED-091B634437B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9" name="Freeform: Shape 98">
              <a:extLst>
                <a:ext uri="{FF2B5EF4-FFF2-40B4-BE49-F238E27FC236}">
                  <a16:creationId xmlns:a16="http://schemas.microsoft.com/office/drawing/2014/main" id="{0952AEC3-14E8-4BF9-855B-E08E6C571AF4}"/>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Freeform: Shape 99">
              <a:extLst>
                <a:ext uri="{FF2B5EF4-FFF2-40B4-BE49-F238E27FC236}">
                  <a16:creationId xmlns:a16="http://schemas.microsoft.com/office/drawing/2014/main" id="{578093EB-F63A-4169-A3A3-74098BE2234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TextBox 100">
              <a:extLst>
                <a:ext uri="{FF2B5EF4-FFF2-40B4-BE49-F238E27FC236}">
                  <a16:creationId xmlns:a16="http://schemas.microsoft.com/office/drawing/2014/main" id="{69A85276-1BAE-4560-876C-C205CB1B4211}"/>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2" name="Picture 101">
              <a:extLst>
                <a:ext uri="{FF2B5EF4-FFF2-40B4-BE49-F238E27FC236}">
                  <a16:creationId xmlns:a16="http://schemas.microsoft.com/office/drawing/2014/main" id="{590F183A-A22E-4391-A077-81DAD5648E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3" name="Rectangle 102">
              <a:extLst>
                <a:ext uri="{FF2B5EF4-FFF2-40B4-BE49-F238E27FC236}">
                  <a16:creationId xmlns:a16="http://schemas.microsoft.com/office/drawing/2014/main" id="{EB150A7B-FC6D-4900-9859-9CF7488DC42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4" name="Rectangle 103">
              <a:extLst>
                <a:ext uri="{FF2B5EF4-FFF2-40B4-BE49-F238E27FC236}">
                  <a16:creationId xmlns:a16="http://schemas.microsoft.com/office/drawing/2014/main" id="{45C9A063-E8A3-4732-8467-EB71738F937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5" name="Rectangle 104">
              <a:extLst>
                <a:ext uri="{FF2B5EF4-FFF2-40B4-BE49-F238E27FC236}">
                  <a16:creationId xmlns:a16="http://schemas.microsoft.com/office/drawing/2014/main" id="{A59C90B0-AE10-4C29-B826-53FCEE9F86FD}"/>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6E7AFDFC-5388-4CFA-9CC3-E7F0A753510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7" name="Group 106">
              <a:extLst>
                <a:ext uri="{FF2B5EF4-FFF2-40B4-BE49-F238E27FC236}">
                  <a16:creationId xmlns:a16="http://schemas.microsoft.com/office/drawing/2014/main" id="{416DFBA0-BB11-4B88-AF3B-0048600D987F}"/>
                </a:ext>
              </a:extLst>
            </p:cNvPr>
            <p:cNvGrpSpPr/>
            <p:nvPr/>
          </p:nvGrpSpPr>
          <p:grpSpPr>
            <a:xfrm>
              <a:off x="12364752" y="2345932"/>
              <a:ext cx="1055431" cy="88186"/>
              <a:chOff x="914335" y="6913770"/>
              <a:chExt cx="1109884" cy="100584"/>
            </a:xfrm>
            <a:noFill/>
          </p:grpSpPr>
          <p:sp>
            <p:nvSpPr>
              <p:cNvPr id="118" name="Rectangle 117">
                <a:extLst>
                  <a:ext uri="{FF2B5EF4-FFF2-40B4-BE49-F238E27FC236}">
                    <a16:creationId xmlns:a16="http://schemas.microsoft.com/office/drawing/2014/main" id="{FF1C576B-4460-4202-9CB6-C30515FEDB2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9" name="Rectangle 118">
                <a:extLst>
                  <a:ext uri="{FF2B5EF4-FFF2-40B4-BE49-F238E27FC236}">
                    <a16:creationId xmlns:a16="http://schemas.microsoft.com/office/drawing/2014/main" id="{95307415-8ABF-4948-B08A-4913B270041E}"/>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0" name="Rectangle 119">
                <a:extLst>
                  <a:ext uri="{FF2B5EF4-FFF2-40B4-BE49-F238E27FC236}">
                    <a16:creationId xmlns:a16="http://schemas.microsoft.com/office/drawing/2014/main" id="{D604B1DF-8F42-47D7-9F9B-255E437FD15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1" name="Rectangle 120">
                <a:extLst>
                  <a:ext uri="{FF2B5EF4-FFF2-40B4-BE49-F238E27FC236}">
                    <a16:creationId xmlns:a16="http://schemas.microsoft.com/office/drawing/2014/main" id="{7EDAC5D0-CE5C-4584-BF84-382CD674525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2" name="Rectangle 121">
                <a:extLst>
                  <a:ext uri="{FF2B5EF4-FFF2-40B4-BE49-F238E27FC236}">
                    <a16:creationId xmlns:a16="http://schemas.microsoft.com/office/drawing/2014/main" id="{1DF2F715-FA83-45BD-BB8A-99C11F42D29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3" name="Rectangle 122">
                <a:extLst>
                  <a:ext uri="{FF2B5EF4-FFF2-40B4-BE49-F238E27FC236}">
                    <a16:creationId xmlns:a16="http://schemas.microsoft.com/office/drawing/2014/main" id="{1EC41C73-C9EA-43E9-B1E8-4D78E7AA4D3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4" name="Rectangle 123">
                <a:extLst>
                  <a:ext uri="{FF2B5EF4-FFF2-40B4-BE49-F238E27FC236}">
                    <a16:creationId xmlns:a16="http://schemas.microsoft.com/office/drawing/2014/main" id="{766BEA78-66F8-4E26-A3DB-6EEF748CB81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5" name="Rectangle 124">
                <a:extLst>
                  <a:ext uri="{FF2B5EF4-FFF2-40B4-BE49-F238E27FC236}">
                    <a16:creationId xmlns:a16="http://schemas.microsoft.com/office/drawing/2014/main" id="{03F55266-B604-4066-A833-44416D510FF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6" name="Rectangle 125">
                <a:extLst>
                  <a:ext uri="{FF2B5EF4-FFF2-40B4-BE49-F238E27FC236}">
                    <a16:creationId xmlns:a16="http://schemas.microsoft.com/office/drawing/2014/main" id="{619F66D2-AD13-440F-95EF-5298940ABD4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7" name="Rectangle 126">
                <a:extLst>
                  <a:ext uri="{FF2B5EF4-FFF2-40B4-BE49-F238E27FC236}">
                    <a16:creationId xmlns:a16="http://schemas.microsoft.com/office/drawing/2014/main" id="{C2BB3B2B-80BA-465D-954F-FFC4588DCEF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8" name="Graphic 107" descr="Close with solid fill">
              <a:extLst>
                <a:ext uri="{FF2B5EF4-FFF2-40B4-BE49-F238E27FC236}">
                  <a16:creationId xmlns:a16="http://schemas.microsoft.com/office/drawing/2014/main" id="{945CCA2C-55A1-4F90-B60C-F3A725F81A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9" name="Graphic 108" descr="Close with solid fill">
              <a:extLst>
                <a:ext uri="{FF2B5EF4-FFF2-40B4-BE49-F238E27FC236}">
                  <a16:creationId xmlns:a16="http://schemas.microsoft.com/office/drawing/2014/main" id="{103EC533-1BDD-4E99-9F3E-DBA7434C4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0" name="Graphic 109" descr="Close with solid fill">
              <a:extLst>
                <a:ext uri="{FF2B5EF4-FFF2-40B4-BE49-F238E27FC236}">
                  <a16:creationId xmlns:a16="http://schemas.microsoft.com/office/drawing/2014/main" id="{AB52CDC6-03E5-4328-9190-D10EC9100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1" name="Graphic 110" descr="Close with solid fill">
              <a:extLst>
                <a:ext uri="{FF2B5EF4-FFF2-40B4-BE49-F238E27FC236}">
                  <a16:creationId xmlns:a16="http://schemas.microsoft.com/office/drawing/2014/main" id="{931F106F-0749-410C-B043-FBBC00C228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2" name="Graphic 111" descr="Close with solid fill">
              <a:extLst>
                <a:ext uri="{FF2B5EF4-FFF2-40B4-BE49-F238E27FC236}">
                  <a16:creationId xmlns:a16="http://schemas.microsoft.com/office/drawing/2014/main" id="{754521E1-6371-4424-9EEC-F97313807D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3" name="Graphic 112" descr="Close with solid fill">
              <a:extLst>
                <a:ext uri="{FF2B5EF4-FFF2-40B4-BE49-F238E27FC236}">
                  <a16:creationId xmlns:a16="http://schemas.microsoft.com/office/drawing/2014/main" id="{AEBC5F63-8AD1-4024-8049-021B7A94C1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4" name="Graphic 113" descr="Close with solid fill">
              <a:extLst>
                <a:ext uri="{FF2B5EF4-FFF2-40B4-BE49-F238E27FC236}">
                  <a16:creationId xmlns:a16="http://schemas.microsoft.com/office/drawing/2014/main" id="{DDFF71F8-0A7E-4360-B345-8F305803D7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5" name="Graphic 114" descr="Close with solid fill">
              <a:extLst>
                <a:ext uri="{FF2B5EF4-FFF2-40B4-BE49-F238E27FC236}">
                  <a16:creationId xmlns:a16="http://schemas.microsoft.com/office/drawing/2014/main" id="{69F713B1-B07E-43A9-BFB6-DD6CB95765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6" name="Graphic 115" descr="Close with solid fill">
              <a:extLst>
                <a:ext uri="{FF2B5EF4-FFF2-40B4-BE49-F238E27FC236}">
                  <a16:creationId xmlns:a16="http://schemas.microsoft.com/office/drawing/2014/main" id="{15FA4F8B-0F28-4A43-9161-FE02BC91BB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7" name="Graphic 116" descr="Close with solid fill">
              <a:extLst>
                <a:ext uri="{FF2B5EF4-FFF2-40B4-BE49-F238E27FC236}">
                  <a16:creationId xmlns:a16="http://schemas.microsoft.com/office/drawing/2014/main" id="{2B84D112-EFF8-4345-A547-3E90241339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2" name="SPG Commodity Insights Black Small">
            <a:extLst>
              <a:ext uri="{FF2B5EF4-FFF2-40B4-BE49-F238E27FC236}">
                <a16:creationId xmlns:a16="http://schemas.microsoft.com/office/drawing/2014/main" id="{60F738A8-3610-4EF1-8FC3-C8C4FF0C7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329263793"/>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Divider 4 Photo">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13E3A80-277B-41DD-9B6B-1EC62EDA409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1" name="Picture Placeholder 6">
            <a:extLst>
              <a:ext uri="{FF2B5EF4-FFF2-40B4-BE49-F238E27FC236}">
                <a16:creationId xmlns:a16="http://schemas.microsoft.com/office/drawing/2014/main" id="{4B6A9924-736C-4E76-A5C2-55BDE6AEB7CB}"/>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55" name="Rectangle 54">
            <a:extLst>
              <a:ext uri="{FF2B5EF4-FFF2-40B4-BE49-F238E27FC236}">
                <a16:creationId xmlns:a16="http://schemas.microsoft.com/office/drawing/2014/main" id="{E8F30ACB-1E5E-4CFB-9DC4-18D7EDD8F1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D2B4D766-E44E-4DF9-BA46-CA1EC55CA18A}"/>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45271E8F-489C-40F2-A67D-998E2CA8D924}"/>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482E437F-F9AD-4030-A46F-A18BEF08D33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6A69B554-02EC-492A-9DA2-FF29BED05E6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8BB328C9-2E41-41A7-BBC7-B51EE36FF1A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F8BCC926-347B-4690-AE57-C54CD1A1B2F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FA08FCB6-FC76-44CB-865E-ECF77402AC1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DBC4BB1-1049-4BEB-AFC7-DA37EE22CB5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F5F37C0E-9B67-4B42-9F24-8FF6EF4340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14B7F4B3-1BAC-4838-BB50-1A6141959A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88EE2A1E-93CB-41B8-A653-B04B4F76A06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EAD41CE1-44CE-4C33-B8DD-003D412DC86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DC48CD0-D251-4206-A6F1-1ACE52B7DF4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41454FC7-6D19-4C39-BD35-3C5DE91A0D0D}"/>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E1729A3D-B204-4E43-9068-707178D7F68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98BD8DA-6230-4B45-900F-E365859DF45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4645667-AE1E-47DE-91F8-F37B785E7D9E}"/>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7C61453D-DE39-4662-AB88-8ED21264416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02065AA5-CF6E-4036-9C95-E6ED7FAE1E81}"/>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732B8303-8773-45CF-AE9E-FAAA01B4570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CD0A1452-734E-4B7F-AC8D-79005DAD6E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3AD00B4D-D135-4852-A39A-E073FE81810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62719995-B306-4AB6-AE05-BB37FE14D32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C87CEDEC-5335-46AE-A8EB-21EA39E2D0D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61E895BC-CB5E-4270-869E-D54F17C547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1B94E3D4-553C-499B-9DF5-2197E01C41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5E19396A-9008-4312-AE83-2BB2A61AAB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EC1712A2-E51C-4A1A-8E5F-F32C88C3F5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EE27F661-5077-44B9-8918-A3E211775E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F5BC1E47-D0A8-43BA-AF70-5CF916C2A4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024DF258-4DA8-409D-AD6B-FFFC3B346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9470DFEB-B565-4957-A16E-BA787DA3CF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9147AD86-E416-4DF6-A016-D31FEE5D72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52C87665-A8C3-49E9-A370-67E2C908B0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3" name="SPG Commodity Insights Black Small">
            <a:extLst>
              <a:ext uri="{FF2B5EF4-FFF2-40B4-BE49-F238E27FC236}">
                <a16:creationId xmlns:a16="http://schemas.microsoft.com/office/drawing/2014/main" id="{CAD4761C-286B-47ED-9FDF-7719D45A5E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382943174"/>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1" y="1470456"/>
            <a:ext cx="9143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TITLES</a:t>
            </a:r>
          </a:p>
        </p:txBody>
      </p:sp>
      <p:cxnSp>
        <p:nvCxnSpPr>
          <p:cNvPr id="3" name="Straight Connector 2">
            <a:extLst>
              <a:ext uri="{FF2B5EF4-FFF2-40B4-BE49-F238E27FC236}">
                <a16:creationId xmlns:a16="http://schemas.microsoft.com/office/drawing/2014/main" id="{022CCD58-E913-4222-A444-63939C854ADE}"/>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213E7D0-2424-4345-B281-CB9243DFDB6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E300AB-77EF-4C90-812E-630DDCE08B5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7" name="TextBox 6">
            <a:extLst>
              <a:ext uri="{FF2B5EF4-FFF2-40B4-BE49-F238E27FC236}">
                <a16:creationId xmlns:a16="http://schemas.microsoft.com/office/drawing/2014/main" id="{E24A0290-A315-497D-9B33-74C0E6247B1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44" name="Group 43">
            <a:extLst>
              <a:ext uri="{FF2B5EF4-FFF2-40B4-BE49-F238E27FC236}">
                <a16:creationId xmlns:a16="http://schemas.microsoft.com/office/drawing/2014/main" id="{F3B388A3-A225-4A74-8E1D-E94F037A1B83}"/>
              </a:ext>
            </a:extLst>
          </p:cNvPr>
          <p:cNvGrpSpPr/>
          <p:nvPr/>
        </p:nvGrpSpPr>
        <p:grpSpPr>
          <a:xfrm>
            <a:off x="-994" y="6871034"/>
            <a:ext cx="9144000" cy="143299"/>
            <a:chOff x="-1325" y="6871033"/>
            <a:chExt cx="12192000" cy="143299"/>
          </a:xfrm>
        </p:grpSpPr>
        <p:sp>
          <p:nvSpPr>
            <p:cNvPr id="45" name="Rectangle 44">
              <a:extLst>
                <a:ext uri="{FF2B5EF4-FFF2-40B4-BE49-F238E27FC236}">
                  <a16:creationId xmlns:a16="http://schemas.microsoft.com/office/drawing/2014/main" id="{969CFC21-52FC-470B-9A9C-D31718BFF401}"/>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46" name="Rectangle 45">
              <a:extLst>
                <a:ext uri="{FF2B5EF4-FFF2-40B4-BE49-F238E27FC236}">
                  <a16:creationId xmlns:a16="http://schemas.microsoft.com/office/drawing/2014/main" id="{5DC9E8DB-99B7-466F-9024-BCB317955DD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47" name="Rectangle 46">
            <a:extLst>
              <a:ext uri="{FF2B5EF4-FFF2-40B4-BE49-F238E27FC236}">
                <a16:creationId xmlns:a16="http://schemas.microsoft.com/office/drawing/2014/main" id="{A9491120-B700-4F1A-9AF2-4C88E6F7F35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56" name="Rectangle 55">
            <a:extLst>
              <a:ext uri="{FF2B5EF4-FFF2-40B4-BE49-F238E27FC236}">
                <a16:creationId xmlns:a16="http://schemas.microsoft.com/office/drawing/2014/main" id="{2E700D65-AB2C-414C-AA5F-5FCE269088B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D8F8BA5A-0ABA-4A18-B54A-FAD24265311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91EBA518-533A-400E-B849-B9D23022CC7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9" name="TextBox 58">
              <a:extLst>
                <a:ext uri="{FF2B5EF4-FFF2-40B4-BE49-F238E27FC236}">
                  <a16:creationId xmlns:a16="http://schemas.microsoft.com/office/drawing/2014/main" id="{29E6CABB-0C73-43D0-9AD2-26AB78C6212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60" name="Freeform: Shape 59">
              <a:extLst>
                <a:ext uri="{FF2B5EF4-FFF2-40B4-BE49-F238E27FC236}">
                  <a16:creationId xmlns:a16="http://schemas.microsoft.com/office/drawing/2014/main" id="{51489F82-188A-425B-B896-AFAAC8C22A1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7A2F8161-7463-4264-9ABD-6A83ED0887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62" name="Freeform: Shape 61">
              <a:extLst>
                <a:ext uri="{FF2B5EF4-FFF2-40B4-BE49-F238E27FC236}">
                  <a16:creationId xmlns:a16="http://schemas.microsoft.com/office/drawing/2014/main" id="{0B2DA704-DCF3-43AA-B57E-991967C0B1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Freeform: Shape 62">
              <a:extLst>
                <a:ext uri="{FF2B5EF4-FFF2-40B4-BE49-F238E27FC236}">
                  <a16:creationId xmlns:a16="http://schemas.microsoft.com/office/drawing/2014/main" id="{66AC24C3-6344-400B-A735-83B1C60D57DE}"/>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TextBox 63">
              <a:extLst>
                <a:ext uri="{FF2B5EF4-FFF2-40B4-BE49-F238E27FC236}">
                  <a16:creationId xmlns:a16="http://schemas.microsoft.com/office/drawing/2014/main" id="{5BBB03F8-B15E-461D-9E39-01E83FE1AAF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5" name="Picture 64">
              <a:extLst>
                <a:ext uri="{FF2B5EF4-FFF2-40B4-BE49-F238E27FC236}">
                  <a16:creationId xmlns:a16="http://schemas.microsoft.com/office/drawing/2014/main" id="{61FE011A-D899-4922-95FA-F44D6AEAB9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6" name="Rectangle 65">
              <a:extLst>
                <a:ext uri="{FF2B5EF4-FFF2-40B4-BE49-F238E27FC236}">
                  <a16:creationId xmlns:a16="http://schemas.microsoft.com/office/drawing/2014/main" id="{B85532A6-F432-4390-B2EB-0FA8D04F8D8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7" name="Rectangle 66">
              <a:extLst>
                <a:ext uri="{FF2B5EF4-FFF2-40B4-BE49-F238E27FC236}">
                  <a16:creationId xmlns:a16="http://schemas.microsoft.com/office/drawing/2014/main" id="{33D7CBBF-AFFE-411B-925D-CAF1D572E93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8" name="Rectangle 67">
              <a:extLst>
                <a:ext uri="{FF2B5EF4-FFF2-40B4-BE49-F238E27FC236}">
                  <a16:creationId xmlns:a16="http://schemas.microsoft.com/office/drawing/2014/main" id="{B7ADD296-A7E2-4A1B-B5DC-16D1BFAC9B70}"/>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9" name="Rectangle 68">
              <a:extLst>
                <a:ext uri="{FF2B5EF4-FFF2-40B4-BE49-F238E27FC236}">
                  <a16:creationId xmlns:a16="http://schemas.microsoft.com/office/drawing/2014/main" id="{05B98BEE-B769-49E3-9745-4C88CCA131E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70" name="Group 69">
              <a:extLst>
                <a:ext uri="{FF2B5EF4-FFF2-40B4-BE49-F238E27FC236}">
                  <a16:creationId xmlns:a16="http://schemas.microsoft.com/office/drawing/2014/main" id="{E9613116-74CF-438D-840E-1067A38170B7}"/>
                </a:ext>
              </a:extLst>
            </p:cNvPr>
            <p:cNvGrpSpPr/>
            <p:nvPr/>
          </p:nvGrpSpPr>
          <p:grpSpPr>
            <a:xfrm>
              <a:off x="12364752" y="2345932"/>
              <a:ext cx="1055431" cy="88186"/>
              <a:chOff x="914335" y="6913770"/>
              <a:chExt cx="1109884" cy="100584"/>
            </a:xfrm>
            <a:noFill/>
          </p:grpSpPr>
          <p:sp>
            <p:nvSpPr>
              <p:cNvPr id="81" name="Rectangle 80">
                <a:extLst>
                  <a:ext uri="{FF2B5EF4-FFF2-40B4-BE49-F238E27FC236}">
                    <a16:creationId xmlns:a16="http://schemas.microsoft.com/office/drawing/2014/main" id="{13A9E7CF-1375-455F-AEF5-84218092A28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82" name="Rectangle 81">
                <a:extLst>
                  <a:ext uri="{FF2B5EF4-FFF2-40B4-BE49-F238E27FC236}">
                    <a16:creationId xmlns:a16="http://schemas.microsoft.com/office/drawing/2014/main" id="{71806FBA-06CD-4973-900D-9FB499FA026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83" name="Rectangle 82">
                <a:extLst>
                  <a:ext uri="{FF2B5EF4-FFF2-40B4-BE49-F238E27FC236}">
                    <a16:creationId xmlns:a16="http://schemas.microsoft.com/office/drawing/2014/main" id="{D3B72C86-2C17-4216-9A40-9D760EED714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84" name="Rectangle 83">
                <a:extLst>
                  <a:ext uri="{FF2B5EF4-FFF2-40B4-BE49-F238E27FC236}">
                    <a16:creationId xmlns:a16="http://schemas.microsoft.com/office/drawing/2014/main" id="{00BFC6EE-B0F8-44B4-98A4-C3E5AE24EC5C}"/>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85" name="Rectangle 84">
                <a:extLst>
                  <a:ext uri="{FF2B5EF4-FFF2-40B4-BE49-F238E27FC236}">
                    <a16:creationId xmlns:a16="http://schemas.microsoft.com/office/drawing/2014/main" id="{95AB9B84-E04A-4C6D-888C-79F780F7A5D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86" name="Rectangle 85">
                <a:extLst>
                  <a:ext uri="{FF2B5EF4-FFF2-40B4-BE49-F238E27FC236}">
                    <a16:creationId xmlns:a16="http://schemas.microsoft.com/office/drawing/2014/main" id="{DAFC5FDA-7F74-4138-9FE3-09DC32B1533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87" name="Rectangle 86">
                <a:extLst>
                  <a:ext uri="{FF2B5EF4-FFF2-40B4-BE49-F238E27FC236}">
                    <a16:creationId xmlns:a16="http://schemas.microsoft.com/office/drawing/2014/main" id="{09CE081C-E999-438C-9774-B70652A2E9EE}"/>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88" name="Rectangle 87">
                <a:extLst>
                  <a:ext uri="{FF2B5EF4-FFF2-40B4-BE49-F238E27FC236}">
                    <a16:creationId xmlns:a16="http://schemas.microsoft.com/office/drawing/2014/main" id="{BDBE862E-F5D1-474E-B686-AA4C04F3412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89" name="Rectangle 88">
                <a:extLst>
                  <a:ext uri="{FF2B5EF4-FFF2-40B4-BE49-F238E27FC236}">
                    <a16:creationId xmlns:a16="http://schemas.microsoft.com/office/drawing/2014/main" id="{C2EA266E-FD12-4BEE-9446-46140D207DC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90" name="Rectangle 89">
                <a:extLst>
                  <a:ext uri="{FF2B5EF4-FFF2-40B4-BE49-F238E27FC236}">
                    <a16:creationId xmlns:a16="http://schemas.microsoft.com/office/drawing/2014/main" id="{9B1DD96E-6264-4367-BA58-AA643B07273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71" name="Graphic 70" descr="Close with solid fill">
              <a:extLst>
                <a:ext uri="{FF2B5EF4-FFF2-40B4-BE49-F238E27FC236}">
                  <a16:creationId xmlns:a16="http://schemas.microsoft.com/office/drawing/2014/main" id="{951DD323-9321-429F-A856-F3DC807ADC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72" name="Graphic 71" descr="Close with solid fill">
              <a:extLst>
                <a:ext uri="{FF2B5EF4-FFF2-40B4-BE49-F238E27FC236}">
                  <a16:creationId xmlns:a16="http://schemas.microsoft.com/office/drawing/2014/main" id="{47B125F9-6B4E-4360-AD71-F59EBC47A4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73" name="Graphic 72" descr="Close with solid fill">
              <a:extLst>
                <a:ext uri="{FF2B5EF4-FFF2-40B4-BE49-F238E27FC236}">
                  <a16:creationId xmlns:a16="http://schemas.microsoft.com/office/drawing/2014/main" id="{FDFEA8AC-D736-44DA-A697-BAFC7F6C2E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74" name="Graphic 73" descr="Close with solid fill">
              <a:extLst>
                <a:ext uri="{FF2B5EF4-FFF2-40B4-BE49-F238E27FC236}">
                  <a16:creationId xmlns:a16="http://schemas.microsoft.com/office/drawing/2014/main" id="{CF370586-6E00-45AF-89CA-CBE94D1E06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75" name="Graphic 74" descr="Close with solid fill">
              <a:extLst>
                <a:ext uri="{FF2B5EF4-FFF2-40B4-BE49-F238E27FC236}">
                  <a16:creationId xmlns:a16="http://schemas.microsoft.com/office/drawing/2014/main" id="{9BEDABCC-D746-4379-B29B-AC322759C9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76" name="Graphic 75" descr="Close with solid fill">
              <a:extLst>
                <a:ext uri="{FF2B5EF4-FFF2-40B4-BE49-F238E27FC236}">
                  <a16:creationId xmlns:a16="http://schemas.microsoft.com/office/drawing/2014/main" id="{4893EDB0-59CE-4468-8F52-E010D12251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77" name="Graphic 76" descr="Close with solid fill">
              <a:extLst>
                <a:ext uri="{FF2B5EF4-FFF2-40B4-BE49-F238E27FC236}">
                  <a16:creationId xmlns:a16="http://schemas.microsoft.com/office/drawing/2014/main" id="{2202027E-71FC-48D0-8412-8BB6C25716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78" name="Graphic 77" descr="Close with solid fill">
              <a:extLst>
                <a:ext uri="{FF2B5EF4-FFF2-40B4-BE49-F238E27FC236}">
                  <a16:creationId xmlns:a16="http://schemas.microsoft.com/office/drawing/2014/main" id="{2FC27ED8-9CD5-41A5-B5ED-AD936C1B2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79" name="Graphic 78" descr="Close with solid fill">
              <a:extLst>
                <a:ext uri="{FF2B5EF4-FFF2-40B4-BE49-F238E27FC236}">
                  <a16:creationId xmlns:a16="http://schemas.microsoft.com/office/drawing/2014/main" id="{A5D06075-8D57-4D2B-B764-30B6ABC66F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80" name="Graphic 79" descr="Close with solid fill">
              <a:extLst>
                <a:ext uri="{FF2B5EF4-FFF2-40B4-BE49-F238E27FC236}">
                  <a16:creationId xmlns:a16="http://schemas.microsoft.com/office/drawing/2014/main" id="{A8DDD2F4-42B9-4C4F-8C2F-A36CB27753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506749124"/>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of Contents">
    <p:bg>
      <p:bgRef idx="1001">
        <a:schemeClr val="bg1"/>
      </p:bgRef>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C800B4E-860B-417F-BB29-99B57E549B50}"/>
              </a:ext>
            </a:extLst>
          </p:cNvPr>
          <p:cNvSpPr>
            <a:spLocks noGrp="1"/>
          </p:cNvSpPr>
          <p:nvPr>
            <p:ph type="body" sz="quarter" idx="14" hasCustomPrompt="1"/>
          </p:nvPr>
        </p:nvSpPr>
        <p:spPr>
          <a:xfrm>
            <a:off x="4955382" y="1955800"/>
            <a:ext cx="3769519" cy="4249738"/>
          </a:xfrm>
        </p:spPr>
        <p:txBody>
          <a:bodyPr/>
          <a:lstStyle>
            <a:lvl1pPr marL="0" indent="0">
              <a:buFont typeface="Arial" panose="020B0604020202020204" pitchFamily="34" charset="0"/>
              <a:buChar char="​"/>
              <a:defRPr/>
            </a:lvl1pPr>
            <a:lvl2pPr marL="171450" indent="-171450">
              <a:defRPr/>
            </a:lvl2pPr>
          </a:lstStyle>
          <a:p>
            <a:pPr lvl="0"/>
            <a:r>
              <a:rPr lang="en-US"/>
              <a:t>[Click to add content items]</a:t>
            </a:r>
          </a:p>
          <a:p>
            <a:pPr lvl="1"/>
            <a:r>
              <a:rPr lang="en-US"/>
              <a:t>Second level</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9051D01-D692-4173-9D9A-014169CC6598}"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Table of Contents title text here]</a:t>
            </a:r>
          </a:p>
        </p:txBody>
      </p:sp>
    </p:spTree>
    <p:extLst>
      <p:ext uri="{BB962C8B-B14F-4D97-AF65-F5344CB8AC3E}">
        <p14:creationId xmlns:p14="http://schemas.microsoft.com/office/powerpoint/2010/main" val="2149600799"/>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Title Image Top">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BBBE1557-BB22-495E-A5C7-D2F25E1F6819}"/>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C6F1309B-0845-4EB2-A3CA-C07F324EFAA6}"/>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4031439D-13AF-4415-A3CA-F328745318A0}"/>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785F783B-8563-4B40-8E71-E66B9701C0EB}"/>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60E239-D8BE-43CF-ACD4-E35D16194422}"/>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4BBAE14-FB62-4D6A-B79C-AFB8121868C0}"/>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9BB5C7-E865-464E-99BF-7DA91B3F13B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ED9518A-784E-4E5C-AF5F-CF9C0F050DC8}"/>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2D06CB30-646E-4F84-9926-BF27349370AB}"/>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FBBDBCC-707F-4D78-9298-8E40AB2F8B1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D9AB454-D37B-4481-8B49-942B6DBFF517}"/>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9F46618-918C-429E-807F-83C53CFE919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89CD463-234E-48C6-AC26-710872AB6DB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A60D699-170D-41A0-856D-C14CCA21581D}"/>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85A9B8A-9140-4969-A330-88AA14280A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3694176"/>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5219273"/>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3694176"/>
            <a:ext cx="2276856" cy="1882760"/>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571195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1"/>
            <a:ext cx="9143999" cy="3163824"/>
          </a:xfrm>
          <a:blipFill>
            <a:blip r:embed="rId2"/>
            <a:stretch>
              <a:fillRect l="-296" t="-145918" r="-226" b="-814"/>
            </a:stretch>
          </a:blipFill>
        </p:spPr>
        <p:txBody>
          <a:bodyPr lIns="182880" tIns="182880" rIns="182880" bIns="274320" anchor="ctr"/>
          <a:lstStyle>
            <a:lvl1pPr marL="0" indent="0" algn="ctr">
              <a:buNone/>
              <a:defRPr>
                <a:solidFill>
                  <a:schemeClr val="bg1"/>
                </a:solidFill>
              </a:defRPr>
            </a:lvl1pPr>
          </a:lstStyle>
          <a:p>
            <a:r>
              <a:rPr lang="en-US"/>
              <a:t>[Insert photo]</a:t>
            </a:r>
          </a:p>
        </p:txBody>
      </p:sp>
      <p:cxnSp>
        <p:nvCxnSpPr>
          <p:cNvPr id="13" name="Straight Connector 12">
            <a:extLst>
              <a:ext uri="{FF2B5EF4-FFF2-40B4-BE49-F238E27FC236}">
                <a16:creationId xmlns:a16="http://schemas.microsoft.com/office/drawing/2014/main" id="{08948813-BD31-401D-947E-A68473B16E47}"/>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BD2BDA-4FB2-4A64-86F9-1C049DA7BFB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0C37F7A-AFEB-48BE-9360-1DC8818B1B5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FA4F43D1-4FC5-4E72-95A2-C839C4CA70A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5BB7E29-E753-4218-8C9C-1AFC75516E91}"/>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29835C22-9DD0-496B-ADA2-3CFD10CA69B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EA9AED8-584D-46FB-A854-F952181D7615}"/>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5C1F9D4B-D63F-4564-BD0E-084CE5AAC88B}"/>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610388E5-E199-4F30-A96A-E840D73E7CC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EB267F69-C734-464D-852C-7896A463057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DB80902A-0337-49B6-A970-46A0527D0E0D}"/>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C2386192-4742-4F77-90BF-50C5B70854A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3D433B76-F654-45B0-9586-8C245C164DA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DA255500-2749-40DA-A2FF-70864371AF70}"/>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B0C2181A-ED35-404D-8026-684608EF6B8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27296448-139C-4F01-A14D-15722F35163F}"/>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E33143CA-9D13-4F4A-8C01-B78AA54A792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8CF64805-0404-409D-B105-04BE37A04D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125386A3-CCBD-4F99-9D32-7B68DD6EBB6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DE811315-C6BC-4C0F-B02D-E63B055629A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024B546B-84DC-49B0-8EAD-3D4DB0F078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AB24C22C-6872-4AE2-9022-3D80006962F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91F4FC11-B475-40C9-A974-5E3408B02122}"/>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276F84D4-EFD3-4BC4-B8CD-60E2C8462E9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0A509DAD-D512-4B56-8E5B-852215ED2B1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AA564A51-524B-4609-BF6D-02F1B5736C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0DB3A0A9-DB3B-4FC2-B816-0A78DEB0FEA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5A1B5251-5ECD-425E-9D18-04E5BDD538B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7AC9EE80-C4D5-4760-95C8-2A2845A3D7F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6702FB2F-FF5E-4BB9-B445-FDE9BD71A06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022FE141-25C6-408E-BD22-B21B2F2FA36D}"/>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4AC9BC2F-C6B3-4F64-A5B6-0EFC23121B3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7DAF1033-109C-4E13-9963-B3C23E2282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C2E51B02-8A90-4B70-84C7-E0CCBB07B6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5CE932C8-B51E-4E95-9353-8480DEE7DA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BDAC980E-1608-43DF-8E32-D4B8C85DF44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C7C660C9-5A1C-48F5-AA59-0F0EF25335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56DD4738-D7E8-4356-B8D3-C2723A45C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C587F34B-E173-43A3-9474-3B8947515D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5D6569B9-625E-45B0-93D5-90ACD31785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47973CCE-3FCA-48E2-890C-384F8BA064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8CD999C3-CEF2-4EF3-884E-C307F1542B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73D325FF-8039-47EF-BF3B-19C79457D2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643BF373-2625-4604-ABB7-5A28399EC8C0}"/>
              </a:ext>
            </a:extLst>
          </p:cNvPr>
          <p:cNvSpPr>
            <a:spLocks noGrp="1"/>
          </p:cNvSpPr>
          <p:nvPr>
            <p:ph type="dt" sz="half" idx="18"/>
          </p:nvPr>
        </p:nvSpPr>
        <p:spPr>
          <a:xfrm>
            <a:off x="-67192" y="6786726"/>
            <a:ext cx="43873" cy="56034"/>
          </a:xfrm>
        </p:spPr>
        <p:txBody>
          <a:bodyPr/>
          <a:lstStyle>
            <a:lvl1pPr>
              <a:defRPr sz="100">
                <a:noFill/>
              </a:defRPr>
            </a:lvl1pPr>
          </a:lstStyle>
          <a:p>
            <a:fld id="{46BAAD94-E9CA-4657-9820-B02A53B2C794}" type="datetime4">
              <a:rPr lang="en-US" smtClean="0"/>
              <a:t>August 13, 2025</a:t>
            </a:fld>
            <a:endParaRPr lang="en-US"/>
          </a:p>
        </p:txBody>
      </p:sp>
      <p:sp>
        <p:nvSpPr>
          <p:cNvPr id="4" name="Footer Placeholder 3">
            <a:extLst>
              <a:ext uri="{FF2B5EF4-FFF2-40B4-BE49-F238E27FC236}">
                <a16:creationId xmlns:a16="http://schemas.microsoft.com/office/drawing/2014/main" id="{E4D3C8FF-26C1-4663-8C2F-EB432D23C8F1}"/>
              </a:ext>
            </a:extLst>
          </p:cNvPr>
          <p:cNvSpPr>
            <a:spLocks noGrp="1"/>
          </p:cNvSpPr>
          <p:nvPr>
            <p:ph type="ftr" sz="quarter" idx="19"/>
          </p:nvPr>
        </p:nvSpPr>
        <p:spPr>
          <a:xfrm>
            <a:off x="4627538" y="6403792"/>
            <a:ext cx="4096822"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39741434-98FA-4866-91A6-B5C7E0370230}"/>
              </a:ext>
            </a:extLst>
          </p:cNvPr>
          <p:cNvSpPr>
            <a:spLocks noGrp="1"/>
          </p:cNvSpPr>
          <p:nvPr>
            <p:ph type="sldNum" sz="quarter" idx="20"/>
          </p:nvPr>
        </p:nvSpPr>
        <p:spPr>
          <a:xfrm>
            <a:off x="9157677" y="6786726"/>
            <a:ext cx="43873" cy="56034"/>
          </a:xfrm>
        </p:spPr>
        <p:txBody>
          <a:bodyPr/>
          <a:lstStyle>
            <a:lvl1pPr>
              <a:defRPr>
                <a:noFill/>
              </a:defRPr>
            </a:lvl1pPr>
          </a:lstStyle>
          <a:p>
            <a:fld id="{5CFA18E4-D58E-4B28-B105-28D9665A8EBC}" type="slidenum">
              <a:rPr lang="en-US" smtClean="0"/>
              <a:pPr/>
              <a:t>‹#›</a:t>
            </a:fld>
            <a:endParaRPr lang="en-US"/>
          </a:p>
        </p:txBody>
      </p:sp>
      <p:pic>
        <p:nvPicPr>
          <p:cNvPr id="71" name="SPG Commodity Insights Colorful Big">
            <a:extLst>
              <a:ext uri="{FF2B5EF4-FFF2-40B4-BE49-F238E27FC236}">
                <a16:creationId xmlns:a16="http://schemas.microsoft.com/office/drawing/2014/main" id="{4499304B-23EF-45C6-8DEC-8DA791056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5722822"/>
            <a:ext cx="2071116" cy="960692"/>
          </a:xfrm>
          <a:prstGeom prst="rect">
            <a:avLst/>
          </a:prstGeom>
        </p:spPr>
      </p:pic>
    </p:spTree>
    <p:extLst>
      <p:ext uri="{BB962C8B-B14F-4D97-AF65-F5344CB8AC3E}">
        <p14:creationId xmlns:p14="http://schemas.microsoft.com/office/powerpoint/2010/main" val="2345261029"/>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Title Image Bottom">
    <p:bg>
      <p:bgRef idx="1001">
        <a:schemeClr val="bg1"/>
      </p:bgRef>
    </p:bg>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E170B52A-0574-4B5D-96F3-FC522D16D7B4}"/>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86E61D24-3A89-4ED7-8C27-1DE6C4E3946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BF823CB6-1E2E-474A-8F24-AFA2BD8FE923}"/>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F63CDFBB-CA4D-452A-9F16-21101C658068}"/>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F75DE8-F58C-409F-9E8B-5B3C50FF979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28FDD5A-ADCD-425E-9D38-F1ABB2E9C078}"/>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6C7B8A-E643-4A36-B5D8-444B203808EC}"/>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9B6BCEA-F916-4A16-95EC-42595163C24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8A537E61-9D33-4D4E-BB91-503A585F7057}"/>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EF041C5-6A09-493D-AF10-E4B72F1B143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3D4408F-3624-4ACD-A913-24255D97162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57F981-6113-4F8C-BF04-B00633B7C041}"/>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0C08679-F038-4FAD-B1EE-1F376677A0A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A0148F8-6877-42F6-A888-EAB9B0EFF04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7A113C-106B-4BDD-8FDB-9D861C1DD1F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1294994"/>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2820091"/>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647701"/>
            <a:ext cx="2276856" cy="209939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290216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3694176"/>
            <a:ext cx="9143999" cy="3163824"/>
          </a:xfrm>
          <a:blipFill>
            <a:blip r:embed="rId2"/>
            <a:stretch>
              <a:fillRect l="-724" t="-148456" r="-500"/>
            </a:stretch>
          </a:blipFill>
        </p:spPr>
        <p:txBody>
          <a:bodyPr lIns="182880" tIns="182880" rIns="182880" bIns="274320" anchor="ctr"/>
          <a:lstStyle>
            <a:lvl1pPr marL="0" indent="0" algn="ctr">
              <a:buNone/>
              <a:defRPr>
                <a:solidFill>
                  <a:schemeClr val="tx1"/>
                </a:solidFill>
              </a:defRPr>
            </a:lvl1pPr>
          </a:lstStyle>
          <a:p>
            <a:r>
              <a:rPr lang="en-US"/>
              <a:t>[Insert photo]</a:t>
            </a:r>
          </a:p>
        </p:txBody>
      </p:sp>
      <p:cxnSp>
        <p:nvCxnSpPr>
          <p:cNvPr id="14" name="Straight Connector 13">
            <a:extLst>
              <a:ext uri="{FF2B5EF4-FFF2-40B4-BE49-F238E27FC236}">
                <a16:creationId xmlns:a16="http://schemas.microsoft.com/office/drawing/2014/main" id="{2D4E5B2A-BA77-4B17-8DF6-EA928A0C30F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AB519E-B546-4342-A2A5-85AA9B713FC4}"/>
              </a:ext>
            </a:extLst>
          </p:cNvPr>
          <p:cNvCxnSpPr>
            <a:cxnSpLocks/>
          </p:cNvCxnSpPr>
          <p:nvPr/>
        </p:nvCxnSpPr>
        <p:spPr>
          <a:xfrm flipV="1">
            <a:off x="9144001" y="6205416"/>
            <a:ext cx="289526" cy="412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D433F79-9C81-4929-99E8-01BCFFB8A6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5B361783-51E2-41C2-97AC-97C0FF4BED1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C0C7C0-8FD4-4F9D-8791-0E5F1A014F9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D0FF267-DD03-4957-816F-EC6105E2398E}"/>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5033B7-E3CD-4AB5-8C5F-6CA103C2C78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89D045CA-4196-418F-9E09-E5BEF999B6A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3EF97331-F6AA-4EBF-845D-D92A086B4D0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D77511B6-5DB3-4066-8844-040EBFA431B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05F164A3-4EE3-46F3-B9BF-B875E1FBAACA}"/>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6FE81C2A-C92D-477B-99EE-9AFEA406E0DC}"/>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C4117E95-1283-4B43-9B7F-CF8C5B40F80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EA9FE7DE-B1F5-41D3-8476-9DB25EEDD52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1E8654EC-1B32-4267-BA99-B17CC65B38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A5CA9CE1-9EC9-4CF2-9DA9-B56D011B386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A4F06F4C-FCC4-4E78-B187-71EF9FB623B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AFDECF38-7BE7-419F-913A-50C9930F20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89B37E7E-1432-4B4C-A5E1-4CA90FA2BCB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50445590-761E-47D1-88E3-4FC11CDA4DB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3D8659A6-0296-4723-8253-1135EEC32E2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3131725C-D298-4422-8FA2-5C30C4D4719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11341132-7DED-428E-A430-1963CD0CFB33}"/>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6785FF3C-2C8D-4724-B094-6E8A7392BE52}"/>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266DD3DF-D4AC-4CB3-8769-58F8C9956AB5}"/>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444CCD38-7C87-4A32-873E-864C73B2A659}"/>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5AAC09C8-519B-4B17-8719-FBDA25D0D48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00DB0364-8AE8-423D-A303-684E0B02334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59A44B99-1E87-4B30-A95D-57BF03B847B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D1754725-B7A2-4229-BE66-645E38BFB14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320F4B44-6E09-4B07-B714-A628FB21CC2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6725C27C-9F74-4FC6-9CB6-75FE6131A65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1C925A34-F0D6-4676-8C9C-03ABD0BC5FD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E314398A-0B5C-4ACD-8E8C-71278149E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2E05283F-F7B2-4A89-A66B-EFA7A1D35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0F7E95D7-554D-46F3-8201-0802393EFC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B6950F30-ED56-4B6E-8F44-7C244AC216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D502C339-E6EC-4C2A-8DD1-55583E5FE6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321A92B9-92EF-47C1-B704-0F0FFFD85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79A011D3-BC65-4C3C-A829-09FF9E6E4A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D5F2769F-B451-4F7F-927F-CE14C7F2A6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76834A7F-B42D-4C0C-92B9-2285D18E0B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5B2400A8-F26A-482B-9DA7-1D1AD328F6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FF613B07-9E7A-4CE1-95D1-7BDF6E0E821F}"/>
              </a:ext>
            </a:extLst>
          </p:cNvPr>
          <p:cNvSpPr>
            <a:spLocks noGrp="1"/>
          </p:cNvSpPr>
          <p:nvPr>
            <p:ph type="dt" sz="half" idx="18"/>
          </p:nvPr>
        </p:nvSpPr>
        <p:spPr>
          <a:xfrm>
            <a:off x="-52694" y="6806287"/>
            <a:ext cx="41148" cy="54864"/>
          </a:xfrm>
        </p:spPr>
        <p:txBody>
          <a:bodyPr/>
          <a:lstStyle>
            <a:lvl1pPr>
              <a:defRPr>
                <a:noFill/>
              </a:defRPr>
            </a:lvl1pPr>
          </a:lstStyle>
          <a:p>
            <a:fld id="{1368B5A3-6DA2-4355-B7C2-19FFD8192B14}" type="datetime4">
              <a:rPr lang="en-US" smtClean="0"/>
              <a:t>August 13, 2025</a:t>
            </a:fld>
            <a:endParaRPr lang="en-US"/>
          </a:p>
        </p:txBody>
      </p:sp>
      <p:sp>
        <p:nvSpPr>
          <p:cNvPr id="4" name="Footer Placeholder 3">
            <a:extLst>
              <a:ext uri="{FF2B5EF4-FFF2-40B4-BE49-F238E27FC236}">
                <a16:creationId xmlns:a16="http://schemas.microsoft.com/office/drawing/2014/main" id="{1A20B511-0D7A-4A24-9866-4840698E5AE1}"/>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593F625B-66C7-41A6-B79F-7688FC3BFBB2}"/>
              </a:ext>
            </a:extLst>
          </p:cNvPr>
          <p:cNvSpPr>
            <a:spLocks noGrp="1"/>
          </p:cNvSpPr>
          <p:nvPr>
            <p:ph type="sldNum" sz="quarter" idx="20"/>
          </p:nvPr>
        </p:nvSpPr>
        <p:spPr>
          <a:xfrm>
            <a:off x="9148870" y="6900067"/>
            <a:ext cx="41148" cy="54864"/>
          </a:xfrm>
        </p:spPr>
        <p:txBody>
          <a:bodyPr/>
          <a:lstStyle>
            <a:lvl1pPr>
              <a:defRPr>
                <a:noFill/>
              </a:defRPr>
            </a:lvl1pPr>
          </a:lstStyle>
          <a:p>
            <a:fld id="{5CFA18E4-D58E-4B28-B105-28D9665A8EBC}" type="slidenum">
              <a:rPr lang="en-US" smtClean="0"/>
              <a:pPr/>
              <a:t>‹#›</a:t>
            </a:fld>
            <a:endParaRPr lang="en-US"/>
          </a:p>
        </p:txBody>
      </p:sp>
      <p:pic>
        <p:nvPicPr>
          <p:cNvPr id="72" name="SPG Commodity Insights Red White Big">
            <a:extLst>
              <a:ext uri="{FF2B5EF4-FFF2-40B4-BE49-F238E27FC236}">
                <a16:creationId xmlns:a16="http://schemas.microsoft.com/office/drawing/2014/main" id="{7BF88A21-4FCC-4763-A7CB-7D26E080A8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2678042879"/>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Title Image Right">
    <p:bg>
      <p:bgPr>
        <a:solidFill>
          <a:schemeClr val="accent4"/>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2B285209-705D-4C8F-A941-8AFB2E5D2C3C}"/>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400D9C7D-AFD1-476D-91BD-094E88398BA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3502D2C-FC02-413D-BF15-EA13D66FABA1}"/>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8DC0787-9556-40FF-AC3C-627A4350505C}"/>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3FA25D3-273D-403A-B304-0E4B1ECD5EA7}"/>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AA6DA2-3739-4786-9A03-964028DD6D6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43EAD03-19C3-4C08-9106-17F0D381CE38}"/>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8F96AAC-0FDC-487A-8798-7C5DB274AB6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A6919D5B-5686-43F8-8D85-E3882C56212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DC478C54-CEF6-4A4B-9778-A640C995E01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6141E0D-12DE-44E7-9DD8-08CCF68120E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C17A532-E264-4325-96BE-49513745692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5742C64-2422-4CDE-8C93-D3BA635E744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DE561FE-45F1-45FF-89E9-6C99E3BDF7A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04D02C-BC6F-44D6-AB2F-7CFF6E7875B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 name="Picture Placeholder 6">
            <a:extLst>
              <a:ext uri="{FF2B5EF4-FFF2-40B4-BE49-F238E27FC236}">
                <a16:creationId xmlns:a16="http://schemas.microsoft.com/office/drawing/2014/main" id="{287B2262-C456-455C-A903-57F749CFF68B}"/>
              </a:ext>
            </a:extLst>
          </p:cNvPr>
          <p:cNvSpPr>
            <a:spLocks noGrp="1"/>
          </p:cNvSpPr>
          <p:nvPr>
            <p:ph type="pic" sz="quarter" idx="13" hasCustomPrompt="1"/>
          </p:nvPr>
        </p:nvSpPr>
        <p:spPr>
          <a:xfrm>
            <a:off x="4249341" y="1287070"/>
            <a:ext cx="4894659" cy="4918468"/>
          </a:xfrm>
          <a:blipFill>
            <a:blip r:embed="rId2"/>
            <a:stretch>
              <a:fillRect l="-724" t="-148455" r="-550" b="-122"/>
            </a:stretch>
          </a:blipFill>
        </p:spPr>
        <p:txBody>
          <a:bodyPr anchor="ctr"/>
          <a:lstStyle>
            <a:lvl1pPr marL="0" indent="0" algn="ctr">
              <a:buNone/>
              <a:defRPr/>
            </a:lvl1pPr>
          </a:lstStyle>
          <a:p>
            <a:r>
              <a:rPr lang="en-US"/>
              <a:t>[Insert photo]</a:t>
            </a: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6283"/>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4667"/>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3" name="Straight Connector 12">
            <a:extLst>
              <a:ext uri="{FF2B5EF4-FFF2-40B4-BE49-F238E27FC236}">
                <a16:creationId xmlns:a16="http://schemas.microsoft.com/office/drawing/2014/main" id="{893DEC7C-79A3-4144-A817-AE81708959B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C483F-468B-416B-B6B1-6BE884C5204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86479E2-9DF3-4DEA-9C4D-CCAD42FF9CC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FB90B3E7-0C5B-48B3-8561-36F18D7CB2C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5341EC9-B150-4429-843B-E5ADA3C3997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6CDF022-0744-4164-952F-14D8303C4B3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CA96E9CE-9F89-4534-AFC1-85731F0664C8}"/>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DBE3881-0D07-4998-9F92-92FB5C60BD44}"/>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99495E87-ABAD-4B57-9E98-7FFE41054BF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684DBF18-21E3-4C4F-AB0B-B7C6C9A45784}"/>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45ECE3A5-3B8A-4832-80BC-DD14F41F7732}"/>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E7117544-529D-4E7F-BCCB-C875394B3B9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FC72210F-12D9-4693-86C8-71981AD5C4B3}"/>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9194E8DB-D0FB-4E20-94B6-138504DD9A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2BE48F46-090C-44D4-AF94-1D5F8F2B569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E080D52-6AE6-4675-81F8-07C78B9F8D0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CF09E73A-FE20-4BD9-8D66-AF94023D782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4BFA87CA-E109-4FF2-B172-A94DFB268E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F4E24E0B-A12A-45D9-AB57-5A590D3ECCA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8C6B9DFE-14A1-4340-BB78-3196C843359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8CC2D451-C22A-4F2F-A874-38E8B2E8584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732C7C-6967-40E4-BE40-9323AEB729E9}"/>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240FC81C-279B-4512-8F30-1779A524F352}"/>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4ABABA4F-6CE0-44E9-9200-51BC5DA549DF}"/>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59B5C93E-3932-4419-8454-5E4AAD910B4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77597AE8-74B5-4588-B09F-4788D6F4E8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37FB415E-DCDC-4000-9766-9DD3CB93883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4C33F656-4167-4CE1-9AD4-40C37E056BE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595083B2-9F83-4528-AAF4-7C52D9AB1A0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29CD0836-52F9-45C7-A86A-35B4377EDBE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7A459AE0-8F2C-4633-8532-C0FA80DAE3F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17517B6F-D41A-4486-86DF-B5F390A8867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30AB530F-89EA-4891-9BC0-9BBE24D501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A61EE766-DA8C-4B11-B636-64641A0CC1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C1BEF7C-C7AE-4C02-97F1-E131B947CB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1A20D4E3-61B3-4659-9F45-75626327B7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9FDF2732-D7CB-4658-91CC-5A77D23DA1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9B7BDC60-1EF5-4806-9A77-5052A2D464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9DEE8FC4-A0D7-4AF1-A9B7-727B71FB05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AE6731F5-4F2A-4BA6-86DB-F95709DC6B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2F9778D0-206E-4FC0-B0E0-D32FE96569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DFA1B4CD-0D95-4FFC-BA36-3823DEC95F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453B95BB-E6EC-4FF5-8BB9-6857193EAE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2F4B2B6F-489A-487A-B10A-F4D2464CA129}"/>
              </a:ext>
            </a:extLst>
          </p:cNvPr>
          <p:cNvSpPr>
            <a:spLocks noGrp="1"/>
          </p:cNvSpPr>
          <p:nvPr>
            <p:ph type="dt" sz="half" idx="18"/>
          </p:nvPr>
        </p:nvSpPr>
        <p:spPr>
          <a:xfrm>
            <a:off x="-68894" y="6899830"/>
            <a:ext cx="41148" cy="54864"/>
          </a:xfrm>
        </p:spPr>
        <p:txBody>
          <a:bodyPr/>
          <a:lstStyle>
            <a:lvl1pPr>
              <a:defRPr sz="100">
                <a:noFill/>
              </a:defRPr>
            </a:lvl1pPr>
          </a:lstStyle>
          <a:p>
            <a:fld id="{F3B46971-4D15-424F-9C28-D1FB6CB0543C}" type="datetime4">
              <a:rPr lang="en-US" smtClean="0"/>
              <a:t>August 13, 2025</a:t>
            </a:fld>
            <a:endParaRPr lang="en-US"/>
          </a:p>
        </p:txBody>
      </p:sp>
      <p:sp>
        <p:nvSpPr>
          <p:cNvPr id="4" name="Footer Placeholder 3">
            <a:extLst>
              <a:ext uri="{FF2B5EF4-FFF2-40B4-BE49-F238E27FC236}">
                <a16:creationId xmlns:a16="http://schemas.microsoft.com/office/drawing/2014/main" id="{3CA42B13-DC57-419A-8756-4F81A1EDB959}"/>
              </a:ext>
            </a:extLst>
          </p:cNvPr>
          <p:cNvSpPr>
            <a:spLocks noGrp="1"/>
          </p:cNvSpPr>
          <p:nvPr>
            <p:ph type="ftr" sz="quarter" idx="19"/>
          </p:nvPr>
        </p:nvSpPr>
        <p:spPr/>
        <p:txBody>
          <a:bodyPr/>
          <a:lstStyle/>
          <a:p>
            <a:r>
              <a:rPr lang="en-US" sz="600"/>
              <a:t>©</a:t>
            </a:r>
            <a:r>
              <a:rPr lang="en-US" sz="600" b="1"/>
              <a:t> </a:t>
            </a:r>
            <a:r>
              <a:rPr lang="en-US" sz="600" b="1">
                <a:solidFill>
                  <a:schemeClr val="bg1"/>
                </a:solidFill>
              </a:rPr>
              <a:t> </a:t>
            </a:r>
            <a:r>
              <a:rPr lang="en-US"/>
              <a:t>S&amp;P Global Commodity Insights</a:t>
            </a:r>
            <a:endParaRPr lang="en-US" dirty="0"/>
          </a:p>
        </p:txBody>
      </p:sp>
      <p:sp>
        <p:nvSpPr>
          <p:cNvPr id="5" name="Slide Number Placeholder 4">
            <a:extLst>
              <a:ext uri="{FF2B5EF4-FFF2-40B4-BE49-F238E27FC236}">
                <a16:creationId xmlns:a16="http://schemas.microsoft.com/office/drawing/2014/main" id="{29F1D4C7-82F0-4511-A668-F8E8F1C0D502}"/>
              </a:ext>
            </a:extLst>
          </p:cNvPr>
          <p:cNvSpPr>
            <a:spLocks noGrp="1"/>
          </p:cNvSpPr>
          <p:nvPr>
            <p:ph type="sldNum" sz="quarter" idx="20"/>
          </p:nvPr>
        </p:nvSpPr>
        <p:spPr>
          <a:xfrm>
            <a:off x="9155925" y="6875928"/>
            <a:ext cx="41148" cy="54864"/>
          </a:xfrm>
        </p:spPr>
        <p:txBody>
          <a:bodyPr/>
          <a:lstStyle>
            <a:lvl1pPr>
              <a:defRPr sz="100">
                <a:noFill/>
              </a:defRPr>
            </a:lvl1pPr>
          </a:lstStyle>
          <a:p>
            <a:fld id="{5CFA18E4-D58E-4B28-B105-28D9665A8EBC}" type="slidenum">
              <a:rPr lang="en-US" smtClean="0"/>
              <a:pPr/>
              <a:t>‹#›</a:t>
            </a:fld>
            <a:endParaRPr lang="en-US"/>
          </a:p>
        </p:txBody>
      </p:sp>
      <p:pic>
        <p:nvPicPr>
          <p:cNvPr id="70" name="SPG Commodity Insights White Big">
            <a:extLst>
              <a:ext uri="{FF2B5EF4-FFF2-40B4-BE49-F238E27FC236}">
                <a16:creationId xmlns:a16="http://schemas.microsoft.com/office/drawing/2014/main" id="{70241632-E006-4408-8413-1DB40F54B9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999305449"/>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Title Blank Red">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6EB64E27-0618-4E65-8CB4-FCD7F4351DF3}"/>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DEA62B0-2835-4EDE-8B75-2FB85E7666BC}"/>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8C1FC8A2-36B3-400F-A042-75077492A9BF}"/>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240CCC65-28AB-49B1-9813-C39743DDA9C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2AA5D0D-D26E-48A9-9B47-A5BB998C4FCC}"/>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4D94432-CB1F-4EE3-BC6B-B174E7B5B39B}"/>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38DC04E-1A74-4114-95EE-871364D9B49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B27100-F447-416B-8752-DC9C3465B79C}"/>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441370FA-E0C5-4DDC-8946-4958159BA8AC}"/>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E1133AF-7AB4-4FCC-A06F-35F8B4048E4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3D40113-1CD2-4F59-8F83-B9415CAD8B58}"/>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EB38F7D-9222-4C5F-B84F-007925FEDFB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9913A1E-6909-4DF7-8232-57CCBDC511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7435DCD-381E-40A7-8575-75387DEDEC1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CA3929-073D-4A99-BA6D-9F5FBA1908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9841"/>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2" name="Straight Connector 11">
            <a:extLst>
              <a:ext uri="{FF2B5EF4-FFF2-40B4-BE49-F238E27FC236}">
                <a16:creationId xmlns:a16="http://schemas.microsoft.com/office/drawing/2014/main" id="{F948F06B-101D-4AC6-B5A1-D4C6DC1DC1E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9A438F-EC51-4D26-B661-2EAD720C07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BD921F-4EE9-40CB-99AD-3B60994C2D55}"/>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6B05D682-0C07-468D-8664-04E726BF794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3" name="Group 62">
            <a:extLst>
              <a:ext uri="{FF2B5EF4-FFF2-40B4-BE49-F238E27FC236}">
                <a16:creationId xmlns:a16="http://schemas.microsoft.com/office/drawing/2014/main" id="{225AFF6D-273A-4DDD-B466-929EBD166B52}"/>
              </a:ext>
            </a:extLst>
          </p:cNvPr>
          <p:cNvGrpSpPr/>
          <p:nvPr/>
        </p:nvGrpSpPr>
        <p:grpSpPr>
          <a:xfrm>
            <a:off x="-994" y="6871034"/>
            <a:ext cx="9144000" cy="143299"/>
            <a:chOff x="-1325" y="6871033"/>
            <a:chExt cx="12192000" cy="143299"/>
          </a:xfrm>
        </p:grpSpPr>
        <p:sp>
          <p:nvSpPr>
            <p:cNvPr id="64" name="Rectangle 63">
              <a:extLst>
                <a:ext uri="{FF2B5EF4-FFF2-40B4-BE49-F238E27FC236}">
                  <a16:creationId xmlns:a16="http://schemas.microsoft.com/office/drawing/2014/main" id="{1F76FDE2-A8A3-4534-9F53-836640B701EF}"/>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5" name="Rectangle 64">
              <a:extLst>
                <a:ext uri="{FF2B5EF4-FFF2-40B4-BE49-F238E27FC236}">
                  <a16:creationId xmlns:a16="http://schemas.microsoft.com/office/drawing/2014/main" id="{7E47F59E-74E5-4D19-B087-1409F7DADF1D}"/>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6" name="Rectangle 65">
            <a:extLst>
              <a:ext uri="{FF2B5EF4-FFF2-40B4-BE49-F238E27FC236}">
                <a16:creationId xmlns:a16="http://schemas.microsoft.com/office/drawing/2014/main" id="{5E1F82C3-DAD1-4EB6-B300-D338DC3B22E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46E26F63-06C3-4579-B7AB-F7A1ED499230}"/>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E0D07729-3939-43F4-A302-C5F3EA4780C4}"/>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7E71D360-9AF5-4645-97F3-C612E964C60B}"/>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D3346FA0-D716-4F51-B586-A091F8B0E2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6A732932-7B06-4798-8198-3DE8FF70E89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5CE8B367-9285-4955-8FF6-B1A5ABC45C2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B48FC7EB-BA31-441C-8876-F248DBBF4F9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DA9EE824-6934-464A-87AB-5B7510D0D97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DF1917B8-85C1-4582-B15C-7D69D1E14943}"/>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9A694079-5DB8-42FB-99FB-670FDAE8A2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64BA07E1-8B91-45F1-B874-C6C2CBEE91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A3B84B6C-21AA-4B0F-9AE5-357C158D835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B1CB1052-EDAB-4A44-A9F6-02CF8C25825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72642DBF-311C-45CB-B45A-013D8DC9A7DD}"/>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D88760E3-D8A9-4644-BB47-4A39A0C0ED3A}"/>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10E155DF-0A2A-489F-A204-F0139546EBE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1608BE06-2C89-4041-AE83-0F5765D7A8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042C10B9-9530-404D-B23F-BD78942C3B56}"/>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A7A198E-0BA2-44E3-8240-55B454CDACF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2C5F2D5E-03B9-4F18-8463-0639DD8E4BF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662BE8F9-39AA-43C6-AFE0-1BF8A88CB5CD}"/>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A5DA3E52-2EBC-4545-BE40-EE2557028C9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D9DAC4A6-077C-4A31-9C24-F07EA7E7C10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D2C074D-F360-43EE-915F-6303A53ED5D2}"/>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016009BB-FA9B-401E-A10B-C1B048CF441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FA226DF7-9868-4328-8240-58041EAE2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1D781BCD-EEF0-4C69-BB93-6F1F97FCFE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966042FF-6FBE-4E6E-87D0-A7CB41FC50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6CA283C2-AECD-498D-BE39-3E166184E1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3244FAB6-051F-4B73-9E8F-4C61F319EE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1172A977-FABD-4493-A203-8849598A1B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7D5E0D52-CAE2-4CAD-B03B-D3EC9982EE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695E94A7-C5BF-484D-9E84-82AFDE6BF5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05373362-115D-49FA-8C68-A8B4E3E3C5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622539A0-36E7-48F5-A397-E045B4447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064D30C-936C-4967-AFC6-B93F623CA6F5}"/>
              </a:ext>
            </a:extLst>
          </p:cNvPr>
          <p:cNvSpPr>
            <a:spLocks noGrp="1"/>
          </p:cNvSpPr>
          <p:nvPr>
            <p:ph type="dt" sz="half" idx="18"/>
          </p:nvPr>
        </p:nvSpPr>
        <p:spPr>
          <a:xfrm>
            <a:off x="-65993" y="6895674"/>
            <a:ext cx="41148" cy="54864"/>
          </a:xfrm>
        </p:spPr>
        <p:txBody>
          <a:bodyPr/>
          <a:lstStyle>
            <a:lvl1pPr>
              <a:defRPr sz="100">
                <a:noFill/>
              </a:defRPr>
            </a:lvl1pPr>
          </a:lstStyle>
          <a:p>
            <a:fld id="{2CCD725F-E5D0-43FE-9C5C-489B5DC7E57B}" type="datetime4">
              <a:rPr lang="en-US" smtClean="0"/>
              <a:t>August 13, 2025</a:t>
            </a:fld>
            <a:endParaRPr lang="en-US"/>
          </a:p>
        </p:txBody>
      </p:sp>
      <p:sp>
        <p:nvSpPr>
          <p:cNvPr id="4" name="Footer Placeholder 3">
            <a:extLst>
              <a:ext uri="{FF2B5EF4-FFF2-40B4-BE49-F238E27FC236}">
                <a16:creationId xmlns:a16="http://schemas.microsoft.com/office/drawing/2014/main" id="{AFF87BD7-3AD4-41A6-85D5-142F30CCDA5D}"/>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F3BEF5F0-4550-4190-9246-F1A51D3CF48B}"/>
              </a:ext>
            </a:extLst>
          </p:cNvPr>
          <p:cNvSpPr>
            <a:spLocks noGrp="1"/>
          </p:cNvSpPr>
          <p:nvPr>
            <p:ph type="sldNum" sz="quarter" idx="20"/>
          </p:nvPr>
        </p:nvSpPr>
        <p:spPr>
          <a:xfrm>
            <a:off x="9159398" y="6895673"/>
            <a:ext cx="41148" cy="54864"/>
          </a:xfrm>
        </p:spPr>
        <p:txBody>
          <a:bodyPr/>
          <a:lstStyle>
            <a:lvl1pPr>
              <a:defRPr sz="100">
                <a:noFill/>
              </a:defRPr>
            </a:lvl1pPr>
          </a:lstStyle>
          <a:p>
            <a:fld id="{5CFA18E4-D58E-4B28-B105-28D9665A8EBC}" type="slidenum">
              <a:rPr lang="en-US" smtClean="0"/>
              <a:pPr/>
              <a:t>‹#›</a:t>
            </a:fld>
            <a:endParaRPr lang="en-US"/>
          </a:p>
        </p:txBody>
      </p:sp>
      <p:pic>
        <p:nvPicPr>
          <p:cNvPr id="69" name="SPG Commodity Insights White Big">
            <a:extLst>
              <a:ext uri="{FF2B5EF4-FFF2-40B4-BE49-F238E27FC236}">
                <a16:creationId xmlns:a16="http://schemas.microsoft.com/office/drawing/2014/main" id="{E7A4C76E-B5E0-47B5-BEBC-D299E7DF7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3251398414"/>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CBDE4C0C-1F1C-4F02-A6EB-F2554ADE887B}"/>
              </a:ext>
            </a:extLst>
          </p:cNvPr>
          <p:cNvGrpSpPr/>
          <p:nvPr/>
        </p:nvGrpSpPr>
        <p:grpSpPr>
          <a:xfrm>
            <a:off x="9144747" y="647701"/>
            <a:ext cx="104748" cy="5046663"/>
            <a:chOff x="12192996" y="647700"/>
            <a:chExt cx="139664" cy="5046663"/>
          </a:xfrm>
        </p:grpSpPr>
        <p:cxnSp>
          <p:nvCxnSpPr>
            <p:cNvPr id="84" name="Straight Connector 83">
              <a:extLst>
                <a:ext uri="{FF2B5EF4-FFF2-40B4-BE49-F238E27FC236}">
                  <a16:creationId xmlns:a16="http://schemas.microsoft.com/office/drawing/2014/main" id="{AB2B82C4-5A7B-4C3E-85F1-302BA123FDF8}"/>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BC4CA50C-DC6B-4532-80EA-F28E8B51C0E1}"/>
                </a:ext>
              </a:extLst>
            </p:cNvPr>
            <p:cNvGrpSpPr/>
            <p:nvPr/>
          </p:nvGrpSpPr>
          <p:grpSpPr>
            <a:xfrm>
              <a:off x="12202508" y="647700"/>
              <a:ext cx="130152" cy="5046663"/>
              <a:chOff x="12202508" y="647700"/>
              <a:chExt cx="130152" cy="5046663"/>
            </a:xfrm>
          </p:grpSpPr>
          <p:cxnSp>
            <p:nvCxnSpPr>
              <p:cNvPr id="86" name="Straight Connector 85">
                <a:extLst>
                  <a:ext uri="{FF2B5EF4-FFF2-40B4-BE49-F238E27FC236}">
                    <a16:creationId xmlns:a16="http://schemas.microsoft.com/office/drawing/2014/main" id="{D4227544-25B8-43F2-A382-09126CE1D53D}"/>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DE0598B-21E1-4AC9-9DD3-9587CF3B2E2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4965106-C953-4340-ADAD-E33C3D5AB84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68C2DAF-71D0-4E92-89F7-63BF5CCA1964}"/>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C85142-108D-4D31-8381-651F3B71FEC3}"/>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1" name="Group 90">
            <a:extLst>
              <a:ext uri="{FF2B5EF4-FFF2-40B4-BE49-F238E27FC236}">
                <a16:creationId xmlns:a16="http://schemas.microsoft.com/office/drawing/2014/main" id="{3126A0FC-AB3D-4457-832F-9CAA4807D44D}"/>
              </a:ext>
            </a:extLst>
          </p:cNvPr>
          <p:cNvGrpSpPr/>
          <p:nvPr/>
        </p:nvGrpSpPr>
        <p:grpSpPr>
          <a:xfrm>
            <a:off x="-97614" y="647701"/>
            <a:ext cx="97614" cy="5046663"/>
            <a:chOff x="-130152" y="647700"/>
            <a:chExt cx="130152" cy="5046663"/>
          </a:xfrm>
        </p:grpSpPr>
        <p:cxnSp>
          <p:nvCxnSpPr>
            <p:cNvPr id="92" name="Straight Connector 91">
              <a:extLst>
                <a:ext uri="{FF2B5EF4-FFF2-40B4-BE49-F238E27FC236}">
                  <a16:creationId xmlns:a16="http://schemas.microsoft.com/office/drawing/2014/main" id="{17D5183D-E7EC-4733-A453-DD3011C74727}"/>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CE7D18F-A860-4DD8-9A7F-DA37E4C3AA6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76B2D8-9387-4E72-A78D-008F7B1DE7A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D2839-C002-4B6C-8039-6A2215DD092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CA74D5-3BD1-4495-8E67-2D08372A8A7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A53572D4-8E61-4A83-8938-8C0CB8CA936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418338" y="1956816"/>
            <a:ext cx="5390388" cy="1399032"/>
          </a:xfrm>
          <a:prstGeom prst="rect">
            <a:avLst/>
          </a:prstGeom>
        </p:spPr>
        <p:txBody>
          <a:bodyPr anchor="b">
            <a:normAutofit/>
          </a:bodyPr>
          <a:lstStyle>
            <a:lvl1pPr algn="l">
              <a:defRPr sz="3300" b="0"/>
            </a:lvl1pPr>
          </a:lstStyle>
          <a:p>
            <a:r>
              <a:rPr lang="en-US"/>
              <a:t>[Presentation title max two lines]</a:t>
            </a:r>
          </a:p>
        </p:txBody>
      </p:sp>
      <p:sp>
        <p:nvSpPr>
          <p:cNvPr id="3" name="Subtitle 2"/>
          <p:cNvSpPr>
            <a:spLocks noGrp="1"/>
          </p:cNvSpPr>
          <p:nvPr>
            <p:ph type="subTitle" idx="1" hasCustomPrompt="1"/>
          </p:nvPr>
        </p:nvSpPr>
        <p:spPr>
          <a:xfrm>
            <a:off x="419099" y="3474720"/>
            <a:ext cx="5390388" cy="739308"/>
          </a:xfrm>
        </p:spPr>
        <p:txBody>
          <a:bodyPr>
            <a:normAutofit/>
          </a:bodyPr>
          <a:lstStyle>
            <a:lvl1pPr marL="0" indent="0" algn="l">
              <a:buNone/>
              <a:defRPr sz="18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a:t>[Presentation subtitle]</a:t>
            </a:r>
          </a:p>
        </p:txBody>
      </p:sp>
      <p:cxnSp>
        <p:nvCxnSpPr>
          <p:cNvPr id="10" name="Straight Connector 9">
            <a:extLst>
              <a:ext uri="{FF2B5EF4-FFF2-40B4-BE49-F238E27FC236}">
                <a16:creationId xmlns:a16="http://schemas.microsoft.com/office/drawing/2014/main" id="{376BA038-2C76-4471-9639-0C56434FB7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1C0E8F-74CC-4F47-A92F-139B6B63BAE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FF48AF1-AFFB-470F-AA8A-E6D9D296D96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AF1FAC2A-8D2A-43FA-A89A-FD41958C13C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2" name="Group 61">
            <a:extLst>
              <a:ext uri="{FF2B5EF4-FFF2-40B4-BE49-F238E27FC236}">
                <a16:creationId xmlns:a16="http://schemas.microsoft.com/office/drawing/2014/main" id="{64E9768B-A287-45E9-B93C-8F74CC3CBCEE}"/>
              </a:ext>
            </a:extLst>
          </p:cNvPr>
          <p:cNvGrpSpPr/>
          <p:nvPr/>
        </p:nvGrpSpPr>
        <p:grpSpPr>
          <a:xfrm>
            <a:off x="-994" y="6871034"/>
            <a:ext cx="9144000" cy="143299"/>
            <a:chOff x="-1325" y="6871033"/>
            <a:chExt cx="12192000" cy="143299"/>
          </a:xfrm>
        </p:grpSpPr>
        <p:sp>
          <p:nvSpPr>
            <p:cNvPr id="63" name="Rectangle 62">
              <a:extLst>
                <a:ext uri="{FF2B5EF4-FFF2-40B4-BE49-F238E27FC236}">
                  <a16:creationId xmlns:a16="http://schemas.microsoft.com/office/drawing/2014/main" id="{C475D874-C0C6-4E4B-BB98-E542146BD63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4" name="Rectangle 63">
              <a:extLst>
                <a:ext uri="{FF2B5EF4-FFF2-40B4-BE49-F238E27FC236}">
                  <a16:creationId xmlns:a16="http://schemas.microsoft.com/office/drawing/2014/main" id="{0785CC4C-3F34-42B2-9537-BFD82F7DE4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5" name="Rectangle 64">
            <a:extLst>
              <a:ext uri="{FF2B5EF4-FFF2-40B4-BE49-F238E27FC236}">
                <a16:creationId xmlns:a16="http://schemas.microsoft.com/office/drawing/2014/main" id="{E6806D8E-6A7F-40D9-BCCF-3FD869EFAA9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D822507-3E4E-4D69-9341-50B46011FEA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5A761A62-846B-4E24-B6A9-9F8BACC73FBA}"/>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970B1166-4B5E-482E-AEA8-AF5754445A5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7625261F-9012-45CB-ABAF-4C1AEDD19CF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1A4EF8C-B05F-4C2D-B895-B21347BB6B9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FEF527E8-5CCD-4E35-BD18-5BE908F8147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46EFB865-E95C-4D65-81B9-DADE001CAED5}"/>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E9756AD0-29AE-4990-BF99-3E465902C1F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D3EA4F1D-DAE8-4A6E-A65C-C9A39B328E3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47D9D4B7-6F5D-45E3-965B-9B647508C7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78" name="Rectangle 77">
              <a:extLst>
                <a:ext uri="{FF2B5EF4-FFF2-40B4-BE49-F238E27FC236}">
                  <a16:creationId xmlns:a16="http://schemas.microsoft.com/office/drawing/2014/main" id="{88630BDD-787D-4482-BF31-6E548A6283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4DF7C0F0-B7CE-4A90-914D-652755BC8C5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0" name="Rectangle 79">
              <a:extLst>
                <a:ext uri="{FF2B5EF4-FFF2-40B4-BE49-F238E27FC236}">
                  <a16:creationId xmlns:a16="http://schemas.microsoft.com/office/drawing/2014/main" id="{7022B6B0-B5B1-4FA7-AD7A-56FC4EFF5A63}"/>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1" name="Rectangle 80">
              <a:extLst>
                <a:ext uri="{FF2B5EF4-FFF2-40B4-BE49-F238E27FC236}">
                  <a16:creationId xmlns:a16="http://schemas.microsoft.com/office/drawing/2014/main" id="{3C3114C0-9B04-4745-B0B2-8A2A899971C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2" name="Group 81">
              <a:extLst>
                <a:ext uri="{FF2B5EF4-FFF2-40B4-BE49-F238E27FC236}">
                  <a16:creationId xmlns:a16="http://schemas.microsoft.com/office/drawing/2014/main" id="{2F8B8185-CCD7-4451-ACD5-6C91CB4A6B81}"/>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772BF05C-B7F4-4317-8F18-A4BE9F50BCE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98C1F182-54AA-47C5-AA3D-F47B1BB74530}"/>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EDC44974-480B-4F6A-879E-B1E110585E7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D3596518-DC4F-4D88-A25D-AFA59B77BB4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DA888A0-5BF5-42D0-9544-D6DE4CA5EBB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61A7793E-A0E5-4CCE-9C97-8DBFA520F87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A82ACCF2-F05E-470D-BCF5-1560C619CE0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796EB321-FBBB-4629-92E6-3DBC06FD8D1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C1D301F2-511F-433B-81B9-306C4F9BBDF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4F70A24-6327-49AA-9A45-24B6C164925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A687F511-0A68-483D-9776-63F8B1257A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E0907C52-44BE-4C09-BA55-A6F3A52AA2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AFB67541-AE70-4AA1-9656-2123BBAB6A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718C701C-5E97-4D56-B432-AD696732AB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B3E9595E-4F55-4501-94BF-0FB57F478E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9A584820-7F6D-4CC1-940D-460D46731C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A37EF2-CB6A-463E-A002-C90485D224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48C855CC-3AB0-41B0-9BBF-9B7BB0D35B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489DB8FD-920A-418F-AA9B-45F79A59B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9BBE7E3C-8A35-41D6-86A2-B821B8FEE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 name="Date Placeholder 3">
            <a:extLst>
              <a:ext uri="{FF2B5EF4-FFF2-40B4-BE49-F238E27FC236}">
                <a16:creationId xmlns:a16="http://schemas.microsoft.com/office/drawing/2014/main" id="{A8821B2B-FF47-4712-B01E-603572454706}"/>
              </a:ext>
            </a:extLst>
          </p:cNvPr>
          <p:cNvSpPr>
            <a:spLocks noGrp="1"/>
          </p:cNvSpPr>
          <p:nvPr>
            <p:ph type="dt" sz="half" idx="10"/>
          </p:nvPr>
        </p:nvSpPr>
        <p:spPr>
          <a:xfrm>
            <a:off x="-84909" y="6895670"/>
            <a:ext cx="41148" cy="54864"/>
          </a:xfrm>
        </p:spPr>
        <p:txBody>
          <a:bodyPr/>
          <a:lstStyle>
            <a:lvl1pPr>
              <a:defRPr sz="100">
                <a:noFill/>
              </a:defRPr>
            </a:lvl1pPr>
          </a:lstStyle>
          <a:p>
            <a:fld id="{9D096F1F-C83F-4ACB-BDBF-C932B5B1405A}" type="datetime4">
              <a:rPr lang="en-US" smtClean="0"/>
              <a:t>August 13, 2025</a:t>
            </a:fld>
            <a:endParaRPr lang="en-US"/>
          </a:p>
        </p:txBody>
      </p:sp>
      <p:sp>
        <p:nvSpPr>
          <p:cNvPr id="5" name="Footer Placeholder 4">
            <a:extLst>
              <a:ext uri="{FF2B5EF4-FFF2-40B4-BE49-F238E27FC236}">
                <a16:creationId xmlns:a16="http://schemas.microsoft.com/office/drawing/2014/main" id="{6B9D4A80-775D-4252-875E-247FD042AC6C}"/>
              </a:ext>
            </a:extLst>
          </p:cNvPr>
          <p:cNvSpPr>
            <a:spLocks noGrp="1"/>
          </p:cNvSpPr>
          <p:nvPr>
            <p:ph type="ftr" sz="quarter" idx="11"/>
          </p:nvPr>
        </p:nvSpPr>
        <p:spPr/>
        <p:txBody>
          <a:bodyPr/>
          <a:lstStyle/>
          <a:p>
            <a:r>
              <a:rPr lang="en-US"/>
              <a:t>S&amp;P Global Commodity Insights – Internal Use Only</a:t>
            </a:r>
          </a:p>
        </p:txBody>
      </p:sp>
      <p:sp>
        <p:nvSpPr>
          <p:cNvPr id="6" name="Slide Number Placeholder 5">
            <a:extLst>
              <a:ext uri="{FF2B5EF4-FFF2-40B4-BE49-F238E27FC236}">
                <a16:creationId xmlns:a16="http://schemas.microsoft.com/office/drawing/2014/main" id="{744CE996-91E9-401D-B376-AACD01423D72}"/>
              </a:ext>
            </a:extLst>
          </p:cNvPr>
          <p:cNvSpPr>
            <a:spLocks noGrp="1"/>
          </p:cNvSpPr>
          <p:nvPr>
            <p:ph type="sldNum" sz="quarter" idx="12"/>
          </p:nvPr>
        </p:nvSpPr>
        <p:spPr>
          <a:xfrm>
            <a:off x="9164128" y="6920899"/>
            <a:ext cx="41148" cy="54864"/>
          </a:xfrm>
        </p:spPr>
        <p:txBody>
          <a:bodyPr/>
          <a:lstStyle>
            <a:lvl1pPr>
              <a:defRPr sz="100">
                <a:noFill/>
              </a:defRPr>
            </a:lvl1pPr>
          </a:lstStyle>
          <a:p>
            <a:fld id="{5CFA18E4-D58E-4B28-B105-28D9665A8EBC}" type="slidenum">
              <a:rPr lang="en-US" smtClean="0"/>
              <a:pPr/>
              <a:t>‹#›</a:t>
            </a:fld>
            <a:endParaRPr lang="en-US"/>
          </a:p>
        </p:txBody>
      </p:sp>
      <p:pic>
        <p:nvPicPr>
          <p:cNvPr id="67" name="SPG Commodity Insights Red White Big">
            <a:extLst>
              <a:ext uri="{FF2B5EF4-FFF2-40B4-BE49-F238E27FC236}">
                <a16:creationId xmlns:a16="http://schemas.microsoft.com/office/drawing/2014/main" id="{6E8D5550-4753-424D-94AC-7FE7175EBB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80706"/>
            <a:ext cx="2071116" cy="960692"/>
          </a:xfrm>
          <a:prstGeom prst="rect">
            <a:avLst/>
          </a:prstGeom>
        </p:spPr>
      </p:pic>
    </p:spTree>
    <p:extLst>
      <p:ext uri="{BB962C8B-B14F-4D97-AF65-F5344CB8AC3E}">
        <p14:creationId xmlns:p14="http://schemas.microsoft.com/office/powerpoint/2010/main" val="1917380186"/>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Text Placeholder 11"/>
          <p:cNvSpPr>
            <a:spLocks noGrp="1"/>
          </p:cNvSpPr>
          <p:nvPr>
            <p:ph type="body" sz="quarter" idx="15" hasCustomPrompt="1"/>
          </p:nvPr>
        </p:nvSpPr>
        <p:spPr>
          <a:xfrm>
            <a:off x="417910" y="647700"/>
            <a:ext cx="8308181" cy="5557838"/>
          </a:xfrm>
        </p:spPr>
        <p:txBody>
          <a:bodyPr tIns="0" bIns="0" anchor="t">
            <a:normAutofit/>
          </a:bodyPr>
          <a:lstStyle>
            <a:lvl1pPr marL="0" indent="0">
              <a:lnSpc>
                <a:spcPct val="70000"/>
              </a:lnSpc>
              <a:spcBef>
                <a:spcPts val="0"/>
              </a:spcBef>
              <a:spcAft>
                <a:spcPts val="150"/>
              </a:spcAft>
              <a:buSzPct val="25000"/>
              <a:buFont typeface="Arial" panose="020B0604020202020204" pitchFamily="34" charset="0"/>
              <a:buChar char=" "/>
              <a:defRPr sz="67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[Click to add non-bulleted content use Tab / Increase List Level for Second Level with bullet]</a:t>
            </a:r>
          </a:p>
          <a:p>
            <a:pPr lvl="1"/>
            <a:r>
              <a:rPr lang="en-US"/>
              <a:t>Second level</a:t>
            </a:r>
          </a:p>
        </p:txBody>
      </p:sp>
      <p:sp>
        <p:nvSpPr>
          <p:cNvPr id="2" name="Date Placeholder 1">
            <a:extLst>
              <a:ext uri="{FF2B5EF4-FFF2-40B4-BE49-F238E27FC236}">
                <a16:creationId xmlns:a16="http://schemas.microsoft.com/office/drawing/2014/main" id="{2E8387B7-F763-4C34-94C4-97132B4B4946}"/>
              </a:ext>
            </a:extLst>
          </p:cNvPr>
          <p:cNvSpPr>
            <a:spLocks noGrp="1"/>
          </p:cNvSpPr>
          <p:nvPr>
            <p:ph type="dt" sz="half" idx="16"/>
          </p:nvPr>
        </p:nvSpPr>
        <p:spPr/>
        <p:txBody>
          <a:bodyPr/>
          <a:lstStyle/>
          <a:p>
            <a:fld id="{DD8C6A1C-1714-4A3A-985B-494EC3675387}" type="datetime4">
              <a:rPr lang="en-US" smtClean="0"/>
              <a:t>August 13, 2025</a:t>
            </a:fld>
            <a:endParaRPr lang="en-US"/>
          </a:p>
        </p:txBody>
      </p:sp>
      <p:sp>
        <p:nvSpPr>
          <p:cNvPr id="8" name="Footer Placeholder 7">
            <a:extLst>
              <a:ext uri="{FF2B5EF4-FFF2-40B4-BE49-F238E27FC236}">
                <a16:creationId xmlns:a16="http://schemas.microsoft.com/office/drawing/2014/main" id="{C717362C-2F74-4297-90B9-A57E4AEA86D5}"/>
              </a:ext>
            </a:extLst>
          </p:cNvPr>
          <p:cNvSpPr>
            <a:spLocks noGrp="1"/>
          </p:cNvSpPr>
          <p:nvPr>
            <p:ph type="ftr" sz="quarter" idx="17"/>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71396959-DB01-48A2-93AE-24CB6D631423}"/>
              </a:ext>
            </a:extLst>
          </p:cNvPr>
          <p:cNvSpPr>
            <a:spLocks noGrp="1"/>
          </p:cNvSpPr>
          <p:nvPr>
            <p:ph type="sldNum" sz="quarter" idx="18"/>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231733883"/>
      </p:ext>
    </p:extLst>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p:nvSpPr>
        <p:spPr>
          <a:xfrm>
            <a:off x="0" y="0"/>
            <a:ext cx="9144000" cy="6858000"/>
          </a:xfrm>
          <a:prstGeom prst="rect">
            <a:avLst/>
          </a:prstGeom>
          <a:solidFill>
            <a:schemeClr val="accent5"/>
          </a:solidFill>
        </p:spPr>
        <p:txBody>
          <a:bodyPr wrap="square" rtlCol="0" anchor="ctr">
            <a:noAutofit/>
          </a:bodyPr>
          <a:lstStyle/>
          <a:p>
            <a:pPr algn="ctr">
              <a:lnSpc>
                <a:spcPct val="90000"/>
              </a:lnSpc>
            </a:pPr>
            <a:r>
              <a:rPr lang="en-US" sz="8625" b="1"/>
              <a:t>DO NOT USE LAYOUTS AFTER THIS! </a:t>
            </a:r>
          </a:p>
        </p:txBody>
      </p:sp>
      <p:sp>
        <p:nvSpPr>
          <p:cNvPr id="39" name="Rectangle 38">
            <a:extLst>
              <a:ext uri="{FF2B5EF4-FFF2-40B4-BE49-F238E27FC236}">
                <a16:creationId xmlns:a16="http://schemas.microsoft.com/office/drawing/2014/main" id="{CE32137E-BEAB-4227-B846-44FA913DAE4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0" name="Group 39">
            <a:extLst>
              <a:ext uri="{FF2B5EF4-FFF2-40B4-BE49-F238E27FC236}">
                <a16:creationId xmlns:a16="http://schemas.microsoft.com/office/drawing/2014/main" id="{69939F3E-74E5-44F1-9240-48E58834DF45}"/>
              </a:ext>
            </a:extLst>
          </p:cNvPr>
          <p:cNvGrpSpPr/>
          <p:nvPr/>
        </p:nvGrpSpPr>
        <p:grpSpPr>
          <a:xfrm>
            <a:off x="9192986" y="1051487"/>
            <a:ext cx="954405" cy="3085386"/>
            <a:chOff x="12257314" y="1051487"/>
            <a:chExt cx="1272540" cy="3085386"/>
          </a:xfrm>
        </p:grpSpPr>
        <p:sp>
          <p:nvSpPr>
            <p:cNvPr id="41" name="Rectangle 40">
              <a:extLst>
                <a:ext uri="{FF2B5EF4-FFF2-40B4-BE49-F238E27FC236}">
                  <a16:creationId xmlns:a16="http://schemas.microsoft.com/office/drawing/2014/main" id="{5D7AC190-6D13-491A-A146-FB42D15A54A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2" name="TextBox 41">
              <a:extLst>
                <a:ext uri="{FF2B5EF4-FFF2-40B4-BE49-F238E27FC236}">
                  <a16:creationId xmlns:a16="http://schemas.microsoft.com/office/drawing/2014/main" id="{BBB96B0B-9EF1-4F44-9D15-C2F5FAE2C7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43" name="Freeform: Shape 42">
              <a:extLst>
                <a:ext uri="{FF2B5EF4-FFF2-40B4-BE49-F238E27FC236}">
                  <a16:creationId xmlns:a16="http://schemas.microsoft.com/office/drawing/2014/main" id="{73790DEF-B040-4375-B50D-2E75D106AF8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TextBox 43">
              <a:extLst>
                <a:ext uri="{FF2B5EF4-FFF2-40B4-BE49-F238E27FC236}">
                  <a16:creationId xmlns:a16="http://schemas.microsoft.com/office/drawing/2014/main" id="{76BC3F5E-CB1C-47AD-A420-D44AF6A539E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45" name="Freeform: Shape 44">
              <a:extLst>
                <a:ext uri="{FF2B5EF4-FFF2-40B4-BE49-F238E27FC236}">
                  <a16:creationId xmlns:a16="http://schemas.microsoft.com/office/drawing/2014/main" id="{0A4DDF4B-F5E6-4774-B89B-17BA6DF305EB}"/>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Freeform: Shape 45">
              <a:extLst>
                <a:ext uri="{FF2B5EF4-FFF2-40B4-BE49-F238E27FC236}">
                  <a16:creationId xmlns:a16="http://schemas.microsoft.com/office/drawing/2014/main" id="{7E3EA3A4-B959-4E87-9825-2BF632AE444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TextBox 46">
              <a:extLst>
                <a:ext uri="{FF2B5EF4-FFF2-40B4-BE49-F238E27FC236}">
                  <a16:creationId xmlns:a16="http://schemas.microsoft.com/office/drawing/2014/main" id="{26F0D607-2FE9-4C0B-A4B4-B91087BCBBD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48" name="Picture 47">
              <a:extLst>
                <a:ext uri="{FF2B5EF4-FFF2-40B4-BE49-F238E27FC236}">
                  <a16:creationId xmlns:a16="http://schemas.microsoft.com/office/drawing/2014/main" id="{33E063C8-30BA-4E29-AD0A-98373A1AB3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49" name="Rectangle 48">
              <a:extLst>
                <a:ext uri="{FF2B5EF4-FFF2-40B4-BE49-F238E27FC236}">
                  <a16:creationId xmlns:a16="http://schemas.microsoft.com/office/drawing/2014/main" id="{5D48A37F-F745-44A0-98C8-CA1A76B046F6}"/>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0" name="Rectangle 49">
              <a:extLst>
                <a:ext uri="{FF2B5EF4-FFF2-40B4-BE49-F238E27FC236}">
                  <a16:creationId xmlns:a16="http://schemas.microsoft.com/office/drawing/2014/main" id="{CDFA2AE4-FF5D-46B6-87B4-77EB5A52254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1" name="Rectangle 50">
              <a:extLst>
                <a:ext uri="{FF2B5EF4-FFF2-40B4-BE49-F238E27FC236}">
                  <a16:creationId xmlns:a16="http://schemas.microsoft.com/office/drawing/2014/main" id="{F36BE5EF-85EC-4E85-81DE-C07584B0FA4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2" name="Rectangle 51">
              <a:extLst>
                <a:ext uri="{FF2B5EF4-FFF2-40B4-BE49-F238E27FC236}">
                  <a16:creationId xmlns:a16="http://schemas.microsoft.com/office/drawing/2014/main" id="{A9B956C9-082C-4B27-AD93-0C603C121881}"/>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53" name="Group 52">
              <a:extLst>
                <a:ext uri="{FF2B5EF4-FFF2-40B4-BE49-F238E27FC236}">
                  <a16:creationId xmlns:a16="http://schemas.microsoft.com/office/drawing/2014/main" id="{B4712D24-C98D-4BA9-983F-49CB970D38EE}"/>
                </a:ext>
              </a:extLst>
            </p:cNvPr>
            <p:cNvGrpSpPr/>
            <p:nvPr/>
          </p:nvGrpSpPr>
          <p:grpSpPr>
            <a:xfrm>
              <a:off x="12364752" y="2345932"/>
              <a:ext cx="1055431" cy="88186"/>
              <a:chOff x="914335" y="6913770"/>
              <a:chExt cx="1109884" cy="100584"/>
            </a:xfrm>
            <a:noFill/>
          </p:grpSpPr>
          <p:sp>
            <p:nvSpPr>
              <p:cNvPr id="64" name="Rectangle 63">
                <a:extLst>
                  <a:ext uri="{FF2B5EF4-FFF2-40B4-BE49-F238E27FC236}">
                    <a16:creationId xmlns:a16="http://schemas.microsoft.com/office/drawing/2014/main" id="{EDA93D8A-1D14-4733-93D5-A04B1993F1D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65" name="Rectangle 64">
                <a:extLst>
                  <a:ext uri="{FF2B5EF4-FFF2-40B4-BE49-F238E27FC236}">
                    <a16:creationId xmlns:a16="http://schemas.microsoft.com/office/drawing/2014/main" id="{0B4E07B5-BB1F-4AE6-9F68-8BA108D159F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66" name="Rectangle 65">
                <a:extLst>
                  <a:ext uri="{FF2B5EF4-FFF2-40B4-BE49-F238E27FC236}">
                    <a16:creationId xmlns:a16="http://schemas.microsoft.com/office/drawing/2014/main" id="{5161CBFA-3A0B-469F-B774-CFFEAD3F0AB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67" name="Rectangle 66">
                <a:extLst>
                  <a:ext uri="{FF2B5EF4-FFF2-40B4-BE49-F238E27FC236}">
                    <a16:creationId xmlns:a16="http://schemas.microsoft.com/office/drawing/2014/main" id="{180E91D1-EB2F-4496-B88C-CE1A533E402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68" name="Rectangle 67">
                <a:extLst>
                  <a:ext uri="{FF2B5EF4-FFF2-40B4-BE49-F238E27FC236}">
                    <a16:creationId xmlns:a16="http://schemas.microsoft.com/office/drawing/2014/main" id="{F96F4D83-759D-4016-9F0F-EDB086D969F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69" name="Rectangle 68">
                <a:extLst>
                  <a:ext uri="{FF2B5EF4-FFF2-40B4-BE49-F238E27FC236}">
                    <a16:creationId xmlns:a16="http://schemas.microsoft.com/office/drawing/2014/main" id="{29B63B26-9A2E-4C5B-BA98-AA0ACD83E37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70" name="Rectangle 69">
                <a:extLst>
                  <a:ext uri="{FF2B5EF4-FFF2-40B4-BE49-F238E27FC236}">
                    <a16:creationId xmlns:a16="http://schemas.microsoft.com/office/drawing/2014/main" id="{379BE47D-8EBF-4BC0-AD9C-1E304A5308B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71" name="Rectangle 70">
                <a:extLst>
                  <a:ext uri="{FF2B5EF4-FFF2-40B4-BE49-F238E27FC236}">
                    <a16:creationId xmlns:a16="http://schemas.microsoft.com/office/drawing/2014/main" id="{83CACD62-1D2A-4C9A-82A8-DE26F2D2152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72" name="Rectangle 71">
                <a:extLst>
                  <a:ext uri="{FF2B5EF4-FFF2-40B4-BE49-F238E27FC236}">
                    <a16:creationId xmlns:a16="http://schemas.microsoft.com/office/drawing/2014/main" id="{1044C6D4-8350-42FD-B1CB-0CF4C9D9F82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73" name="Rectangle 72">
                <a:extLst>
                  <a:ext uri="{FF2B5EF4-FFF2-40B4-BE49-F238E27FC236}">
                    <a16:creationId xmlns:a16="http://schemas.microsoft.com/office/drawing/2014/main" id="{7D9ABC90-61E7-4E90-9073-F86C3B74753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54" name="Graphic 53" descr="Close with solid fill">
              <a:extLst>
                <a:ext uri="{FF2B5EF4-FFF2-40B4-BE49-F238E27FC236}">
                  <a16:creationId xmlns:a16="http://schemas.microsoft.com/office/drawing/2014/main" id="{37EB55F8-E8D5-4198-89DE-B0E01E1B8E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55" name="Graphic 54" descr="Close with solid fill">
              <a:extLst>
                <a:ext uri="{FF2B5EF4-FFF2-40B4-BE49-F238E27FC236}">
                  <a16:creationId xmlns:a16="http://schemas.microsoft.com/office/drawing/2014/main" id="{B6F5A250-BFFA-42A1-8D25-CFB0DA72B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56" name="Graphic 55" descr="Close with solid fill">
              <a:extLst>
                <a:ext uri="{FF2B5EF4-FFF2-40B4-BE49-F238E27FC236}">
                  <a16:creationId xmlns:a16="http://schemas.microsoft.com/office/drawing/2014/main" id="{D53EE910-D134-4547-8737-B95277EF08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57" name="Graphic 56" descr="Close with solid fill">
              <a:extLst>
                <a:ext uri="{FF2B5EF4-FFF2-40B4-BE49-F238E27FC236}">
                  <a16:creationId xmlns:a16="http://schemas.microsoft.com/office/drawing/2014/main" id="{AA0C8EBC-8A95-4FF7-81FF-FD6B0F067E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58" name="Graphic 57" descr="Close with solid fill">
              <a:extLst>
                <a:ext uri="{FF2B5EF4-FFF2-40B4-BE49-F238E27FC236}">
                  <a16:creationId xmlns:a16="http://schemas.microsoft.com/office/drawing/2014/main" id="{8598951F-5A5A-49A5-9545-77D3E82592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59" name="Graphic 58" descr="Close with solid fill">
              <a:extLst>
                <a:ext uri="{FF2B5EF4-FFF2-40B4-BE49-F238E27FC236}">
                  <a16:creationId xmlns:a16="http://schemas.microsoft.com/office/drawing/2014/main" id="{95929A5B-A2CD-4D5E-AF71-CD01AD787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0" name="Graphic 59" descr="Close with solid fill">
              <a:extLst>
                <a:ext uri="{FF2B5EF4-FFF2-40B4-BE49-F238E27FC236}">
                  <a16:creationId xmlns:a16="http://schemas.microsoft.com/office/drawing/2014/main" id="{042C97FB-A1B0-4B71-B65E-9F3DBB9B68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1" name="Graphic 60" descr="Close with solid fill">
              <a:extLst>
                <a:ext uri="{FF2B5EF4-FFF2-40B4-BE49-F238E27FC236}">
                  <a16:creationId xmlns:a16="http://schemas.microsoft.com/office/drawing/2014/main" id="{13BB3A3E-31BC-4C8E-B051-3598ACA680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2" name="Graphic 61" descr="Close with solid fill">
              <a:extLst>
                <a:ext uri="{FF2B5EF4-FFF2-40B4-BE49-F238E27FC236}">
                  <a16:creationId xmlns:a16="http://schemas.microsoft.com/office/drawing/2014/main" id="{036AF13A-5529-4654-9F5F-34261CB09A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63" name="Graphic 62" descr="Close with solid fill">
              <a:extLst>
                <a:ext uri="{FF2B5EF4-FFF2-40B4-BE49-F238E27FC236}">
                  <a16:creationId xmlns:a16="http://schemas.microsoft.com/office/drawing/2014/main" id="{8565E643-497F-4395-AD1C-B53D4B8192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1932818527"/>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Edit Master text styles</a:t>
            </a:r>
          </a:p>
        </p:txBody>
      </p:sp>
    </p:spTree>
    <p:extLst>
      <p:ext uri="{BB962C8B-B14F-4D97-AF65-F5344CB8AC3E}">
        <p14:creationId xmlns:p14="http://schemas.microsoft.com/office/powerpoint/2010/main" val="1374286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0.xml"/><Relationship Id="rId21" Type="http://schemas.openxmlformats.org/officeDocument/2006/relationships/slideLayout" Target="../slideLayouts/slideLayout55.xml"/><Relationship Id="rId42" Type="http://schemas.openxmlformats.org/officeDocument/2006/relationships/slideLayout" Target="../slideLayouts/slideLayout76.xml"/><Relationship Id="rId47" Type="http://schemas.openxmlformats.org/officeDocument/2006/relationships/slideLayout" Target="../slideLayouts/slideLayout81.xml"/><Relationship Id="rId63" Type="http://schemas.openxmlformats.org/officeDocument/2006/relationships/slideLayout" Target="../slideLayouts/slideLayout97.xml"/><Relationship Id="rId68" Type="http://schemas.openxmlformats.org/officeDocument/2006/relationships/image" Target="../media/image9.png"/><Relationship Id="rId7" Type="http://schemas.openxmlformats.org/officeDocument/2006/relationships/slideLayout" Target="../slideLayouts/slideLayout41.xml"/><Relationship Id="rId71" Type="http://schemas.openxmlformats.org/officeDocument/2006/relationships/image" Target="../media/image12.svg"/><Relationship Id="rId2" Type="http://schemas.openxmlformats.org/officeDocument/2006/relationships/slideLayout" Target="../slideLayouts/slideLayout36.xml"/><Relationship Id="rId16" Type="http://schemas.openxmlformats.org/officeDocument/2006/relationships/slideLayout" Target="../slideLayouts/slideLayout50.xml"/><Relationship Id="rId29" Type="http://schemas.openxmlformats.org/officeDocument/2006/relationships/slideLayout" Target="../slideLayouts/slideLayout63.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slideLayout" Target="../slideLayouts/slideLayout71.xml"/><Relationship Id="rId40" Type="http://schemas.openxmlformats.org/officeDocument/2006/relationships/slideLayout" Target="../slideLayouts/slideLayout74.xml"/><Relationship Id="rId45" Type="http://schemas.openxmlformats.org/officeDocument/2006/relationships/slideLayout" Target="../slideLayouts/slideLayout79.xml"/><Relationship Id="rId53" Type="http://schemas.openxmlformats.org/officeDocument/2006/relationships/slideLayout" Target="../slideLayouts/slideLayout87.xml"/><Relationship Id="rId58" Type="http://schemas.openxmlformats.org/officeDocument/2006/relationships/slideLayout" Target="../slideLayouts/slideLayout92.xml"/><Relationship Id="rId66" Type="http://schemas.openxmlformats.org/officeDocument/2006/relationships/theme" Target="../theme/theme3.xml"/><Relationship Id="rId5" Type="http://schemas.openxmlformats.org/officeDocument/2006/relationships/slideLayout" Target="../slideLayouts/slideLayout39.xml"/><Relationship Id="rId61" Type="http://schemas.openxmlformats.org/officeDocument/2006/relationships/slideLayout" Target="../slideLayouts/slideLayout95.xml"/><Relationship Id="rId19" Type="http://schemas.openxmlformats.org/officeDocument/2006/relationships/slideLayout" Target="../slideLayouts/slideLayout5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43" Type="http://schemas.openxmlformats.org/officeDocument/2006/relationships/slideLayout" Target="../slideLayouts/slideLayout77.xml"/><Relationship Id="rId48" Type="http://schemas.openxmlformats.org/officeDocument/2006/relationships/slideLayout" Target="../slideLayouts/slideLayout82.xml"/><Relationship Id="rId56" Type="http://schemas.openxmlformats.org/officeDocument/2006/relationships/slideLayout" Target="../slideLayouts/slideLayout90.xml"/><Relationship Id="rId64" Type="http://schemas.openxmlformats.org/officeDocument/2006/relationships/slideLayout" Target="../slideLayouts/slideLayout98.xml"/><Relationship Id="rId69" Type="http://schemas.openxmlformats.org/officeDocument/2006/relationships/image" Target="../media/image10.svg"/><Relationship Id="rId8" Type="http://schemas.openxmlformats.org/officeDocument/2006/relationships/slideLayout" Target="../slideLayouts/slideLayout42.xml"/><Relationship Id="rId51" Type="http://schemas.openxmlformats.org/officeDocument/2006/relationships/slideLayout" Target="../slideLayouts/slideLayout85.xml"/><Relationship Id="rId3" Type="http://schemas.openxmlformats.org/officeDocument/2006/relationships/slideLayout" Target="../slideLayouts/slideLayout37.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slideLayout" Target="../slideLayouts/slideLayout72.xml"/><Relationship Id="rId46" Type="http://schemas.openxmlformats.org/officeDocument/2006/relationships/slideLayout" Target="../slideLayouts/slideLayout80.xml"/><Relationship Id="rId59" Type="http://schemas.openxmlformats.org/officeDocument/2006/relationships/slideLayout" Target="../slideLayouts/slideLayout93.xml"/><Relationship Id="rId67" Type="http://schemas.openxmlformats.org/officeDocument/2006/relationships/image" Target="../media/image8.png"/><Relationship Id="rId20" Type="http://schemas.openxmlformats.org/officeDocument/2006/relationships/slideLayout" Target="../slideLayouts/slideLayout54.xml"/><Relationship Id="rId41" Type="http://schemas.openxmlformats.org/officeDocument/2006/relationships/slideLayout" Target="../slideLayouts/slideLayout75.xml"/><Relationship Id="rId54" Type="http://schemas.openxmlformats.org/officeDocument/2006/relationships/slideLayout" Target="../slideLayouts/slideLayout88.xml"/><Relationship Id="rId62" Type="http://schemas.openxmlformats.org/officeDocument/2006/relationships/slideLayout" Target="../slideLayouts/slideLayout96.xml"/><Relationship Id="rId70" Type="http://schemas.openxmlformats.org/officeDocument/2006/relationships/image" Target="../media/image11.png"/><Relationship Id="rId1" Type="http://schemas.openxmlformats.org/officeDocument/2006/relationships/slideLayout" Target="../slideLayouts/slideLayout35.xml"/><Relationship Id="rId6" Type="http://schemas.openxmlformats.org/officeDocument/2006/relationships/slideLayout" Target="../slideLayouts/slideLayout40.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49" Type="http://schemas.openxmlformats.org/officeDocument/2006/relationships/slideLayout" Target="../slideLayouts/slideLayout83.xml"/><Relationship Id="rId57" Type="http://schemas.openxmlformats.org/officeDocument/2006/relationships/slideLayout" Target="../slideLayouts/slideLayout91.xml"/><Relationship Id="rId10" Type="http://schemas.openxmlformats.org/officeDocument/2006/relationships/slideLayout" Target="../slideLayouts/slideLayout44.xml"/><Relationship Id="rId31" Type="http://schemas.openxmlformats.org/officeDocument/2006/relationships/slideLayout" Target="../slideLayouts/slideLayout65.xml"/><Relationship Id="rId44" Type="http://schemas.openxmlformats.org/officeDocument/2006/relationships/slideLayout" Target="../slideLayouts/slideLayout78.xml"/><Relationship Id="rId52" Type="http://schemas.openxmlformats.org/officeDocument/2006/relationships/slideLayout" Target="../slideLayouts/slideLayout86.xml"/><Relationship Id="rId60" Type="http://schemas.openxmlformats.org/officeDocument/2006/relationships/slideLayout" Target="../slideLayouts/slideLayout94.xml"/><Relationship Id="rId65" Type="http://schemas.openxmlformats.org/officeDocument/2006/relationships/slideLayout" Target="../slideLayouts/slideLayout99.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9" Type="http://schemas.openxmlformats.org/officeDocument/2006/relationships/slideLayout" Target="../slideLayouts/slideLayout73.xml"/><Relationship Id="rId34" Type="http://schemas.openxmlformats.org/officeDocument/2006/relationships/slideLayout" Target="../slideLayouts/slideLayout68.xml"/><Relationship Id="rId50" Type="http://schemas.openxmlformats.org/officeDocument/2006/relationships/slideLayout" Target="../slideLayouts/slideLayout84.xml"/><Relationship Id="rId55"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4306"/>
            <a:ext cx="9153144" cy="689536"/>
          </a:xfrm>
          <a:prstGeom prst="rect">
            <a:avLst/>
          </a:prstGeom>
        </p:spPr>
      </p:pic>
      <p:sp>
        <p:nvSpPr>
          <p:cNvPr id="2" name="Title Placeholder 1"/>
          <p:cNvSpPr>
            <a:spLocks noGrp="1"/>
          </p:cNvSpPr>
          <p:nvPr>
            <p:ph type="title"/>
          </p:nvPr>
        </p:nvSpPr>
        <p:spPr>
          <a:xfrm>
            <a:off x="468312" y="961012"/>
            <a:ext cx="8207375"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1916112"/>
            <a:ext cx="8207375" cy="432117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263830" y="270195"/>
            <a:ext cx="411858" cy="153888"/>
          </a:xfrm>
          <a:prstGeom prst="rect">
            <a:avLst/>
          </a:prstGeom>
        </p:spPr>
        <p:txBody>
          <a:bodyPr vert="horz" wrap="square" lIns="0" tIns="0" rIns="0" bIns="0" rtlCol="0" anchor="ctr">
            <a:spAutoFit/>
          </a:bodyPr>
          <a:lstStyle>
            <a:lvl1pPr algn="r">
              <a:defRPr sz="1000">
                <a:solidFill>
                  <a:schemeClr val="bg1"/>
                </a:solidFill>
              </a:defRPr>
            </a:lvl1pPr>
          </a:lstStyle>
          <a:p>
            <a:fld id="{4704619B-9823-F845-874B-2390AC991BC7}" type="slidenum">
              <a:rPr lang="en-US" smtClean="0"/>
              <a:pPr/>
              <a:t>‹#›</a:t>
            </a:fld>
            <a:endParaRPr lang="en-US" dirty="0"/>
          </a:p>
        </p:txBody>
      </p:sp>
      <p:sp>
        <p:nvSpPr>
          <p:cNvPr id="8" name="TextBox 7"/>
          <p:cNvSpPr txBox="1"/>
          <p:nvPr/>
        </p:nvSpPr>
        <p:spPr>
          <a:xfrm>
            <a:off x="468313" y="6621521"/>
            <a:ext cx="1899559" cy="184666"/>
          </a:xfrm>
          <a:prstGeom prst="rect">
            <a:avLst/>
          </a:prstGeom>
          <a:noFill/>
        </p:spPr>
        <p:txBody>
          <a:bodyPr wrap="none" lIns="0" rIns="0" rtlCol="0"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Markit</a:t>
            </a:r>
            <a:r>
              <a:rPr lang="en-US" sz="600" baseline="30000" dirty="0">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pic>
        <p:nvPicPr>
          <p:cNvPr id="10" name="Picture 9"/>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32658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73" r:id="rId5"/>
    <p:sldLayoutId id="2147483664" r:id="rId6"/>
    <p:sldLayoutId id="2147483665" r:id="rId7"/>
    <p:sldLayoutId id="2147483674" r:id="rId8"/>
    <p:sldLayoutId id="2147483680" r:id="rId9"/>
    <p:sldLayoutId id="2147483675" r:id="rId10"/>
    <p:sldLayoutId id="2147483676" r:id="rId11"/>
    <p:sldLayoutId id="2147483699" r:id="rId12"/>
    <p:sldLayoutId id="2147483677" r:id="rId13"/>
    <p:sldLayoutId id="2147483678" r:id="rId14"/>
    <p:sldLayoutId id="2147483679" r:id="rId15"/>
    <p:sldLayoutId id="2147483666" r:id="rId16"/>
    <p:sldLayoutId id="2147483667" r:id="rId17"/>
    <p:sldLayoutId id="2147483698" r:id="rId18"/>
  </p:sldLayoutIdLst>
  <p:hf hdr="0" ftr="0" dt="0"/>
  <p:txStyles>
    <p:titleStyle>
      <a:lvl1pPr algn="l" defTabSz="914400" rtl="0" eaLnBrk="1" latinLnBrk="0" hangingPunct="1">
        <a:lnSpc>
          <a:spcPct val="100000"/>
        </a:lnSpc>
        <a:spcBef>
          <a:spcPct val="0"/>
        </a:spcBef>
        <a:buNone/>
        <a:defRPr sz="2400" kern="1200">
          <a:solidFill>
            <a:schemeClr val="accent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F26B43"/>
          </p15:clr>
        </p15:guide>
        <p15:guide id="2" pos="5472" userDrawn="1">
          <p15:clr>
            <a:srgbClr val="F26B43"/>
          </p15:clr>
        </p15:guide>
        <p15:guide id="3" orient="horz" pos="606" userDrawn="1">
          <p15:clr>
            <a:srgbClr val="F26B43"/>
          </p15:clr>
        </p15:guide>
        <p15:guide id="4" orient="horz" pos="1187" userDrawn="1">
          <p15:clr>
            <a:srgbClr val="F26B43"/>
          </p15:clr>
        </p15:guide>
        <p15:guide id="7" orient="horz" pos="3828" userDrawn="1">
          <p15:clr>
            <a:srgbClr val="F26B43"/>
          </p15:clr>
        </p15:guide>
        <p15:guide id="8" orient="horz" pos="8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image1.png"/>
          <p:cNvPicPr>
            <a:picLocks noChangeAspect="1"/>
          </p:cNvPicPr>
          <p:nvPr/>
        </p:nvPicPr>
        <p:blipFill>
          <a:blip r:embed="rId18"/>
          <a:stretch>
            <a:fillRect/>
          </a:stretch>
        </p:blipFill>
        <p:spPr>
          <a:xfrm>
            <a:off x="566" y="0"/>
            <a:ext cx="9143434" cy="360000"/>
          </a:xfrm>
          <a:prstGeom prst="rect">
            <a:avLst/>
          </a:prstGeom>
        </p:spPr>
      </p:pic>
      <p:sp>
        <p:nvSpPr>
          <p:cNvPr id="14" name="Title Placeholder 1"/>
          <p:cNvSpPr>
            <a:spLocks noGrp="1"/>
          </p:cNvSpPr>
          <p:nvPr>
            <p:ph type="title"/>
          </p:nvPr>
        </p:nvSpPr>
        <p:spPr>
          <a:xfrm>
            <a:off x="468313" y="549275"/>
            <a:ext cx="8207375" cy="755489"/>
          </a:xfrm>
          <a:prstGeom prst="rect">
            <a:avLst/>
          </a:prstGeom>
        </p:spPr>
        <p:txBody>
          <a:bodyPr vert="horz" lIns="0" tIns="0" rIns="0" bIns="0" rtlCol="0" anchor="t">
            <a:noAutofit/>
          </a:bodyPr>
          <a:lstStyle/>
          <a:p>
            <a:r>
              <a:rPr lang="en-US" dirty="0"/>
              <a:t>Click to edit Master title style</a:t>
            </a:r>
          </a:p>
        </p:txBody>
      </p:sp>
      <p:sp>
        <p:nvSpPr>
          <p:cNvPr id="15" name="Footer Placeholder 4"/>
          <p:cNvSpPr>
            <a:spLocks noGrp="1"/>
          </p:cNvSpPr>
          <p:nvPr>
            <p:ph type="ftr" sz="quarter" idx="3"/>
          </p:nvPr>
        </p:nvSpPr>
        <p:spPr>
          <a:xfrm>
            <a:off x="4716462" y="0"/>
            <a:ext cx="3959225" cy="360000"/>
          </a:xfrm>
          <a:prstGeom prst="rect">
            <a:avLst/>
          </a:prstGeom>
        </p:spPr>
        <p:txBody>
          <a:bodyPr vert="horz" wrap="none" lIns="0" tIns="0" rIns="0" bIns="0" rtlCol="0" anchor="ctr"/>
          <a:lstStyle>
            <a:lvl1pPr algn="r">
              <a:defRPr sz="800" b="1">
                <a:solidFill>
                  <a:schemeClr val="bg1"/>
                </a:solidFill>
              </a:defRPr>
            </a:lvl1pPr>
          </a:lstStyle>
          <a:p>
            <a:r>
              <a:rPr lang="en-US" dirty="0">
                <a:solidFill>
                  <a:srgbClr val="FFFFFF"/>
                </a:solidFill>
              </a:rPr>
              <a:t>Presentation Name / Month 2017</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cxnSp>
        <p:nvCxnSpPr>
          <p:cNvPr id="8" name="Straight Connector 7"/>
          <p:cNvCxnSpPr/>
          <p:nvPr/>
        </p:nvCxnSpPr>
        <p:spPr>
          <a:xfrm>
            <a:off x="468313" y="6489700"/>
            <a:ext cx="8207375" cy="0"/>
          </a:xfrm>
          <a:prstGeom prst="line">
            <a:avLst/>
          </a:prstGeom>
          <a:ln w="6350">
            <a:solidFill>
              <a:srgbClr val="58595B"/>
            </a:solidFill>
          </a:ln>
        </p:spPr>
        <p:style>
          <a:lnRef idx="1">
            <a:schemeClr val="accent1"/>
          </a:lnRef>
          <a:fillRef idx="0">
            <a:schemeClr val="accent1"/>
          </a:fillRef>
          <a:effectRef idx="0">
            <a:schemeClr val="accent1"/>
          </a:effectRef>
          <a:fontRef idx="minor">
            <a:schemeClr val="tx1"/>
          </a:fontRef>
        </p:style>
      </p:cxnSp>
      <p:sp>
        <p:nvSpPr>
          <p:cNvPr id="9" name="copyright"/>
          <p:cNvSpPr txBox="1"/>
          <p:nvPr/>
        </p:nvSpPr>
        <p:spPr>
          <a:xfrm>
            <a:off x="468313" y="6489380"/>
            <a:ext cx="3959226" cy="368620"/>
          </a:xfrm>
          <a:prstGeom prst="rect">
            <a:avLst/>
          </a:prstGeom>
          <a:noFill/>
        </p:spPr>
        <p:txBody>
          <a:bodyPr wrap="non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baseline="0" dirty="0">
                <a:solidFill>
                  <a:srgbClr val="58595B"/>
                </a:solidFill>
                <a:latin typeface="+mn-lt"/>
              </a:rPr>
              <a:t>Confidential. © 2020 HS Markit</a:t>
            </a:r>
            <a:r>
              <a:rPr lang="en-US" sz="700" baseline="30000" dirty="0">
                <a:solidFill>
                  <a:srgbClr val="58595B"/>
                </a:solidFill>
                <a:latin typeface="+mn-lt"/>
              </a:rPr>
              <a:t>TM</a:t>
            </a:r>
            <a:r>
              <a:rPr lang="en-US" sz="700" baseline="0" dirty="0">
                <a:solidFill>
                  <a:srgbClr val="58595B"/>
                </a:solidFill>
                <a:latin typeface="+mn-lt"/>
              </a:rPr>
              <a:t>. All Rights Reserved.</a:t>
            </a:r>
            <a:endParaRPr lang="en-GB" sz="700" dirty="0">
              <a:solidFill>
                <a:srgbClr val="58595B"/>
              </a:solidFill>
              <a:latin typeface="+mn-lt"/>
            </a:endParaRPr>
          </a:p>
        </p:txBody>
      </p:sp>
      <p:sp>
        <p:nvSpPr>
          <p:cNvPr id="10" name="Text Placeholder 2"/>
          <p:cNvSpPr>
            <a:spLocks noGrp="1"/>
          </p:cNvSpPr>
          <p:nvPr>
            <p:ph type="body" idx="1"/>
          </p:nvPr>
        </p:nvSpPr>
        <p:spPr>
          <a:xfrm>
            <a:off x="468313" y="1484313"/>
            <a:ext cx="8207375" cy="475297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933995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hf hdr="0" dt="0"/>
  <p:txStyles>
    <p:titleStyle>
      <a:lvl1pPr algn="l" defTabSz="914400" rtl="0" eaLnBrk="1" latinLnBrk="0" hangingPunct="1">
        <a:spcBef>
          <a:spcPct val="0"/>
        </a:spcBef>
        <a:buNone/>
        <a:defRPr sz="2400" b="1" kern="1200" spc="0" baseline="0">
          <a:solidFill>
            <a:schemeClr val="accent1"/>
          </a:solidFill>
          <a:latin typeface="+mj-lt"/>
          <a:ea typeface="+mj-ea"/>
          <a:cs typeface="+mj-cs"/>
        </a:defRPr>
      </a:lvl1pPr>
    </p:titleStyle>
    <p:bodyStyle>
      <a:lvl1pPr marL="177800" indent="-177800" algn="l" defTabSz="914400" rtl="0" eaLnBrk="1" latinLnBrk="0" hangingPunct="1">
        <a:spcBef>
          <a:spcPts val="600"/>
        </a:spcBef>
        <a:spcAft>
          <a:spcPts val="600"/>
        </a:spcAft>
        <a:buClrTx/>
        <a:buSzPct val="90000"/>
        <a:buFont typeface="Arial" pitchFamily="34" charset="0"/>
        <a:buChar char="•"/>
        <a:defRPr lang="en-US" sz="2000" b="0" kern="1200" baseline="0" dirty="0" smtClean="0">
          <a:solidFill>
            <a:schemeClr val="tx1"/>
          </a:solidFill>
          <a:latin typeface="+mn-lt"/>
          <a:ea typeface="+mn-ea"/>
          <a:cs typeface="+mn-cs"/>
        </a:defRPr>
      </a:lvl1pPr>
      <a:lvl2pPr marL="355600" indent="-177800" algn="l" defTabSz="914400" rtl="0" eaLnBrk="1" latinLnBrk="0" hangingPunct="1">
        <a:spcBef>
          <a:spcPts val="600"/>
        </a:spcBef>
        <a:spcAft>
          <a:spcPts val="600"/>
        </a:spcAft>
        <a:buClrTx/>
        <a:buSzPct val="90000"/>
        <a:buFont typeface="Arial" pitchFamily="34" charset="0"/>
        <a:buChar char="•"/>
        <a:defRPr sz="1800" kern="1200" baseline="0">
          <a:solidFill>
            <a:schemeClr val="tx1"/>
          </a:solidFill>
          <a:latin typeface="+mn-lt"/>
          <a:ea typeface="+mn-ea"/>
          <a:cs typeface="+mn-cs"/>
        </a:defRPr>
      </a:lvl2pPr>
      <a:lvl3pPr marL="533400" indent="-179388" algn="l" defTabSz="914400" rtl="0" eaLnBrk="1" latinLnBrk="0" hangingPunct="1">
        <a:spcBef>
          <a:spcPts val="600"/>
        </a:spcBef>
        <a:spcAft>
          <a:spcPts val="600"/>
        </a:spcAft>
        <a:buClrTx/>
        <a:buSzPct val="90000"/>
        <a:buFont typeface="Arial" pitchFamily="34" charset="0"/>
        <a:buChar char="•"/>
        <a:defRPr sz="1600" kern="1200" baseline="0">
          <a:solidFill>
            <a:schemeClr val="tx1"/>
          </a:solidFill>
          <a:latin typeface="+mn-lt"/>
          <a:ea typeface="+mn-ea"/>
          <a:cs typeface="+mn-cs"/>
        </a:defRPr>
      </a:lvl3pPr>
      <a:lvl4pPr marL="727075"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4pPr>
      <a:lvl5pPr marL="906463"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000" kern="1200">
          <a:solidFill>
            <a:schemeClr val="tx1"/>
          </a:solidFill>
          <a:latin typeface="+mn-lt"/>
          <a:ea typeface="+mn-ea"/>
          <a:cs typeface="+mn-cs"/>
        </a:defRPr>
      </a:lvl2pPr>
      <a:lvl3pPr marL="914400" algn="l" defTabSz="914400" rtl="0" eaLnBrk="1" latinLnBrk="0" hangingPunct="1">
        <a:defRPr sz="1000" kern="1200">
          <a:solidFill>
            <a:schemeClr val="tx1"/>
          </a:solidFill>
          <a:latin typeface="+mn-lt"/>
          <a:ea typeface="+mn-ea"/>
          <a:cs typeface="+mn-cs"/>
        </a:defRPr>
      </a:lvl3pPr>
      <a:lvl4pPr marL="1371600" algn="l" defTabSz="914400" rtl="0" eaLnBrk="1" latinLnBrk="0" hangingPunct="1">
        <a:defRPr sz="1000" kern="1200">
          <a:solidFill>
            <a:schemeClr val="tx1"/>
          </a:solidFill>
          <a:latin typeface="+mn-lt"/>
          <a:ea typeface="+mn-ea"/>
          <a:cs typeface="+mn-cs"/>
        </a:defRPr>
      </a:lvl4pPr>
      <a:lvl5pPr marL="182880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000" kern="1200">
          <a:solidFill>
            <a:schemeClr val="tx1"/>
          </a:solidFill>
          <a:latin typeface="+mn-lt"/>
          <a:ea typeface="+mn-ea"/>
          <a:cs typeface="+mn-cs"/>
        </a:defRPr>
      </a:lvl6pPr>
      <a:lvl7pPr marL="2743200" algn="l" defTabSz="914400" rtl="0" eaLnBrk="1" latinLnBrk="0" hangingPunct="1">
        <a:defRPr sz="1000" kern="1200">
          <a:solidFill>
            <a:schemeClr val="tx1"/>
          </a:solidFill>
          <a:latin typeface="+mn-lt"/>
          <a:ea typeface="+mn-ea"/>
          <a:cs typeface="+mn-cs"/>
        </a:defRPr>
      </a:lvl7pPr>
      <a:lvl8pPr marL="3200400" algn="l" defTabSz="914400" rtl="0" eaLnBrk="1" latinLnBrk="0" hangingPunct="1">
        <a:defRPr sz="1000" kern="1200">
          <a:solidFill>
            <a:schemeClr val="tx1"/>
          </a:solidFill>
          <a:latin typeface="+mn-lt"/>
          <a:ea typeface="+mn-ea"/>
          <a:cs typeface="+mn-cs"/>
        </a:defRPr>
      </a:lvl8pPr>
      <a:lvl9pPr marL="3657600" algn="l" defTabSz="914400" rtl="0" eaLnBrk="1" latinLnBrk="0" hangingPunct="1">
        <a:defRPr sz="1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4" name="Group 143">
            <a:extLst>
              <a:ext uri="{FF2B5EF4-FFF2-40B4-BE49-F238E27FC236}">
                <a16:creationId xmlns:a16="http://schemas.microsoft.com/office/drawing/2014/main" id="{8B53055D-29D5-4FE1-BE64-E17CAF363092}"/>
              </a:ext>
            </a:extLst>
          </p:cNvPr>
          <p:cNvGrpSpPr/>
          <p:nvPr/>
        </p:nvGrpSpPr>
        <p:grpSpPr>
          <a:xfrm>
            <a:off x="9144747" y="647701"/>
            <a:ext cx="104748" cy="5046663"/>
            <a:chOff x="12192996" y="647700"/>
            <a:chExt cx="139664" cy="5046663"/>
          </a:xfrm>
        </p:grpSpPr>
        <p:cxnSp>
          <p:nvCxnSpPr>
            <p:cNvPr id="143" name="Straight Connector 142">
              <a:extLst>
                <a:ext uri="{FF2B5EF4-FFF2-40B4-BE49-F238E27FC236}">
                  <a16:creationId xmlns:a16="http://schemas.microsoft.com/office/drawing/2014/main" id="{4239ECE5-FA9C-4670-87F6-C0D934E9AAE7}"/>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D1EA425-A7BD-47A4-B2D5-16D157827594}"/>
                </a:ext>
              </a:extLst>
            </p:cNvPr>
            <p:cNvGrpSpPr/>
            <p:nvPr/>
          </p:nvGrpSpPr>
          <p:grpSpPr>
            <a:xfrm>
              <a:off x="12202508" y="647700"/>
              <a:ext cx="130152" cy="5046663"/>
              <a:chOff x="12202508" y="647700"/>
              <a:chExt cx="130152" cy="5046663"/>
            </a:xfrm>
          </p:grpSpPr>
          <p:cxnSp>
            <p:nvCxnSpPr>
              <p:cNvPr id="59" name="Straight Connector 58">
                <a:extLst>
                  <a:ext uri="{FF2B5EF4-FFF2-40B4-BE49-F238E27FC236}">
                    <a16:creationId xmlns:a16="http://schemas.microsoft.com/office/drawing/2014/main" id="{7D274501-4E1B-4808-B24A-1DD2E90B8BE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8E6B1F-3105-4A91-B970-D589ADB77A85}"/>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B44A62-3176-45B3-B8F1-13B68150156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F9198C-0474-411B-B709-BB380C249BDA}"/>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E22D08E-6812-4F78-A644-C1C379E1CB6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425280" y="651300"/>
            <a:ext cx="8297032" cy="648111"/>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425279" y="1622631"/>
            <a:ext cx="8298180" cy="458566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721359" y="6403792"/>
            <a:ext cx="1852439" cy="214805"/>
          </a:xfrm>
          <a:prstGeom prst="rect">
            <a:avLst/>
          </a:prstGeom>
        </p:spPr>
        <p:txBody>
          <a:bodyPr vert="horz" lIns="0" tIns="0" rIns="0" bIns="0" rtlCol="0" anchor="ctr"/>
          <a:lstStyle>
            <a:lvl1pPr algn="l">
              <a:defRPr sz="675">
                <a:solidFill>
                  <a:schemeClr val="tx1"/>
                </a:solidFill>
              </a:defRPr>
            </a:lvl1pPr>
          </a:lstStyle>
          <a:p>
            <a:fld id="{741705B8-0135-4861-9438-C6F1E3D9C470}" type="datetime4">
              <a:rPr lang="en-US" smtClean="0"/>
              <a:t>August 13, 2025</a:t>
            </a:fld>
            <a:endParaRPr lang="en-US"/>
          </a:p>
        </p:txBody>
      </p:sp>
      <p:sp>
        <p:nvSpPr>
          <p:cNvPr id="5" name="Footer Placeholder 4"/>
          <p:cNvSpPr>
            <a:spLocks noGrp="1"/>
          </p:cNvSpPr>
          <p:nvPr>
            <p:ph type="ftr" sz="quarter" idx="3"/>
          </p:nvPr>
        </p:nvSpPr>
        <p:spPr>
          <a:xfrm>
            <a:off x="4627538" y="6403792"/>
            <a:ext cx="3756197" cy="214805"/>
          </a:xfrm>
          <a:prstGeom prst="rect">
            <a:avLst/>
          </a:prstGeom>
        </p:spPr>
        <p:txBody>
          <a:bodyPr vert="horz" lIns="0" tIns="0" rIns="0" bIns="0" rtlCol="0" anchor="ctr"/>
          <a:lstStyle>
            <a:lvl1pPr algn="r">
              <a:defRPr sz="675">
                <a:solidFill>
                  <a:schemeClr val="tx1"/>
                </a:solidFill>
              </a:defRPr>
            </a:lvl1pPr>
          </a:lstStyle>
          <a:p>
            <a:r>
              <a:rPr lang="en-US"/>
              <a:t>S&amp;P Global Commodity Insights – Internal Use Only</a:t>
            </a:r>
          </a:p>
        </p:txBody>
      </p:sp>
      <p:sp>
        <p:nvSpPr>
          <p:cNvPr id="6" name="Slide Number Placeholder 5"/>
          <p:cNvSpPr>
            <a:spLocks noGrp="1"/>
          </p:cNvSpPr>
          <p:nvPr>
            <p:ph type="sldNum" sz="quarter" idx="4"/>
          </p:nvPr>
        </p:nvSpPr>
        <p:spPr>
          <a:xfrm>
            <a:off x="8407384" y="6403791"/>
            <a:ext cx="316487" cy="214804"/>
          </a:xfrm>
          <a:prstGeom prst="rect">
            <a:avLst/>
          </a:prstGeom>
        </p:spPr>
        <p:txBody>
          <a:bodyPr vert="horz" lIns="0" tIns="0" rIns="0" bIns="0" rtlCol="0" anchor="ctr"/>
          <a:lstStyle>
            <a:lvl1pPr algn="r">
              <a:defRPr sz="675">
                <a:solidFill>
                  <a:schemeClr val="tx1"/>
                </a:solidFill>
              </a:defRPr>
            </a:lvl1pPr>
          </a:lstStyle>
          <a:p>
            <a:fld id="{4704619B-9823-F845-874B-2390AC991BC7}" type="slidenum">
              <a:rPr lang="en-US" smtClean="0"/>
              <a:pPr/>
              <a:t>‹#›</a:t>
            </a:fld>
            <a:endParaRPr lang="en-US" dirty="0"/>
          </a:p>
        </p:txBody>
      </p:sp>
      <p:cxnSp>
        <p:nvCxnSpPr>
          <p:cNvPr id="22" name="Straight Connector 21">
            <a:extLst>
              <a:ext uri="{FF2B5EF4-FFF2-40B4-BE49-F238E27FC236}">
                <a16:creationId xmlns:a16="http://schemas.microsoft.com/office/drawing/2014/main" id="{F8CC70A6-20E9-484F-A6D8-8AC9F5A9969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26C736-25F9-4471-B9E2-7FDAD4B0C0F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FA59E5F-121F-4882-AD04-A65D6DB42A4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924EB760-7DB9-4158-8A20-E30A256A1D62}"/>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145" name="Group 144">
            <a:extLst>
              <a:ext uri="{FF2B5EF4-FFF2-40B4-BE49-F238E27FC236}">
                <a16:creationId xmlns:a16="http://schemas.microsoft.com/office/drawing/2014/main" id="{CB39B6C1-8002-4F75-B7FC-EDAA23A0F76B}"/>
              </a:ext>
            </a:extLst>
          </p:cNvPr>
          <p:cNvGrpSpPr/>
          <p:nvPr/>
        </p:nvGrpSpPr>
        <p:grpSpPr>
          <a:xfrm>
            <a:off x="-97614" y="647701"/>
            <a:ext cx="97614" cy="5046663"/>
            <a:chOff x="-130152" y="647700"/>
            <a:chExt cx="130152" cy="5046663"/>
          </a:xfrm>
        </p:grpSpPr>
        <p:cxnSp>
          <p:nvCxnSpPr>
            <p:cNvPr id="53" name="Straight Connector 52">
              <a:extLst>
                <a:ext uri="{FF2B5EF4-FFF2-40B4-BE49-F238E27FC236}">
                  <a16:creationId xmlns:a16="http://schemas.microsoft.com/office/drawing/2014/main" id="{E3A10AFA-0D6D-43FA-9041-F48F1EDAEE3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5406A10-0F3B-4C6E-BB94-300915DB02B5}"/>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B54C7B1-605E-4788-A9E2-5192021613D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BF6F6D6-1AD2-4BB1-ABE1-A1E2DADB16B8}"/>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725CBF-16E5-4686-95FC-61EDD7BAA2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F14B1D6-A02F-4F63-8B42-6490CB75FE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4" name="Straight Connector 63">
            <a:extLst>
              <a:ext uri="{FF2B5EF4-FFF2-40B4-BE49-F238E27FC236}">
                <a16:creationId xmlns:a16="http://schemas.microsoft.com/office/drawing/2014/main" id="{44C75B12-814D-46B5-AC2A-CF6E825BD2A6}"/>
              </a:ext>
            </a:extLst>
          </p:cNvPr>
          <p:cNvCxnSpPr>
            <a:cxnSpLocks/>
          </p:cNvCxnSpPr>
          <p:nvPr/>
        </p:nvCxnSpPr>
        <p:spPr>
          <a:xfrm rot="16200000">
            <a:off x="4116399"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3196D04-0548-4EFC-84ED-EC48273BDB1F}"/>
              </a:ext>
            </a:extLst>
          </p:cNvPr>
          <p:cNvCxnSpPr>
            <a:cxnSpLocks/>
          </p:cNvCxnSpPr>
          <p:nvPr/>
        </p:nvCxnSpPr>
        <p:spPr>
          <a:xfrm rot="16200000">
            <a:off x="4890305"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DAEB47-98C9-4B0C-95C2-0EC29C2061ED}"/>
              </a:ext>
            </a:extLst>
          </p:cNvPr>
          <p:cNvGrpSpPr/>
          <p:nvPr/>
        </p:nvGrpSpPr>
        <p:grpSpPr>
          <a:xfrm>
            <a:off x="-994" y="6871034"/>
            <a:ext cx="9144000" cy="143299"/>
            <a:chOff x="-1325" y="6871033"/>
            <a:chExt cx="12192000" cy="143299"/>
          </a:xfrm>
        </p:grpSpPr>
        <p:sp>
          <p:nvSpPr>
            <p:cNvPr id="26" name="Rectangle 25">
              <a:extLst>
                <a:ext uri="{FF2B5EF4-FFF2-40B4-BE49-F238E27FC236}">
                  <a16:creationId xmlns:a16="http://schemas.microsoft.com/office/drawing/2014/main" id="{E605001D-9AEE-4D97-B1CD-2703613BD58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1B9E2804-C808-4357-85E3-7E72AE20E804}"/>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1B8713C-445E-4C83-92F1-E19C8C10D52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E4BEDC11-C1A2-4363-AD61-124751DC85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E15ADA81-F289-451E-8271-81B1C7F9E9EF}"/>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A4E92C5-8939-4B55-A84F-8B6C68F6A2F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EC1083AB-631D-4A3B-8771-C6B62512D456}"/>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F86C41D-0758-43AE-A2D8-C6C2A9707FA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3DF0139A-E334-464F-A56C-5152A071597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A932836E-03AE-4492-BB6B-F8FED4E71E87}"/>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C7F708EF-F923-4A24-A6D7-4BCA3EA881C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940B2C87-F899-480F-93E9-C79E951858AE}"/>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E5DF1AEA-298E-4AA0-B861-79AAC8A95392}"/>
                </a:ext>
              </a:extLst>
            </p:cNvPr>
            <p:cNvPicPr>
              <a:picLocks noChangeAspect="1"/>
            </p:cNvPicPr>
            <p:nvPr/>
          </p:nvPicPr>
          <p:blipFill>
            <a:blip r:embed="rId67">
              <a:extLst>
                <a:ext uri="{28A0092B-C50C-407E-A947-70E740481C1C}">
                  <a14:useLocalDpi xmlns:a14="http://schemas.microsoft.com/office/drawing/2010/main" val="0"/>
                </a:ext>
              </a:extLst>
            </a:blip>
            <a:srcRect/>
            <a:stretch/>
          </p:blipFill>
          <p:spPr>
            <a:xfrm>
              <a:off x="12343753" y="1289096"/>
              <a:ext cx="1097248" cy="2017928"/>
            </a:xfrm>
            <a:prstGeom prst="rect">
              <a:avLst/>
            </a:prstGeom>
          </p:spPr>
        </p:pic>
        <p:sp>
          <p:nvSpPr>
            <p:cNvPr id="78" name="Rectangle 77">
              <a:extLst>
                <a:ext uri="{FF2B5EF4-FFF2-40B4-BE49-F238E27FC236}">
                  <a16:creationId xmlns:a16="http://schemas.microsoft.com/office/drawing/2014/main" id="{91936950-6B61-4AF0-BAA8-E319B5E9A77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EDB7CB3A-885A-4980-B14D-0F1486237ABB}"/>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4" name="Rectangle 83">
              <a:extLst>
                <a:ext uri="{FF2B5EF4-FFF2-40B4-BE49-F238E27FC236}">
                  <a16:creationId xmlns:a16="http://schemas.microsoft.com/office/drawing/2014/main" id="{E23BEF90-B240-43F5-A7D2-FF40EB2BA4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5" name="Rectangle 84">
              <a:extLst>
                <a:ext uri="{FF2B5EF4-FFF2-40B4-BE49-F238E27FC236}">
                  <a16:creationId xmlns:a16="http://schemas.microsoft.com/office/drawing/2014/main" id="{F4099FFA-147F-4A80-8F31-739AAC66D79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6" name="Group 85">
              <a:extLst>
                <a:ext uri="{FF2B5EF4-FFF2-40B4-BE49-F238E27FC236}">
                  <a16:creationId xmlns:a16="http://schemas.microsoft.com/office/drawing/2014/main" id="{26126108-7849-4214-9223-9F761DE635F2}"/>
                </a:ext>
              </a:extLst>
            </p:cNvPr>
            <p:cNvGrpSpPr/>
            <p:nvPr/>
          </p:nvGrpSpPr>
          <p:grpSpPr>
            <a:xfrm>
              <a:off x="12364752" y="2345932"/>
              <a:ext cx="1055431" cy="88186"/>
              <a:chOff x="914335" y="6913770"/>
              <a:chExt cx="1109884" cy="100584"/>
            </a:xfrm>
            <a:noFill/>
          </p:grpSpPr>
          <p:sp>
            <p:nvSpPr>
              <p:cNvPr id="101" name="Rectangle 100">
                <a:extLst>
                  <a:ext uri="{FF2B5EF4-FFF2-40B4-BE49-F238E27FC236}">
                    <a16:creationId xmlns:a16="http://schemas.microsoft.com/office/drawing/2014/main" id="{D9714B2F-270E-40BD-B18C-1CABA6E328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2" name="Rectangle 101">
                <a:extLst>
                  <a:ext uri="{FF2B5EF4-FFF2-40B4-BE49-F238E27FC236}">
                    <a16:creationId xmlns:a16="http://schemas.microsoft.com/office/drawing/2014/main" id="{0E9EDAC8-6407-4216-ABF3-EA70809BB4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3" name="Rectangle 102">
                <a:extLst>
                  <a:ext uri="{FF2B5EF4-FFF2-40B4-BE49-F238E27FC236}">
                    <a16:creationId xmlns:a16="http://schemas.microsoft.com/office/drawing/2014/main" id="{C97366D4-D620-4493-BD87-54D81FBE2F4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4" name="Rectangle 103">
                <a:extLst>
                  <a:ext uri="{FF2B5EF4-FFF2-40B4-BE49-F238E27FC236}">
                    <a16:creationId xmlns:a16="http://schemas.microsoft.com/office/drawing/2014/main" id="{028BCBB1-4C8C-4515-A267-36F4D23D05E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5" name="Rectangle 104">
                <a:extLst>
                  <a:ext uri="{FF2B5EF4-FFF2-40B4-BE49-F238E27FC236}">
                    <a16:creationId xmlns:a16="http://schemas.microsoft.com/office/drawing/2014/main" id="{044F7EB9-753F-48FA-B2B6-73C4C4096CA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6" name="Rectangle 105">
                <a:extLst>
                  <a:ext uri="{FF2B5EF4-FFF2-40B4-BE49-F238E27FC236}">
                    <a16:creationId xmlns:a16="http://schemas.microsoft.com/office/drawing/2014/main" id="{52DAE743-1AB2-468D-B4E2-50F2FB87E79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7" name="Rectangle 106">
                <a:extLst>
                  <a:ext uri="{FF2B5EF4-FFF2-40B4-BE49-F238E27FC236}">
                    <a16:creationId xmlns:a16="http://schemas.microsoft.com/office/drawing/2014/main" id="{B46B3D31-69AA-43A1-A2E2-F0939214892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08" name="Rectangle 107">
                <a:extLst>
                  <a:ext uri="{FF2B5EF4-FFF2-40B4-BE49-F238E27FC236}">
                    <a16:creationId xmlns:a16="http://schemas.microsoft.com/office/drawing/2014/main" id="{3064BA3B-8C0F-4AFD-92AB-AC0B5E4B6B3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09" name="Rectangle 108">
                <a:extLst>
                  <a:ext uri="{FF2B5EF4-FFF2-40B4-BE49-F238E27FC236}">
                    <a16:creationId xmlns:a16="http://schemas.microsoft.com/office/drawing/2014/main" id="{6CABC053-DAB8-4239-9575-3B71323FE8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0" name="Rectangle 109">
                <a:extLst>
                  <a:ext uri="{FF2B5EF4-FFF2-40B4-BE49-F238E27FC236}">
                    <a16:creationId xmlns:a16="http://schemas.microsoft.com/office/drawing/2014/main" id="{06230F72-4394-4413-AF03-843676FDBA3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87" name="Graphic 86" descr="Close with solid fill">
              <a:extLst>
                <a:ext uri="{FF2B5EF4-FFF2-40B4-BE49-F238E27FC236}">
                  <a16:creationId xmlns:a16="http://schemas.microsoft.com/office/drawing/2014/main" id="{1B831779-A669-4371-8FD1-5066D9D69E1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359990" y="3132474"/>
              <a:ext cx="100919" cy="100919"/>
            </a:xfrm>
            <a:prstGeom prst="rect">
              <a:avLst/>
            </a:prstGeom>
          </p:spPr>
        </p:pic>
        <p:pic>
          <p:nvPicPr>
            <p:cNvPr id="92" name="Graphic 91" descr="Close with solid fill">
              <a:extLst>
                <a:ext uri="{FF2B5EF4-FFF2-40B4-BE49-F238E27FC236}">
                  <a16:creationId xmlns:a16="http://schemas.microsoft.com/office/drawing/2014/main" id="{208D0745-DE9A-4926-B866-2B1F3923CFF5}"/>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468758" y="3132474"/>
              <a:ext cx="100919" cy="100919"/>
            </a:xfrm>
            <a:prstGeom prst="rect">
              <a:avLst/>
            </a:prstGeom>
          </p:spPr>
        </p:pic>
        <p:pic>
          <p:nvPicPr>
            <p:cNvPr id="93" name="Graphic 92" descr="Close with solid fill">
              <a:extLst>
                <a:ext uri="{FF2B5EF4-FFF2-40B4-BE49-F238E27FC236}">
                  <a16:creationId xmlns:a16="http://schemas.microsoft.com/office/drawing/2014/main" id="{87D9F2AF-BA2B-48D6-B3AE-AF75E462424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572765" y="3132473"/>
              <a:ext cx="100919" cy="100919"/>
            </a:xfrm>
            <a:prstGeom prst="rect">
              <a:avLst/>
            </a:prstGeom>
          </p:spPr>
        </p:pic>
        <p:pic>
          <p:nvPicPr>
            <p:cNvPr id="94" name="Graphic 93" descr="Close with solid fill">
              <a:extLst>
                <a:ext uri="{FF2B5EF4-FFF2-40B4-BE49-F238E27FC236}">
                  <a16:creationId xmlns:a16="http://schemas.microsoft.com/office/drawing/2014/main" id="{AD967705-7CEE-4D01-818A-5D9A6396C5F5}"/>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679153" y="3132472"/>
              <a:ext cx="100919" cy="100919"/>
            </a:xfrm>
            <a:prstGeom prst="rect">
              <a:avLst/>
            </a:prstGeom>
          </p:spPr>
        </p:pic>
        <p:pic>
          <p:nvPicPr>
            <p:cNvPr id="95" name="Graphic 94" descr="Close with solid fill">
              <a:extLst>
                <a:ext uri="{FF2B5EF4-FFF2-40B4-BE49-F238E27FC236}">
                  <a16:creationId xmlns:a16="http://schemas.microsoft.com/office/drawing/2014/main" id="{0FCA396B-0DD6-4260-93CF-050A3D8C1C8D}"/>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785541" y="3132471"/>
              <a:ext cx="100919" cy="100919"/>
            </a:xfrm>
            <a:prstGeom prst="rect">
              <a:avLst/>
            </a:prstGeom>
          </p:spPr>
        </p:pic>
        <p:pic>
          <p:nvPicPr>
            <p:cNvPr id="96" name="Graphic 95" descr="Close with solid fill">
              <a:extLst>
                <a:ext uri="{FF2B5EF4-FFF2-40B4-BE49-F238E27FC236}">
                  <a16:creationId xmlns:a16="http://schemas.microsoft.com/office/drawing/2014/main" id="{E0B2C6CF-0507-414F-943B-3C7AE47177D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891929" y="3132470"/>
              <a:ext cx="100919" cy="100919"/>
            </a:xfrm>
            <a:prstGeom prst="rect">
              <a:avLst/>
            </a:prstGeom>
          </p:spPr>
        </p:pic>
        <p:pic>
          <p:nvPicPr>
            <p:cNvPr id="97" name="Graphic 96" descr="Close with solid fill">
              <a:extLst>
                <a:ext uri="{FF2B5EF4-FFF2-40B4-BE49-F238E27FC236}">
                  <a16:creationId xmlns:a16="http://schemas.microsoft.com/office/drawing/2014/main" id="{2C279900-FF81-4B6D-BB80-0EBCB6DD7DF9}"/>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998317" y="3132469"/>
              <a:ext cx="100919" cy="100919"/>
            </a:xfrm>
            <a:prstGeom prst="rect">
              <a:avLst/>
            </a:prstGeom>
          </p:spPr>
        </p:pic>
        <p:pic>
          <p:nvPicPr>
            <p:cNvPr id="98" name="Graphic 97" descr="Close with solid fill">
              <a:extLst>
                <a:ext uri="{FF2B5EF4-FFF2-40B4-BE49-F238E27FC236}">
                  <a16:creationId xmlns:a16="http://schemas.microsoft.com/office/drawing/2014/main" id="{517BE42C-F070-4880-9C4E-2C57CE4FE9D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104705" y="3132468"/>
              <a:ext cx="100919" cy="100919"/>
            </a:xfrm>
            <a:prstGeom prst="rect">
              <a:avLst/>
            </a:prstGeom>
          </p:spPr>
        </p:pic>
        <p:pic>
          <p:nvPicPr>
            <p:cNvPr id="99" name="Graphic 98" descr="Close with solid fill">
              <a:extLst>
                <a:ext uri="{FF2B5EF4-FFF2-40B4-BE49-F238E27FC236}">
                  <a16:creationId xmlns:a16="http://schemas.microsoft.com/office/drawing/2014/main" id="{35D3858B-63CC-4BA2-8F51-0C58B32C186A}"/>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211093" y="3132467"/>
              <a:ext cx="100919" cy="100919"/>
            </a:xfrm>
            <a:prstGeom prst="rect">
              <a:avLst/>
            </a:prstGeom>
          </p:spPr>
        </p:pic>
        <p:pic>
          <p:nvPicPr>
            <p:cNvPr id="100" name="Graphic 99" descr="Close with solid fill">
              <a:extLst>
                <a:ext uri="{FF2B5EF4-FFF2-40B4-BE49-F238E27FC236}">
                  <a16:creationId xmlns:a16="http://schemas.microsoft.com/office/drawing/2014/main" id="{EF3F9163-C2B0-4D5D-B619-BF25796659B4}"/>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317481" y="3132466"/>
              <a:ext cx="100919" cy="100919"/>
            </a:xfrm>
            <a:prstGeom prst="rect">
              <a:avLst/>
            </a:prstGeom>
          </p:spPr>
        </p:pic>
      </p:grpSp>
      <p:pic>
        <p:nvPicPr>
          <p:cNvPr id="82" name="SPG Commodity Insights Colorful Small">
            <a:extLst>
              <a:ext uri="{FF2B5EF4-FFF2-40B4-BE49-F238E27FC236}">
                <a16:creationId xmlns:a16="http://schemas.microsoft.com/office/drawing/2014/main" id="{1537D3B7-75E0-4E22-8B20-CB434306778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530470300"/>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815" r:id="rId34"/>
    <p:sldLayoutId id="2147483816" r:id="rId35"/>
    <p:sldLayoutId id="2147483817" r:id="rId36"/>
    <p:sldLayoutId id="2147483818" r:id="rId37"/>
    <p:sldLayoutId id="2147483819" r:id="rId38"/>
    <p:sldLayoutId id="2147483820" r:id="rId39"/>
    <p:sldLayoutId id="2147483821" r:id="rId40"/>
    <p:sldLayoutId id="2147483822" r:id="rId41"/>
    <p:sldLayoutId id="2147483823" r:id="rId42"/>
    <p:sldLayoutId id="2147483824" r:id="rId43"/>
    <p:sldLayoutId id="2147483825" r:id="rId44"/>
    <p:sldLayoutId id="2147483826" r:id="rId45"/>
    <p:sldLayoutId id="2147483827" r:id="rId46"/>
    <p:sldLayoutId id="2147483828" r:id="rId47"/>
    <p:sldLayoutId id="2147483829" r:id="rId48"/>
    <p:sldLayoutId id="2147483830" r:id="rId49"/>
    <p:sldLayoutId id="2147483831" r:id="rId50"/>
    <p:sldLayoutId id="2147483832" r:id="rId51"/>
    <p:sldLayoutId id="2147483833" r:id="rId52"/>
    <p:sldLayoutId id="2147483834" r:id="rId53"/>
    <p:sldLayoutId id="2147483835" r:id="rId54"/>
    <p:sldLayoutId id="2147483836" r:id="rId55"/>
    <p:sldLayoutId id="2147483837" r:id="rId56"/>
    <p:sldLayoutId id="2147483838" r:id="rId57"/>
    <p:sldLayoutId id="2147483839" r:id="rId58"/>
    <p:sldLayoutId id="2147483840" r:id="rId59"/>
    <p:sldLayoutId id="2147483841" r:id="rId60"/>
    <p:sldLayoutId id="2147483842" r:id="rId61"/>
    <p:sldLayoutId id="2147483843" r:id="rId62"/>
    <p:sldLayoutId id="2147483844" r:id="rId63"/>
    <p:sldLayoutId id="2147483845" r:id="rId64"/>
    <p:sldLayoutId id="2147483847" r:id="rId65"/>
  </p:sldLayoutIdLst>
  <p:hf hdr="0" ftr="0" dt="0"/>
  <p:txStyles>
    <p:titleStyle>
      <a:lvl1pPr algn="l" defTabSz="685800" rtl="0" eaLnBrk="1" latinLnBrk="0" hangingPunct="1">
        <a:lnSpc>
          <a:spcPct val="90000"/>
        </a:lnSpc>
        <a:spcBef>
          <a:spcPct val="0"/>
        </a:spcBef>
        <a:buNone/>
        <a:defRPr sz="1800" kern="1200">
          <a:solidFill>
            <a:schemeClr val="tx1"/>
          </a:solidFill>
          <a:latin typeface="+mj-lt"/>
          <a:ea typeface="+mj-ea"/>
          <a:cs typeface="+mj-cs"/>
        </a:defRPr>
      </a:lvl1pPr>
    </p:titleStyle>
    <p:bodyStyle>
      <a:lvl1pPr marL="127397" indent="-127397" algn="l" defTabSz="685800" rtl="0" eaLnBrk="1" latinLnBrk="0" hangingPunct="1">
        <a:lnSpc>
          <a:spcPct val="90000"/>
        </a:lnSpc>
        <a:spcBef>
          <a:spcPts val="750"/>
        </a:spcBef>
        <a:buFont typeface="Arial" panose="020B0604020202020204" pitchFamily="34" charset="0"/>
        <a:buChar char="•"/>
        <a:defRPr sz="1200" kern="1200">
          <a:solidFill>
            <a:schemeClr val="tx1"/>
          </a:solidFill>
          <a:latin typeface="+mn-lt"/>
          <a:ea typeface="+mn-ea"/>
          <a:cs typeface="+mn-cs"/>
        </a:defRPr>
      </a:lvl1pPr>
      <a:lvl2pPr marL="255985" indent="-128588"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2pPr>
      <a:lvl3pPr marL="388144" indent="-132160" algn="l" defTabSz="685800" rtl="0" eaLnBrk="1" latinLnBrk="0" hangingPunct="1">
        <a:lnSpc>
          <a:spcPct val="90000"/>
        </a:lnSpc>
        <a:spcBef>
          <a:spcPts val="375"/>
        </a:spcBef>
        <a:buFont typeface="Arial" panose="020B0604020202020204" pitchFamily="34" charset="0"/>
        <a:buChar char="•"/>
        <a:tabLst/>
        <a:defRPr sz="1200" kern="1200">
          <a:solidFill>
            <a:schemeClr val="tx1"/>
          </a:solidFill>
          <a:latin typeface="+mn-lt"/>
          <a:ea typeface="+mn-ea"/>
          <a:cs typeface="+mn-cs"/>
        </a:defRPr>
      </a:lvl3pPr>
      <a:lvl4pPr marL="515541" indent="-127397"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685800" indent="-17026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p15:clr>
            <a:srgbClr val="A4A3A4"/>
          </p15:clr>
        </p15:guide>
        <p15:guide id="6" pos="7329">
          <p15:clr>
            <a:srgbClr val="F26B43"/>
          </p15:clr>
        </p15:guide>
        <p15:guide id="9" orient="horz" pos="408">
          <p15:clr>
            <a:srgbClr val="F26B43"/>
          </p15:clr>
        </p15:guide>
        <p15:guide id="12" orient="horz" pos="3909">
          <p15:clr>
            <a:srgbClr val="F26B43"/>
          </p15:clr>
        </p15:guide>
        <p15:guide id="14" orient="horz" pos="818">
          <p15:clr>
            <a:srgbClr val="FBAE40"/>
          </p15:clr>
        </p15:guide>
        <p15:guide id="19" pos="3512">
          <p15:clr>
            <a:srgbClr val="FBAE40"/>
          </p15:clr>
        </p15:guide>
        <p15:guide id="20" pos="4162">
          <p15:clr>
            <a:srgbClr val="FBAE40"/>
          </p15:clr>
        </p15:guide>
        <p15:guide id="21" pos="351">
          <p15:clr>
            <a:srgbClr val="F26B43"/>
          </p15:clr>
        </p15:guide>
        <p15:guide id="22" pos="288" userDrawn="1">
          <p15:clr>
            <a:srgbClr val="F26B43"/>
          </p15:clr>
        </p15:guide>
        <p15:guide id="23" pos="5472" userDrawn="1">
          <p15:clr>
            <a:srgbClr val="F26B43"/>
          </p15:clr>
        </p15:guide>
        <p15:guide id="24" orient="horz" pos="606" userDrawn="1">
          <p15:clr>
            <a:srgbClr val="F26B43"/>
          </p15:clr>
        </p15:guide>
        <p15:guide id="25" orient="horz" pos="1187" userDrawn="1">
          <p15:clr>
            <a:srgbClr val="F26B43"/>
          </p15:clr>
        </p15:guide>
        <p15:guide id="26" orient="horz" pos="3828" userDrawn="1">
          <p15:clr>
            <a:srgbClr val="F26B43"/>
          </p15:clr>
        </p15:guide>
        <p15:guide id="27" orient="horz" pos="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9787-AD5F-4570-41F5-D4838FAB468A}"/>
              </a:ext>
            </a:extLst>
          </p:cNvPr>
          <p:cNvSpPr>
            <a:spLocks noGrp="1"/>
          </p:cNvSpPr>
          <p:nvPr>
            <p:ph type="title"/>
          </p:nvPr>
        </p:nvSpPr>
        <p:spPr>
          <a:xfrm>
            <a:off x="425196" y="1959841"/>
            <a:ext cx="5391765" cy="1398263"/>
          </a:xfrm>
        </p:spPr>
        <p:txBody>
          <a:bodyPr anchor="b">
            <a:normAutofit/>
          </a:bodyPr>
          <a:lstStyle/>
          <a:p>
            <a:r>
              <a:rPr lang="en-US" dirty="0"/>
              <a:t>Kingdom SDK</a:t>
            </a:r>
          </a:p>
        </p:txBody>
      </p:sp>
      <p:sp>
        <p:nvSpPr>
          <p:cNvPr id="3" name="Text Placeholder 2">
            <a:extLst>
              <a:ext uri="{FF2B5EF4-FFF2-40B4-BE49-F238E27FC236}">
                <a16:creationId xmlns:a16="http://schemas.microsoft.com/office/drawing/2014/main" id="{03B95F60-47E3-ED27-B64D-708991888EF6}"/>
              </a:ext>
            </a:extLst>
          </p:cNvPr>
          <p:cNvSpPr>
            <a:spLocks noGrp="1"/>
          </p:cNvSpPr>
          <p:nvPr>
            <p:ph type="body" sz="quarter" idx="14"/>
          </p:nvPr>
        </p:nvSpPr>
        <p:spPr>
          <a:xfrm>
            <a:off x="425196" y="3478225"/>
            <a:ext cx="5391765" cy="475488"/>
          </a:xfrm>
        </p:spPr>
        <p:txBody>
          <a:bodyPr>
            <a:normAutofit/>
          </a:bodyPr>
          <a:lstStyle/>
          <a:p>
            <a:r>
              <a:rPr lang="en-US" dirty="0"/>
              <a:t>Data Access</a:t>
            </a:r>
          </a:p>
        </p:txBody>
      </p:sp>
      <p:sp>
        <p:nvSpPr>
          <p:cNvPr id="5" name="Text Placeholder 4">
            <a:extLst>
              <a:ext uri="{FF2B5EF4-FFF2-40B4-BE49-F238E27FC236}">
                <a16:creationId xmlns:a16="http://schemas.microsoft.com/office/drawing/2014/main" id="{B684B0F3-9AEE-6AF8-1304-5363E60083AC}"/>
              </a:ext>
            </a:extLst>
          </p:cNvPr>
          <p:cNvSpPr>
            <a:spLocks noGrp="1"/>
          </p:cNvSpPr>
          <p:nvPr>
            <p:ph type="body" sz="quarter" idx="16"/>
          </p:nvPr>
        </p:nvSpPr>
        <p:spPr>
          <a:xfrm>
            <a:off x="425196" y="4133915"/>
            <a:ext cx="2276856" cy="1166941"/>
          </a:xfrm>
        </p:spPr>
        <p:txBody>
          <a:bodyPr anchor="b">
            <a:normAutofit/>
          </a:bodyPr>
          <a:lstStyle/>
          <a:p>
            <a:r>
              <a:rPr lang="en-US" dirty="0"/>
              <a:t>May 2020</a:t>
            </a:r>
          </a:p>
        </p:txBody>
      </p:sp>
      <p:sp>
        <p:nvSpPr>
          <p:cNvPr id="6" name="Slide Number Placeholder 5">
            <a:extLst>
              <a:ext uri="{FF2B5EF4-FFF2-40B4-BE49-F238E27FC236}">
                <a16:creationId xmlns:a16="http://schemas.microsoft.com/office/drawing/2014/main" id="{5F9D0F97-2915-9EE8-0BA5-71C00887D571}"/>
              </a:ext>
            </a:extLst>
          </p:cNvPr>
          <p:cNvSpPr>
            <a:spLocks noGrp="1"/>
          </p:cNvSpPr>
          <p:nvPr>
            <p:ph type="sldNum" sz="quarter" idx="20"/>
          </p:nvPr>
        </p:nvSpPr>
        <p:spPr/>
        <p:txBody>
          <a:bodyPr/>
          <a:lstStyle/>
          <a:p>
            <a:pPr>
              <a:spcAft>
                <a:spcPts val="600"/>
              </a:spcAft>
            </a:pPr>
            <a:fld id="{4704619B-9823-F845-874B-2390AC991BC7}" type="slidenum">
              <a:rPr lang="en-US" smtClean="0"/>
              <a:pPr>
                <a:spcAft>
                  <a:spcPts val="600"/>
                </a:spcAft>
              </a:pPr>
              <a:t>1</a:t>
            </a:fld>
            <a:endParaRPr lang="en-US"/>
          </a:p>
        </p:txBody>
      </p:sp>
    </p:spTree>
    <p:extLst>
      <p:ext uri="{BB962C8B-B14F-4D97-AF65-F5344CB8AC3E}">
        <p14:creationId xmlns:p14="http://schemas.microsoft.com/office/powerpoint/2010/main" val="2008834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Project / Data Context</a:t>
            </a:r>
          </a:p>
          <a:p>
            <a:r>
              <a:rPr lang="en-US" dirty="0"/>
              <a:t>SDK CRUD Operations</a:t>
            </a:r>
          </a:p>
          <a:p>
            <a:r>
              <a:rPr lang="en-US" dirty="0"/>
              <a:t>SDK current APIs</a:t>
            </a:r>
          </a:p>
          <a:p>
            <a:r>
              <a:rPr lang="en-US" dirty="0"/>
              <a:t>Data Access Settings</a:t>
            </a:r>
          </a:p>
          <a:p>
            <a:r>
              <a:rPr lang="en-US" dirty="0"/>
              <a:t>Error Handling</a:t>
            </a:r>
          </a:p>
          <a:p>
            <a:r>
              <a:rPr lang="en-US" dirty="0"/>
              <a:t>Notification</a:t>
            </a:r>
          </a:p>
          <a:p>
            <a:endParaRPr lang="en-US" b="1" dirty="0"/>
          </a:p>
          <a:p>
            <a:endParaRPr lang="en-US" b="1" dirty="0"/>
          </a:p>
          <a:p>
            <a:endParaRPr lang="en-US" b="1" dirty="0"/>
          </a:p>
          <a:p>
            <a:endParaRPr lang="en-US" b="1" dirty="0"/>
          </a:p>
          <a:p>
            <a:endParaRPr lang="en-US" b="1" dirty="0"/>
          </a:p>
          <a:p>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a:t>
            </a:fld>
            <a:endParaRPr lang="en-US" dirty="0"/>
          </a:p>
        </p:txBody>
      </p:sp>
      <p:sp>
        <p:nvSpPr>
          <p:cNvPr id="2" name="Title 1"/>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575149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Project / Data Context</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3</a:t>
            </a:fld>
            <a:endParaRPr lang="en-US" dirty="0"/>
          </a:p>
        </p:txBody>
      </p:sp>
    </p:spTree>
    <p:extLst>
      <p:ext uri="{BB962C8B-B14F-4D97-AF65-F5344CB8AC3E}">
        <p14:creationId xmlns:p14="http://schemas.microsoft.com/office/powerpoint/2010/main" val="142790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Used</a:t>
            </a:r>
          </a:p>
        </p:txBody>
      </p:sp>
      <p:sp>
        <p:nvSpPr>
          <p:cNvPr id="3" name="Content Placeholder 2"/>
          <p:cNvSpPr>
            <a:spLocks noGrp="1"/>
          </p:cNvSpPr>
          <p:nvPr>
            <p:ph idx="1"/>
          </p:nvPr>
        </p:nvSpPr>
        <p:spPr>
          <a:xfrm>
            <a:off x="468313" y="1564066"/>
            <a:ext cx="8207375" cy="4321175"/>
          </a:xfrm>
        </p:spPr>
        <p:txBody>
          <a:bodyPr/>
          <a:lstStyle/>
          <a:p>
            <a:r>
              <a:rPr lang="en-US" b="1" dirty="0"/>
              <a:t>Entities</a:t>
            </a:r>
            <a:r>
              <a:rPr lang="en-US" dirty="0"/>
              <a:t>: </a:t>
            </a:r>
          </a:p>
          <a:p>
            <a:pPr lvl="1"/>
            <a:r>
              <a:rPr lang="en-US" dirty="0"/>
              <a:t>Data types like Well, Borehole are referred as entities</a:t>
            </a:r>
          </a:p>
          <a:p>
            <a:r>
              <a:rPr lang="en-US" b="1" dirty="0"/>
              <a:t>Properties</a:t>
            </a:r>
            <a:r>
              <a:rPr lang="en-US" dirty="0"/>
              <a:t>: </a:t>
            </a:r>
          </a:p>
          <a:p>
            <a:pPr lvl="1"/>
            <a:r>
              <a:rPr lang="en-US" dirty="0"/>
              <a:t>Describe some aspect of the entity such as Name, ID</a:t>
            </a:r>
          </a:p>
          <a:p>
            <a:r>
              <a:rPr lang="en-US" b="1" dirty="0"/>
              <a:t>Navigation</a:t>
            </a:r>
            <a:r>
              <a:rPr lang="en-US" dirty="0"/>
              <a:t> </a:t>
            </a:r>
            <a:r>
              <a:rPr lang="en-US" b="1" dirty="0"/>
              <a:t>Property</a:t>
            </a:r>
            <a:r>
              <a:rPr lang="en-US" dirty="0"/>
              <a:t>: </a:t>
            </a:r>
          </a:p>
          <a:p>
            <a:pPr lvl="1"/>
            <a:r>
              <a:rPr lang="en-US" dirty="0"/>
              <a:t>Provide a way to navigate an association between two entity types such as Well to Boreholes, Borehole to Well</a:t>
            </a:r>
          </a:p>
          <a:p>
            <a:r>
              <a:rPr lang="en-US" b="1" dirty="0"/>
              <a:t>Natural Key</a:t>
            </a:r>
            <a:r>
              <a:rPr lang="en-US" dirty="0"/>
              <a:t>: </a:t>
            </a:r>
          </a:p>
          <a:p>
            <a:pPr lvl="1"/>
            <a:r>
              <a:rPr lang="en-US" dirty="0"/>
              <a:t>It is a unique identifier for a given Datatype. For example UWI is a natural key for Borehole.</a:t>
            </a:r>
          </a:p>
          <a:p>
            <a:r>
              <a:rPr lang="en-US" b="1" dirty="0"/>
              <a:t>CRUD</a:t>
            </a:r>
            <a:endParaRPr lang="en-US" dirty="0"/>
          </a:p>
          <a:p>
            <a:pPr lvl="1"/>
            <a:r>
              <a:rPr lang="en-US" dirty="0"/>
              <a:t>Create/Read/Update/Delete</a:t>
            </a:r>
          </a:p>
          <a:p>
            <a:pPr marL="177800" lvl="1" indent="0">
              <a:buNone/>
            </a:pPr>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4</a:t>
            </a:fld>
            <a:endParaRPr lang="en-US" dirty="0"/>
          </a:p>
        </p:txBody>
      </p:sp>
    </p:spTree>
    <p:extLst>
      <p:ext uri="{BB962C8B-B14F-4D97-AF65-F5344CB8AC3E}">
        <p14:creationId xmlns:p14="http://schemas.microsoft.com/office/powerpoint/2010/main" val="3465100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Connection</a:t>
            </a:r>
          </a:p>
        </p:txBody>
      </p:sp>
      <p:sp>
        <p:nvSpPr>
          <p:cNvPr id="3" name="Content Placeholder 2"/>
          <p:cNvSpPr>
            <a:spLocks noGrp="1"/>
          </p:cNvSpPr>
          <p:nvPr>
            <p:ph idx="1"/>
          </p:nvPr>
        </p:nvSpPr>
        <p:spPr/>
        <p:txBody>
          <a:bodyPr/>
          <a:lstStyle/>
          <a:p>
            <a:r>
              <a:rPr lang="en-US" dirty="0"/>
              <a:t>SDK runs without connecting to Kingdom</a:t>
            </a:r>
          </a:p>
          <a:p>
            <a:pPr lvl="1"/>
            <a:r>
              <a:rPr lang="en-US" dirty="0"/>
              <a:t>No data changed notification with Kingdom</a:t>
            </a:r>
          </a:p>
          <a:p>
            <a:pPr lvl="1"/>
            <a:r>
              <a:rPr lang="en-US" dirty="0"/>
              <a:t>Visibility for wells is not supported.</a:t>
            </a:r>
            <a:br>
              <a:rPr lang="en-US" dirty="0"/>
            </a:br>
            <a:endParaRPr lang="en-US" dirty="0"/>
          </a:p>
          <a:p>
            <a:r>
              <a:rPr lang="en-US" dirty="0"/>
              <a:t>Launching as a stand-alone application, application needs the user to give project path, database information to log on through SDK</a:t>
            </a:r>
            <a:br>
              <a:rPr lang="en-US" dirty="0"/>
            </a:br>
            <a:endParaRPr lang="en-US" dirty="0"/>
          </a:p>
          <a:p>
            <a:pPr marL="115888" lvl="3" indent="-109538">
              <a:buNone/>
            </a:pPr>
            <a:r>
              <a:rPr lang="en-US" sz="1200" dirty="0">
                <a:solidFill>
                  <a:srgbClr val="2B91AF"/>
                </a:solidFill>
                <a:latin typeface="Courier New" panose="02070309020205020404" pitchFamily="49" charset="0"/>
                <a:cs typeface="Courier New" panose="02070309020205020404" pitchFamily="49" charset="0"/>
              </a:rPr>
              <a:t>	IProject </a:t>
            </a:r>
            <a:r>
              <a:rPr lang="en-US" sz="1200" dirty="0">
                <a:latin typeface="Courier New" panose="02070309020205020404" pitchFamily="49" charset="0"/>
                <a:cs typeface="Courier New" panose="02070309020205020404" pitchFamily="49" charset="0"/>
              </a:rPr>
              <a:t>project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Project</a:t>
            </a:r>
            <a:r>
              <a:rPr lang="en-US" sz="1200" dirty="0">
                <a:latin typeface="Courier New" panose="02070309020205020404" pitchFamily="49" charset="0"/>
                <a:cs typeface="Courier New" panose="02070309020205020404" pitchFamily="49" charset="0"/>
              </a:rPr>
              <a:t>(projectPath);</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project.DBUserName = user;</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project.SetPassword(password);</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project.LogOn(author);</a:t>
            </a:r>
            <a:br>
              <a:rPr lang="en-US" sz="1200" dirty="0">
                <a:latin typeface="Courier New" panose="02070309020205020404" pitchFamily="49" charset="0"/>
                <a:cs typeface="Courier New" panose="02070309020205020404" pitchFamily="49" charset="0"/>
              </a:rPr>
            </a:br>
            <a:r>
              <a:rPr lang="en-US" sz="1200" dirty="0">
                <a:solidFill>
                  <a:srgbClr val="0000FF"/>
                </a:solidFill>
                <a:latin typeface="Courier New" panose="02070309020205020404" pitchFamily="49" charset="0"/>
                <a:cs typeface="Courier New" panose="02070309020205020404" pitchFamily="49" charset="0"/>
              </a:rPr>
              <a:t>return</a:t>
            </a:r>
            <a:r>
              <a:rPr lang="en-US" sz="1200" dirty="0">
                <a:latin typeface="Courier New" panose="02070309020205020404" pitchFamily="49" charset="0"/>
                <a:cs typeface="Courier New" panose="02070309020205020404" pitchFamily="49" charset="0"/>
              </a:rPr>
              <a:t> project;    </a:t>
            </a:r>
            <a:r>
              <a:rPr lang="en-US" sz="1100" dirty="0">
                <a:latin typeface="Courier New" panose="02070309020205020404" pitchFamily="49" charset="0"/>
                <a:cs typeface="Courier New" panose="02070309020205020404" pitchFamily="49" charset="0"/>
              </a:rPr>
              <a:t>   </a:t>
            </a:r>
          </a:p>
          <a:p>
            <a:pPr marL="177800" lvl="1" indent="0">
              <a:buNone/>
            </a:pPr>
            <a:endParaRPr lang="en-US" b="1" dirty="0"/>
          </a:p>
          <a:p>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5</a:t>
            </a:fld>
            <a:endParaRPr lang="en-US" dirty="0"/>
          </a:p>
        </p:txBody>
      </p:sp>
      <p:sp>
        <p:nvSpPr>
          <p:cNvPr id="5" name="Text Placeholder 4"/>
          <p:cNvSpPr>
            <a:spLocks noGrp="1"/>
          </p:cNvSpPr>
          <p:nvPr>
            <p:ph type="body" sz="quarter" idx="13"/>
          </p:nvPr>
        </p:nvSpPr>
        <p:spPr/>
        <p:txBody>
          <a:bodyPr/>
          <a:lstStyle/>
          <a:p>
            <a:r>
              <a:rPr lang="en-US" dirty="0"/>
              <a:t>Stand-alone application</a:t>
            </a:r>
          </a:p>
        </p:txBody>
      </p:sp>
    </p:spTree>
    <p:extLst>
      <p:ext uri="{BB962C8B-B14F-4D97-AF65-F5344CB8AC3E}">
        <p14:creationId xmlns:p14="http://schemas.microsoft.com/office/powerpoint/2010/main" val="1111193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3E71F-3CD8-420E-94CA-F5596C3A1CF5}"/>
              </a:ext>
            </a:extLst>
          </p:cNvPr>
          <p:cNvSpPr>
            <a:spLocks noGrp="1"/>
          </p:cNvSpPr>
          <p:nvPr>
            <p:ph type="title"/>
          </p:nvPr>
        </p:nvSpPr>
        <p:spPr/>
        <p:txBody>
          <a:bodyPr/>
          <a:lstStyle/>
          <a:p>
            <a:r>
              <a:rPr lang="en-US" dirty="0"/>
              <a:t>Project Unit and CRS</a:t>
            </a:r>
          </a:p>
        </p:txBody>
      </p:sp>
      <p:sp>
        <p:nvSpPr>
          <p:cNvPr id="3" name="Content Placeholder 2">
            <a:extLst>
              <a:ext uri="{FF2B5EF4-FFF2-40B4-BE49-F238E27FC236}">
                <a16:creationId xmlns:a16="http://schemas.microsoft.com/office/drawing/2014/main" id="{D494EC29-434D-42A8-8AC1-88413604A75D}"/>
              </a:ext>
            </a:extLst>
          </p:cNvPr>
          <p:cNvSpPr>
            <a:spLocks noGrp="1"/>
          </p:cNvSpPr>
          <p:nvPr>
            <p:ph idx="1"/>
          </p:nvPr>
        </p:nvSpPr>
        <p:spPr/>
        <p:txBody>
          <a:bodyPr/>
          <a:lstStyle/>
          <a:p>
            <a:r>
              <a:rPr lang="en-US" dirty="0"/>
              <a:t>In </a:t>
            </a:r>
            <a:r>
              <a:rPr lang="en-US" dirty="0" err="1"/>
              <a:t>IProject</a:t>
            </a:r>
            <a:r>
              <a:rPr lang="en-US" dirty="0"/>
              <a:t> SDK provides </a:t>
            </a:r>
            <a:r>
              <a:rPr lang="en-US" dirty="0" err="1"/>
              <a:t>MapUnit</a:t>
            </a:r>
            <a:r>
              <a:rPr lang="en-US" dirty="0"/>
              <a:t>, </a:t>
            </a:r>
            <a:r>
              <a:rPr lang="en-US" dirty="0" err="1"/>
              <a:t>VerticalUnit</a:t>
            </a:r>
            <a:r>
              <a:rPr lang="en-US" dirty="0"/>
              <a:t>, </a:t>
            </a:r>
            <a:r>
              <a:rPr lang="en-US" dirty="0" err="1"/>
              <a:t>EPSGCode</a:t>
            </a:r>
            <a:r>
              <a:rPr lang="en-US" dirty="0"/>
              <a:t> *</a:t>
            </a:r>
          </a:p>
          <a:p>
            <a:r>
              <a:rPr lang="en-US" dirty="0"/>
              <a:t>When accessing data utilizing the SDK any georeferenced data is provided in the projects current CRS and units. Any data saved through the SDK should be provided in the current project CRS and units. It is the users responsibility to do any conversions needed. **</a:t>
            </a:r>
          </a:p>
          <a:p>
            <a:r>
              <a:rPr lang="en-US" dirty="0"/>
              <a:t>* </a:t>
            </a:r>
            <a:r>
              <a:rPr lang="en-US" dirty="0" err="1"/>
              <a:t>GCCode</a:t>
            </a:r>
            <a:r>
              <a:rPr lang="en-US" dirty="0"/>
              <a:t> available in </a:t>
            </a:r>
            <a:r>
              <a:rPr lang="en-US" dirty="0" err="1"/>
              <a:t>IProject</a:t>
            </a:r>
            <a:r>
              <a:rPr lang="en-US" dirty="0"/>
              <a:t> of SDK is for </a:t>
            </a:r>
            <a:r>
              <a:rPr lang="en-US" dirty="0" err="1"/>
              <a:t>BlueMarble</a:t>
            </a:r>
            <a:r>
              <a:rPr lang="en-US" dirty="0"/>
              <a:t> library to understand the CRS system. If you are not using </a:t>
            </a:r>
            <a:r>
              <a:rPr lang="en-US" dirty="0" err="1"/>
              <a:t>BlueMarble</a:t>
            </a:r>
            <a:r>
              <a:rPr lang="en-US" dirty="0"/>
              <a:t> library as your conversion manager, don’t use </a:t>
            </a:r>
            <a:r>
              <a:rPr lang="en-US" dirty="0" err="1"/>
              <a:t>GCCode</a:t>
            </a:r>
            <a:r>
              <a:rPr lang="en-US" dirty="0"/>
              <a:t>.</a:t>
            </a:r>
          </a:p>
          <a:p>
            <a:r>
              <a:rPr lang="en-US" dirty="0"/>
              <a:t>** Third party tools are available that can help with projection and unit conversion. Talk to SDK support for more information.</a:t>
            </a:r>
          </a:p>
          <a:p>
            <a:endParaRPr lang="en-US" dirty="0"/>
          </a:p>
        </p:txBody>
      </p:sp>
      <p:sp>
        <p:nvSpPr>
          <p:cNvPr id="4" name="Slide Number Placeholder 3">
            <a:extLst>
              <a:ext uri="{FF2B5EF4-FFF2-40B4-BE49-F238E27FC236}">
                <a16:creationId xmlns:a16="http://schemas.microsoft.com/office/drawing/2014/main" id="{6AF4F215-9FD5-4D9C-A377-B0195DC035DC}"/>
              </a:ext>
            </a:extLst>
          </p:cNvPr>
          <p:cNvSpPr>
            <a:spLocks noGrp="1"/>
          </p:cNvSpPr>
          <p:nvPr>
            <p:ph type="sldNum" sz="quarter" idx="12"/>
          </p:nvPr>
        </p:nvSpPr>
        <p:spPr/>
        <p:txBody>
          <a:bodyPr/>
          <a:lstStyle/>
          <a:p>
            <a:fld id="{4704619B-9823-F845-874B-2390AC991BC7}" type="slidenum">
              <a:rPr lang="en-US" smtClean="0"/>
              <a:t>6</a:t>
            </a:fld>
            <a:endParaRPr lang="en-US" dirty="0"/>
          </a:p>
        </p:txBody>
      </p:sp>
    </p:spTree>
    <p:extLst>
      <p:ext uri="{BB962C8B-B14F-4D97-AF65-F5344CB8AC3E}">
        <p14:creationId xmlns:p14="http://schemas.microsoft.com/office/powerpoint/2010/main" val="724688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CRUD Operations</a:t>
            </a:r>
          </a:p>
        </p:txBody>
      </p:sp>
      <p:sp>
        <p:nvSpPr>
          <p:cNvPr id="3" name="Content Placeholder 2"/>
          <p:cNvSpPr>
            <a:spLocks noGrp="1"/>
          </p:cNvSpPr>
          <p:nvPr>
            <p:ph idx="1"/>
          </p:nvPr>
        </p:nvSpPr>
        <p:spPr>
          <a:xfrm>
            <a:off x="483553" y="1586926"/>
            <a:ext cx="8207375" cy="4321175"/>
          </a:xfrm>
        </p:spPr>
        <p:txBody>
          <a:bodyPr/>
          <a:lstStyle/>
          <a:p>
            <a:r>
              <a:rPr lang="en-US" b="1" dirty="0"/>
              <a:t>Create</a:t>
            </a:r>
            <a:endParaRPr lang="en-US" dirty="0"/>
          </a:p>
          <a:p>
            <a:pPr lvl="1"/>
            <a:r>
              <a:rPr lang="en-US" dirty="0"/>
              <a:t>For a new Natural Key a new entry is added</a:t>
            </a:r>
            <a:endParaRPr lang="en-US" b="1" dirty="0"/>
          </a:p>
          <a:p>
            <a:r>
              <a:rPr lang="en-US" b="1" dirty="0"/>
              <a:t>Update</a:t>
            </a:r>
          </a:p>
          <a:p>
            <a:pPr lvl="1"/>
            <a:r>
              <a:rPr lang="en-US" dirty="0"/>
              <a:t>Updates existing data based on Id/Natural Key</a:t>
            </a:r>
            <a:endParaRPr lang="en-US" b="1" dirty="0"/>
          </a:p>
          <a:p>
            <a:r>
              <a:rPr lang="en-US" b="1" dirty="0"/>
              <a:t>Create/Update</a:t>
            </a:r>
          </a:p>
          <a:p>
            <a:pPr lvl="1"/>
            <a:r>
              <a:rPr lang="en-US" dirty="0"/>
              <a:t>Based on the Id/Natural key, creates a new record or updates existing data if a record exists</a:t>
            </a:r>
            <a:endParaRPr lang="en-US" b="1" dirty="0"/>
          </a:p>
          <a:p>
            <a:r>
              <a:rPr lang="en-US" b="1" dirty="0"/>
              <a:t>Delete</a:t>
            </a:r>
          </a:p>
          <a:p>
            <a:pPr lvl="1"/>
            <a:r>
              <a:rPr lang="en-US" dirty="0"/>
              <a:t>Allow deleting data by Id/Natural Key</a:t>
            </a:r>
          </a:p>
          <a:p>
            <a:r>
              <a:rPr lang="en-US" b="1" dirty="0"/>
              <a:t>Read</a:t>
            </a:r>
          </a:p>
          <a:p>
            <a:pPr lvl="1"/>
            <a:r>
              <a:rPr lang="en-US" dirty="0"/>
              <a:t>For a given Id or Lambda expression, the data can be read from database</a:t>
            </a: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7</a:t>
            </a:fld>
            <a:endParaRPr lang="en-US" dirty="0"/>
          </a:p>
        </p:txBody>
      </p:sp>
    </p:spTree>
    <p:extLst>
      <p:ext uri="{BB962C8B-B14F-4D97-AF65-F5344CB8AC3E}">
        <p14:creationId xmlns:p14="http://schemas.microsoft.com/office/powerpoint/2010/main" val="3711473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2" y="961012"/>
            <a:ext cx="8207375" cy="738664"/>
          </a:xfrm>
        </p:spPr>
        <p:txBody>
          <a:bodyPr/>
          <a:lstStyle/>
          <a:p>
            <a:r>
              <a:rPr lang="en-US" dirty="0"/>
              <a:t>CRUDOption</a:t>
            </a:r>
            <a:br>
              <a:rPr lang="en-US" dirty="0"/>
            </a:br>
            <a:endParaRPr lang="en-US" dirty="0"/>
          </a:p>
        </p:txBody>
      </p:sp>
      <p:sp>
        <p:nvSpPr>
          <p:cNvPr id="3" name="Content Placeholder 2"/>
          <p:cNvSpPr>
            <a:spLocks noGrp="1"/>
          </p:cNvSpPr>
          <p:nvPr>
            <p:ph idx="1"/>
          </p:nvPr>
        </p:nvSpPr>
        <p:spPr>
          <a:xfrm>
            <a:off x="468313" y="1579306"/>
            <a:ext cx="8207375" cy="4321175"/>
          </a:xfrm>
        </p:spPr>
        <p:txBody>
          <a:bodyPr/>
          <a:lstStyle/>
          <a:p>
            <a:r>
              <a:rPr lang="en-US" dirty="0"/>
              <a:t>Entity constructor argument</a:t>
            </a:r>
          </a:p>
          <a:p>
            <a:pPr lvl="1"/>
            <a:r>
              <a:rPr lang="en-US" b="1" dirty="0"/>
              <a:t>Create</a:t>
            </a:r>
            <a:r>
              <a:rPr lang="en-US" dirty="0"/>
              <a:t>: This can be set from constructor with argument or using the default constructor also sets the object to CreateOnly mode</a:t>
            </a:r>
          </a:p>
          <a:p>
            <a:pPr lvl="2"/>
            <a:r>
              <a:rPr lang="en-US" dirty="0"/>
              <a:t>Example: </a:t>
            </a:r>
            <a:r>
              <a:rPr lang="en-US" dirty="0">
                <a:solidFill>
                  <a:srgbClr val="2B91AF"/>
                </a:solidFill>
              </a:rPr>
              <a:t>Borehole</a:t>
            </a:r>
            <a:r>
              <a:rPr lang="en-US" dirty="0"/>
              <a:t>()</a:t>
            </a:r>
          </a:p>
          <a:p>
            <a:pPr lvl="1"/>
            <a:r>
              <a:rPr lang="en-US" b="1" dirty="0"/>
              <a:t>Update</a:t>
            </a:r>
            <a:r>
              <a:rPr lang="en-US" dirty="0"/>
              <a:t>: This can be set from constructor. Also, when SetID(Id) is used, it automatically changes the mode to UpdateOnly unless the original mode was Delete. When data is read from database the mode is set to UpdateOnly. </a:t>
            </a:r>
          </a:p>
          <a:p>
            <a:pPr lvl="2"/>
            <a:r>
              <a:rPr lang="en-US" dirty="0"/>
              <a:t>Example: bore.SetId(1200);</a:t>
            </a:r>
          </a:p>
          <a:p>
            <a:pPr lvl="1"/>
            <a:r>
              <a:rPr lang="en-US" b="1" dirty="0"/>
              <a:t>CreateOrUpdate</a:t>
            </a:r>
            <a:r>
              <a:rPr lang="en-US" dirty="0"/>
              <a:t>: This can set only through the constructor.</a:t>
            </a:r>
          </a:p>
          <a:p>
            <a:pPr lvl="2"/>
            <a:r>
              <a:rPr lang="en-US" dirty="0"/>
              <a:t>Example: </a:t>
            </a:r>
            <a:r>
              <a:rPr lang="en-US" dirty="0">
                <a:solidFill>
                  <a:srgbClr val="2B91AF"/>
                </a:solidFill>
              </a:rPr>
              <a:t>Borehole</a:t>
            </a:r>
            <a:r>
              <a:rPr lang="en-US" dirty="0"/>
              <a:t>(</a:t>
            </a:r>
            <a:r>
              <a:rPr lang="en-US" dirty="0">
                <a:solidFill>
                  <a:srgbClr val="2B91AF"/>
                </a:solidFill>
              </a:rPr>
              <a:t>CRUDOption</a:t>
            </a:r>
            <a:r>
              <a:rPr lang="en-US" dirty="0"/>
              <a:t>.CreateOrUpdate)</a:t>
            </a:r>
          </a:p>
          <a:p>
            <a:pPr lvl="1"/>
            <a:r>
              <a:rPr lang="en-US" b="1" dirty="0"/>
              <a:t>Delete</a:t>
            </a:r>
            <a:r>
              <a:rPr lang="en-US" dirty="0"/>
              <a:t>: This can set through the constructor or by calling DeleteObject/s API.</a:t>
            </a:r>
          </a:p>
          <a:p>
            <a:pPr lvl="2"/>
            <a:r>
              <a:rPr lang="en-US" dirty="0"/>
              <a:t>Example: </a:t>
            </a:r>
            <a:r>
              <a:rPr lang="en-US" dirty="0">
                <a:solidFill>
                  <a:srgbClr val="2B91AF"/>
                </a:solidFill>
              </a:rPr>
              <a:t>Borehole</a:t>
            </a:r>
            <a:r>
              <a:rPr lang="en-US" dirty="0"/>
              <a:t>(</a:t>
            </a:r>
            <a:r>
              <a:rPr lang="en-US" dirty="0">
                <a:solidFill>
                  <a:srgbClr val="2B91AF"/>
                </a:solidFill>
              </a:rPr>
              <a:t>CRUDOption</a:t>
            </a:r>
            <a:r>
              <a:rPr lang="en-US" dirty="0"/>
              <a:t>.Delete)</a:t>
            </a:r>
          </a:p>
          <a:p>
            <a:pPr lvl="1"/>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8</a:t>
            </a:fld>
            <a:endParaRPr lang="en-US" dirty="0"/>
          </a:p>
        </p:txBody>
      </p:sp>
    </p:spTree>
    <p:extLst>
      <p:ext uri="{BB962C8B-B14F-4D97-AF65-F5344CB8AC3E}">
        <p14:creationId xmlns:p14="http://schemas.microsoft.com/office/powerpoint/2010/main" val="4245988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2DCA-398F-4407-AB78-DC5D28D91E90}"/>
              </a:ext>
            </a:extLst>
          </p:cNvPr>
          <p:cNvSpPr>
            <a:spLocks noGrp="1"/>
          </p:cNvSpPr>
          <p:nvPr>
            <p:ph type="title"/>
          </p:nvPr>
        </p:nvSpPr>
        <p:spPr/>
        <p:txBody>
          <a:bodyPr/>
          <a:lstStyle/>
          <a:p>
            <a:r>
              <a:rPr lang="en-US" dirty="0"/>
              <a:t>Data Context</a:t>
            </a:r>
          </a:p>
        </p:txBody>
      </p:sp>
      <p:sp>
        <p:nvSpPr>
          <p:cNvPr id="3" name="Content Placeholder 2">
            <a:extLst>
              <a:ext uri="{FF2B5EF4-FFF2-40B4-BE49-F238E27FC236}">
                <a16:creationId xmlns:a16="http://schemas.microsoft.com/office/drawing/2014/main" id="{8E87AC5A-CD07-454E-9234-75B28AD0CB99}"/>
              </a:ext>
            </a:extLst>
          </p:cNvPr>
          <p:cNvSpPr>
            <a:spLocks noGrp="1"/>
          </p:cNvSpPr>
          <p:nvPr>
            <p:ph idx="1"/>
          </p:nvPr>
        </p:nvSpPr>
        <p:spPr>
          <a:xfrm>
            <a:off x="468313" y="1575813"/>
            <a:ext cx="8207375" cy="4321175"/>
          </a:xfrm>
        </p:spPr>
        <p:txBody>
          <a:bodyPr/>
          <a:lstStyle/>
          <a:p>
            <a:pPr marL="115888" indent="0" defTabSz="457200">
              <a:spcBef>
                <a:spcPts val="0"/>
              </a:spcBef>
              <a:spcAft>
                <a:spcPts val="0"/>
              </a:spcAft>
              <a:buNone/>
            </a:pPr>
            <a:r>
              <a:rPr lang="en-US" dirty="0">
                <a:solidFill>
                  <a:srgbClr val="0000FF"/>
                </a:solidFill>
                <a:latin typeface="Courier New" panose="02070309020205020404" pitchFamily="49" charset="0"/>
                <a:cs typeface="Courier New" panose="02070309020205020404" pitchFamily="49" charset="0"/>
              </a:rPr>
              <a:t>using</a:t>
            </a:r>
            <a:r>
              <a:rPr lang="en-US" dirty="0">
                <a:latin typeface="Courier New" panose="02070309020205020404" pitchFamily="49" charset="0"/>
                <a:cs typeface="Courier New" panose="02070309020205020404" pitchFamily="49" charset="0"/>
              </a:rPr>
              <a:t> (</a:t>
            </a:r>
            <a:r>
              <a:rPr lang="en-US" dirty="0">
                <a:solidFill>
                  <a:srgbClr val="0000FF"/>
                </a:solidFill>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kingdom = project.GetKingdom())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 Perform data access using the context</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a:t>
            </a:r>
          </a:p>
          <a:p>
            <a:r>
              <a:rPr lang="en-US" sz="1800" dirty="0"/>
              <a:t>Data access layer via strong types sets of entities</a:t>
            </a:r>
          </a:p>
          <a:p>
            <a:r>
              <a:rPr lang="en-US" sz="1800" dirty="0"/>
              <a:t>Track &amp; save changes</a:t>
            </a:r>
          </a:p>
          <a:p>
            <a:r>
              <a:rPr lang="en-US" sz="1800" dirty="0"/>
              <a:t>Database transactions and connections</a:t>
            </a:r>
          </a:p>
          <a:p>
            <a:r>
              <a:rPr lang="en-US" sz="1800" dirty="0"/>
              <a:t>Utility methods</a:t>
            </a:r>
            <a:br>
              <a:rPr lang="en-US" sz="1800" dirty="0"/>
            </a:br>
            <a:endParaRPr lang="en-US" sz="1800" dirty="0"/>
          </a:p>
        </p:txBody>
      </p:sp>
      <p:sp>
        <p:nvSpPr>
          <p:cNvPr id="4" name="Slide Number Placeholder 3">
            <a:extLst>
              <a:ext uri="{FF2B5EF4-FFF2-40B4-BE49-F238E27FC236}">
                <a16:creationId xmlns:a16="http://schemas.microsoft.com/office/drawing/2014/main" id="{69C10E4E-98B7-47D1-B58F-D4310631A60C}"/>
              </a:ext>
            </a:extLst>
          </p:cNvPr>
          <p:cNvSpPr>
            <a:spLocks noGrp="1"/>
          </p:cNvSpPr>
          <p:nvPr>
            <p:ph type="sldNum" sz="quarter" idx="12"/>
          </p:nvPr>
        </p:nvSpPr>
        <p:spPr/>
        <p:txBody>
          <a:bodyPr/>
          <a:lstStyle/>
          <a:p>
            <a:fld id="{4704619B-9823-F845-874B-2390AC991BC7}" type="slidenum">
              <a:rPr lang="en-US" smtClean="0"/>
              <a:t>9</a:t>
            </a:fld>
            <a:endParaRPr lang="en-US" dirty="0"/>
          </a:p>
        </p:txBody>
      </p:sp>
    </p:spTree>
    <p:extLst>
      <p:ext uri="{BB962C8B-B14F-4D97-AF65-F5344CB8AC3E}">
        <p14:creationId xmlns:p14="http://schemas.microsoft.com/office/powerpoint/2010/main" val="155264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AddObject(s) in memory &amp; SaveChanges</a:t>
            </a:r>
          </a:p>
        </p:txBody>
      </p:sp>
      <p:sp>
        <p:nvSpPr>
          <p:cNvPr id="3" name="Content Placeholder 2"/>
          <p:cNvSpPr>
            <a:spLocks noGrp="1"/>
          </p:cNvSpPr>
          <p:nvPr>
            <p:ph idx="1"/>
          </p:nvPr>
        </p:nvSpPr>
        <p:spPr>
          <a:xfrm>
            <a:off x="468313" y="1676400"/>
            <a:ext cx="8207375" cy="4321175"/>
          </a:xfrm>
        </p:spPr>
        <p:txBody>
          <a:bodyPr/>
          <a:lstStyle/>
          <a:p>
            <a:pPr marL="115888" indent="0" defTabSz="457200">
              <a:spcBef>
                <a:spcPts val="0"/>
              </a:spcBef>
              <a:spcAft>
                <a:spcPts val="0"/>
              </a:spcAft>
              <a:buNone/>
            </a:pPr>
            <a:r>
              <a:rPr lang="en-US" dirty="0">
                <a:solidFill>
                  <a:srgbClr val="0000FF"/>
                </a:solidFill>
                <a:latin typeface="Courier New" panose="02070309020205020404" pitchFamily="49" charset="0"/>
                <a:cs typeface="Courier New" panose="02070309020205020404" pitchFamily="49" charset="0"/>
              </a:rPr>
              <a:t>using</a:t>
            </a:r>
            <a:r>
              <a:rPr lang="en-US" dirty="0">
                <a:latin typeface="Courier New" panose="02070309020205020404" pitchFamily="49" charset="0"/>
                <a:cs typeface="Courier New" panose="02070309020205020404" pitchFamily="49" charset="0"/>
              </a:rPr>
              <a:t> (</a:t>
            </a:r>
            <a:r>
              <a:rPr lang="en-US" dirty="0">
                <a:solidFill>
                  <a:srgbClr val="0000FF"/>
                </a:solidFill>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kingdom = project.GetKingdom())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kingdom.AddObjects(new List&lt;Source&gt;(){source} );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	kingdom.SaveChanges(); </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a:t>
            </a:r>
          </a:p>
          <a:p>
            <a:pPr marL="115888" indent="0" defTabSz="457200">
              <a:spcBef>
                <a:spcPts val="0"/>
              </a:spcBef>
              <a:spcAft>
                <a:spcPts val="0"/>
              </a:spcAft>
              <a:buNone/>
            </a:pPr>
            <a:r>
              <a:rPr lang="en-US" dirty="0">
                <a:latin typeface="Courier New" panose="02070309020205020404" pitchFamily="49" charset="0"/>
                <a:cs typeface="Courier New" panose="02070309020205020404" pitchFamily="49" charset="0"/>
              </a:rPr>
              <a:t>project.SaveObjects(bore, zone, source)</a:t>
            </a:r>
          </a:p>
          <a:p>
            <a:pPr marL="0" indent="0">
              <a:spcBef>
                <a:spcPts val="0"/>
              </a:spcBef>
              <a:spcAft>
                <a:spcPts val="0"/>
              </a:spcAft>
              <a:buNone/>
            </a:pPr>
            <a:endParaRPr lang="en-US" dirty="0"/>
          </a:p>
          <a:p>
            <a:pPr marL="233363" indent="-233363"/>
            <a:r>
              <a:rPr lang="en-US" b="1" dirty="0"/>
              <a:t>kingdom.AddObject </a:t>
            </a:r>
            <a:r>
              <a:rPr lang="en-US" dirty="0"/>
              <a:t>– Adds one object to object state manager</a:t>
            </a:r>
          </a:p>
          <a:p>
            <a:pPr marL="233363" indent="-233363"/>
            <a:r>
              <a:rPr lang="en-US" b="1" dirty="0"/>
              <a:t>kingdom.AddObjects </a:t>
            </a:r>
            <a:r>
              <a:rPr lang="en-US" dirty="0"/>
              <a:t>– Allows to add multiple objects to object state manager</a:t>
            </a:r>
          </a:p>
          <a:p>
            <a:pPr marL="233363" indent="-233363"/>
            <a:r>
              <a:rPr lang="en-US" b="1" dirty="0"/>
              <a:t>kingdom.SaveChanges</a:t>
            </a:r>
            <a:r>
              <a:rPr lang="en-US" dirty="0"/>
              <a:t> – Changes are committed to database/file</a:t>
            </a:r>
          </a:p>
          <a:p>
            <a:pPr marL="233363" indent="-233363"/>
            <a:r>
              <a:rPr lang="en-US" b="1" dirty="0"/>
              <a:t>project.SaveObjects</a:t>
            </a:r>
            <a:r>
              <a:rPr lang="en-US" dirty="0"/>
              <a:t>– Allows saving of different DataTypes at the same time. By the end of this call all the data is stored to the database/file</a:t>
            </a:r>
          </a:p>
          <a:p>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10</a:t>
            </a:fld>
            <a:endParaRPr lang="en-US" dirty="0"/>
          </a:p>
        </p:txBody>
      </p:sp>
    </p:spTree>
    <p:extLst>
      <p:ext uri="{BB962C8B-B14F-4D97-AF65-F5344CB8AC3E}">
        <p14:creationId xmlns:p14="http://schemas.microsoft.com/office/powerpoint/2010/main" val="1861854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CRUD Operations</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11</a:t>
            </a:fld>
            <a:endParaRPr lang="en-US" dirty="0"/>
          </a:p>
        </p:txBody>
      </p:sp>
    </p:spTree>
    <p:extLst>
      <p:ext uri="{BB962C8B-B14F-4D97-AF65-F5344CB8AC3E}">
        <p14:creationId xmlns:p14="http://schemas.microsoft.com/office/powerpoint/2010/main" val="3456412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Example</a:t>
            </a:r>
          </a:p>
        </p:txBody>
      </p:sp>
      <p:sp>
        <p:nvSpPr>
          <p:cNvPr id="3" name="Content Placeholder 2"/>
          <p:cNvSpPr>
            <a:spLocks noGrp="1"/>
          </p:cNvSpPr>
          <p:nvPr>
            <p:ph idx="1"/>
          </p:nvPr>
        </p:nvSpPr>
        <p:spPr>
          <a:xfrm>
            <a:off x="498793" y="1579306"/>
            <a:ext cx="8207375" cy="4321175"/>
          </a:xfrm>
        </p:spPr>
        <p:txBody>
          <a:bodyPr/>
          <a:lstStyle/>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bore1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(){Uwi = </a:t>
            </a:r>
            <a:r>
              <a:rPr lang="en-US" sz="1200" dirty="0">
                <a:solidFill>
                  <a:srgbClr val="A31515"/>
                </a:solidFill>
                <a:latin typeface="Courier New" panose="02070309020205020404" pitchFamily="49" charset="0"/>
                <a:cs typeface="Courier New" panose="02070309020205020404" pitchFamily="49" charset="0"/>
              </a:rPr>
              <a:t>"ZEG34203543-4259234"</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bore1.WellId = 1000; </a:t>
            </a:r>
          </a:p>
          <a:p>
            <a:pPr marL="115888" indent="0" defTabSz="457200">
              <a:spcBef>
                <a:spcPts val="0"/>
              </a:spcBef>
              <a:spcAft>
                <a:spcPts val="0"/>
              </a:spcAft>
              <a:buNone/>
            </a:pPr>
            <a:endParaRPr lang="en-US" sz="1200" dirty="0">
              <a:solidFill>
                <a:srgbClr val="0000FF"/>
              </a:solidFill>
              <a:latin typeface="Courier New" panose="02070309020205020404" pitchFamily="49" charset="0"/>
              <a:cs typeface="Courier New" panose="02070309020205020404" pitchFamily="49" charset="0"/>
            </a:endParaRP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bore2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a:t>
            </a:r>
            <a:r>
              <a:rPr lang="en-US" sz="1200" dirty="0">
                <a:solidFill>
                  <a:srgbClr val="2B91AF"/>
                </a:solidFill>
                <a:latin typeface="Courier New" panose="02070309020205020404" pitchFamily="49" charset="0"/>
                <a:cs typeface="Courier New" panose="02070309020205020404" pitchFamily="49" charset="0"/>
              </a:rPr>
              <a:t>CRUDOption</a:t>
            </a:r>
            <a:r>
              <a:rPr lang="en-US" sz="1200" dirty="0">
                <a:latin typeface="Courier New" panose="02070309020205020404" pitchFamily="49" charset="0"/>
                <a:cs typeface="Courier New" panose="02070309020205020404" pitchFamily="49" charset="0"/>
              </a:rPr>
              <a:t>.Create){Uwi = </a:t>
            </a:r>
            <a:r>
              <a:rPr lang="en-US" sz="1200" dirty="0">
                <a:solidFill>
                  <a:srgbClr val="A31515"/>
                </a:solidFill>
                <a:latin typeface="Courier New" panose="02070309020205020404" pitchFamily="49" charset="0"/>
                <a:cs typeface="Courier New" panose="02070309020205020404" pitchFamily="49" charset="0"/>
              </a:rPr>
              <a:t>"ZEG34203543-4259234"</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bore2.WellId = 1000; </a:t>
            </a:r>
          </a:p>
          <a:p>
            <a:pPr marL="115888" indent="0" defTabSz="457200">
              <a:spcBef>
                <a:spcPts val="0"/>
              </a:spcBef>
              <a:spcAft>
                <a:spcPts val="0"/>
              </a:spcAft>
              <a:buNone/>
            </a:pPr>
            <a:endParaRPr lang="en-US" sz="1200" dirty="0">
              <a:solidFill>
                <a:srgbClr val="0000FF"/>
              </a:solidFill>
              <a:latin typeface="Courier New" panose="02070309020205020404" pitchFamily="49" charset="0"/>
              <a:cs typeface="Courier New" panose="02070309020205020404" pitchFamily="49" charset="0"/>
            </a:endParaRP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kingdom.AddObject(bore1);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kingdom.AddObject(bore2);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US" dirty="0"/>
          </a:p>
          <a:p>
            <a:pPr marL="0" indent="0">
              <a:spcBef>
                <a:spcPts val="0"/>
              </a:spcBef>
              <a:spcAft>
                <a:spcPts val="0"/>
              </a:spcAft>
              <a:buNone/>
            </a:pPr>
            <a:r>
              <a:rPr lang="en-US" dirty="0"/>
              <a:t>Uwi is a natural key for Borehole</a:t>
            </a:r>
          </a:p>
          <a:p>
            <a:pPr marL="0" indent="0">
              <a:spcBef>
                <a:spcPts val="0"/>
              </a:spcBef>
              <a:spcAft>
                <a:spcPts val="0"/>
              </a:spcAft>
              <a:buNone/>
            </a:pPr>
            <a:r>
              <a:rPr lang="en-US" dirty="0"/>
              <a:t>If Uwi already exists in database, SDK does not allow this to get saved</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12</a:t>
            </a:fld>
            <a:endParaRPr lang="en-US" dirty="0"/>
          </a:p>
        </p:txBody>
      </p:sp>
    </p:spTree>
    <p:extLst>
      <p:ext uri="{BB962C8B-B14F-4D97-AF65-F5344CB8AC3E}">
        <p14:creationId xmlns:p14="http://schemas.microsoft.com/office/powerpoint/2010/main" val="3812114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Example</a:t>
            </a:r>
          </a:p>
        </p:txBody>
      </p:sp>
      <p:sp>
        <p:nvSpPr>
          <p:cNvPr id="3" name="Content Placeholder 2"/>
          <p:cNvSpPr>
            <a:spLocks noGrp="1"/>
          </p:cNvSpPr>
          <p:nvPr>
            <p:ph idx="1"/>
          </p:nvPr>
        </p:nvSpPr>
        <p:spPr>
          <a:xfrm>
            <a:off x="468313" y="1575813"/>
            <a:ext cx="8207375" cy="4321175"/>
          </a:xfrm>
        </p:spPr>
        <p:txBody>
          <a:bodyPr/>
          <a:lstStyle/>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bore.SetId(1200);</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pPr marL="115888" indent="0" defTabSz="457200">
              <a:spcBef>
                <a:spcPts val="0"/>
              </a:spcBef>
              <a:spcAft>
                <a:spcPts val="0"/>
              </a:spcAft>
              <a:buNone/>
            </a:pPr>
            <a:endParaRPr lang="en-US" sz="1200" dirty="0">
              <a:latin typeface="Courier New" panose="02070309020205020404" pitchFamily="49" charset="0"/>
              <a:cs typeface="Courier New" panose="02070309020205020404" pitchFamily="49" charset="0"/>
            </a:endParaRP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a:t>
            </a:r>
            <a:r>
              <a:rPr lang="en-US" sz="1200" dirty="0">
                <a:solidFill>
                  <a:srgbClr val="2B91AF"/>
                </a:solidFill>
                <a:latin typeface="Courier New" panose="02070309020205020404" pitchFamily="49" charset="0"/>
                <a:cs typeface="Courier New" panose="02070309020205020404" pitchFamily="49" charset="0"/>
              </a:rPr>
              <a:t>CRUDOption</a:t>
            </a:r>
            <a:r>
              <a:rPr lang="en-US" sz="1200" dirty="0">
                <a:latin typeface="Courier New" panose="02070309020205020404" pitchFamily="49" charset="0"/>
                <a:cs typeface="Courier New" panose="02070309020205020404" pitchFamily="49" charset="0"/>
              </a:rPr>
              <a:t>.Update){Uwi = </a:t>
            </a:r>
            <a:r>
              <a:rPr lang="en-US" sz="1200" dirty="0">
                <a:solidFill>
                  <a:srgbClr val="A31515"/>
                </a:solidFill>
                <a:latin typeface="Courier New" panose="02070309020205020404" pitchFamily="49" charset="0"/>
                <a:cs typeface="Courier New" panose="02070309020205020404" pitchFamily="49" charset="0"/>
              </a:rPr>
              <a:t>"ZEG34203543-4259234"</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13</a:t>
            </a:fld>
            <a:endParaRPr lang="en-US" dirty="0"/>
          </a:p>
        </p:txBody>
      </p:sp>
    </p:spTree>
    <p:extLst>
      <p:ext uri="{BB962C8B-B14F-4D97-AF65-F5344CB8AC3E}">
        <p14:creationId xmlns:p14="http://schemas.microsoft.com/office/powerpoint/2010/main" val="2177668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B1B1C-7F34-40B6-9D8B-4075191A2193}"/>
              </a:ext>
            </a:extLst>
          </p:cNvPr>
          <p:cNvSpPr>
            <a:spLocks noGrp="1"/>
          </p:cNvSpPr>
          <p:nvPr>
            <p:ph type="title"/>
          </p:nvPr>
        </p:nvSpPr>
        <p:spPr>
          <a:xfrm>
            <a:off x="468312" y="961012"/>
            <a:ext cx="8207375" cy="738664"/>
          </a:xfrm>
        </p:spPr>
        <p:txBody>
          <a:bodyPr/>
          <a:lstStyle/>
          <a:p>
            <a:r>
              <a:rPr lang="en-US" dirty="0"/>
              <a:t>Update an Entity</a:t>
            </a:r>
            <a:br>
              <a:rPr lang="en-US" dirty="0"/>
            </a:br>
            <a:endParaRPr lang="en-US" dirty="0"/>
          </a:p>
        </p:txBody>
      </p:sp>
      <p:sp>
        <p:nvSpPr>
          <p:cNvPr id="3" name="Content Placeholder 2">
            <a:extLst>
              <a:ext uri="{FF2B5EF4-FFF2-40B4-BE49-F238E27FC236}">
                <a16:creationId xmlns:a16="http://schemas.microsoft.com/office/drawing/2014/main" id="{353DBADC-2330-4169-9310-18FF8A210512}"/>
              </a:ext>
            </a:extLst>
          </p:cNvPr>
          <p:cNvSpPr>
            <a:spLocks noGrp="1"/>
          </p:cNvSpPr>
          <p:nvPr>
            <p:ph idx="1"/>
          </p:nvPr>
        </p:nvSpPr>
        <p:spPr>
          <a:xfrm>
            <a:off x="468313" y="1575813"/>
            <a:ext cx="8207375" cy="4321175"/>
          </a:xfrm>
        </p:spPr>
        <p:txBody>
          <a:bodyPr/>
          <a:lstStyle/>
          <a:p>
            <a:r>
              <a:rPr lang="en-US" dirty="0"/>
              <a:t>We can update an entity only by two ways</a:t>
            </a:r>
          </a:p>
          <a:p>
            <a:pPr lvl="1"/>
            <a:r>
              <a:rPr lang="en-US" dirty="0"/>
              <a:t>By ID</a:t>
            </a:r>
          </a:p>
          <a:p>
            <a:pPr lvl="1"/>
            <a:r>
              <a:rPr lang="en-US" dirty="0"/>
              <a:t>By Natural Key</a:t>
            </a:r>
          </a:p>
          <a:p>
            <a:r>
              <a:rPr lang="en-US" dirty="0"/>
              <a:t>Update only one of those two got a match in database, otherwise insert</a:t>
            </a:r>
          </a:p>
          <a:p>
            <a:r>
              <a:rPr lang="en-US" dirty="0"/>
              <a:t>SDK will only update the modified properties;</a:t>
            </a:r>
          </a:p>
          <a:p>
            <a:pPr lvl="1"/>
            <a:r>
              <a:rPr lang="en-US" dirty="0"/>
              <a:t>var bore = new Borehole(</a:t>
            </a:r>
            <a:r>
              <a:rPr lang="en-US" dirty="0">
                <a:solidFill>
                  <a:srgbClr val="2B91AF"/>
                </a:solidFill>
                <a:latin typeface="Courier New" panose="02070309020205020404" pitchFamily="49" charset="0"/>
                <a:cs typeface="Courier New" panose="02070309020205020404" pitchFamily="49" charset="0"/>
              </a:rPr>
              <a:t>CRUDOption</a:t>
            </a:r>
            <a:r>
              <a:rPr lang="en-US" dirty="0">
                <a:latin typeface="Courier New" panose="02070309020205020404" pitchFamily="49" charset="0"/>
                <a:cs typeface="Courier New" panose="02070309020205020404" pitchFamily="49" charset="0"/>
              </a:rPr>
              <a:t>.Update</a:t>
            </a:r>
            <a:r>
              <a:rPr lang="en-US" dirty="0"/>
              <a:t>);</a:t>
            </a:r>
          </a:p>
          <a:p>
            <a:pPr lvl="1"/>
            <a:r>
              <a:rPr lang="en-US" dirty="0"/>
              <a:t>bore.Uwi = “Abc”;</a:t>
            </a:r>
          </a:p>
          <a:p>
            <a:pPr lvl="1"/>
            <a:r>
              <a:rPr lang="en-US" dirty="0"/>
              <a:t>bore.Name = “newName”;</a:t>
            </a:r>
          </a:p>
          <a:p>
            <a:r>
              <a:rPr lang="en-US" dirty="0"/>
              <a:t>Other properties will keep the same</a:t>
            </a:r>
          </a:p>
          <a:p>
            <a:endParaRPr lang="en-US" dirty="0"/>
          </a:p>
        </p:txBody>
      </p:sp>
      <p:sp>
        <p:nvSpPr>
          <p:cNvPr id="4" name="Slide Number Placeholder 3">
            <a:extLst>
              <a:ext uri="{FF2B5EF4-FFF2-40B4-BE49-F238E27FC236}">
                <a16:creationId xmlns:a16="http://schemas.microsoft.com/office/drawing/2014/main" id="{F456F1E1-1854-4365-AF6A-93EFAB920953}"/>
              </a:ext>
            </a:extLst>
          </p:cNvPr>
          <p:cNvSpPr>
            <a:spLocks noGrp="1"/>
          </p:cNvSpPr>
          <p:nvPr>
            <p:ph type="sldNum" sz="quarter" idx="12"/>
          </p:nvPr>
        </p:nvSpPr>
        <p:spPr/>
        <p:txBody>
          <a:bodyPr/>
          <a:lstStyle/>
          <a:p>
            <a:fld id="{4704619B-9823-F845-874B-2390AC991BC7}" type="slidenum">
              <a:rPr lang="en-US" smtClean="0"/>
              <a:t>14</a:t>
            </a:fld>
            <a:endParaRPr lang="en-US" dirty="0"/>
          </a:p>
        </p:txBody>
      </p:sp>
    </p:spTree>
    <p:extLst>
      <p:ext uri="{BB962C8B-B14F-4D97-AF65-F5344CB8AC3E}">
        <p14:creationId xmlns:p14="http://schemas.microsoft.com/office/powerpoint/2010/main" val="185975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A00E5-724A-4AEF-A43D-F16B21B4CB16}"/>
              </a:ext>
            </a:extLst>
          </p:cNvPr>
          <p:cNvSpPr>
            <a:spLocks noGrp="1"/>
          </p:cNvSpPr>
          <p:nvPr>
            <p:ph type="title"/>
          </p:nvPr>
        </p:nvSpPr>
        <p:spPr/>
        <p:txBody>
          <a:bodyPr/>
          <a:lstStyle/>
          <a:p>
            <a:r>
              <a:rPr lang="en-US" dirty="0"/>
              <a:t>What if Natural Key includes a Parent Entity ID</a:t>
            </a:r>
          </a:p>
        </p:txBody>
      </p:sp>
      <p:sp>
        <p:nvSpPr>
          <p:cNvPr id="3" name="Content Placeholder 2">
            <a:extLst>
              <a:ext uri="{FF2B5EF4-FFF2-40B4-BE49-F238E27FC236}">
                <a16:creationId xmlns:a16="http://schemas.microsoft.com/office/drawing/2014/main" id="{AA7B255A-DFB6-4E26-A3CE-3DD38A32A8A6}"/>
              </a:ext>
            </a:extLst>
          </p:cNvPr>
          <p:cNvSpPr>
            <a:spLocks noGrp="1"/>
          </p:cNvSpPr>
          <p:nvPr>
            <p:ph idx="1"/>
          </p:nvPr>
        </p:nvSpPr>
        <p:spPr>
          <a:xfrm>
            <a:off x="468313" y="1575813"/>
            <a:ext cx="8207375" cy="4321175"/>
          </a:xfrm>
        </p:spPr>
        <p:txBody>
          <a:bodyPr/>
          <a:lstStyle/>
          <a:p>
            <a:r>
              <a:rPr lang="en-US" sz="1800" dirty="0"/>
              <a:t>Include its parent entity (with its Id or with its Natural Key)</a:t>
            </a:r>
          </a:p>
          <a:p>
            <a:r>
              <a:rPr lang="en-US" sz="1800" dirty="0"/>
              <a:t>And recursive all the way up if needed</a:t>
            </a:r>
          </a:p>
          <a:p>
            <a:r>
              <a:rPr lang="en-US" sz="1800" dirty="0"/>
              <a:t>SDK will work with the whole entity trees from up all the way down and make sure each parent entity Id will be set correctly first, before working on its children entities</a:t>
            </a:r>
          </a:p>
          <a:p>
            <a:endParaRPr lang="en-US" dirty="0"/>
          </a:p>
        </p:txBody>
      </p:sp>
      <p:sp>
        <p:nvSpPr>
          <p:cNvPr id="4" name="Slide Number Placeholder 3">
            <a:extLst>
              <a:ext uri="{FF2B5EF4-FFF2-40B4-BE49-F238E27FC236}">
                <a16:creationId xmlns:a16="http://schemas.microsoft.com/office/drawing/2014/main" id="{7E1B3F32-9643-4244-BFCD-27E68DC88AC4}"/>
              </a:ext>
            </a:extLst>
          </p:cNvPr>
          <p:cNvSpPr>
            <a:spLocks noGrp="1"/>
          </p:cNvSpPr>
          <p:nvPr>
            <p:ph type="sldNum" sz="quarter" idx="12"/>
          </p:nvPr>
        </p:nvSpPr>
        <p:spPr/>
        <p:txBody>
          <a:bodyPr/>
          <a:lstStyle/>
          <a:p>
            <a:fld id="{4704619B-9823-F845-874B-2390AC991BC7}" type="slidenum">
              <a:rPr lang="en-US" smtClean="0"/>
              <a:t>15</a:t>
            </a:fld>
            <a:endParaRPr lang="en-US" dirty="0"/>
          </a:p>
        </p:txBody>
      </p:sp>
    </p:spTree>
    <p:extLst>
      <p:ext uri="{BB962C8B-B14F-4D97-AF65-F5344CB8AC3E}">
        <p14:creationId xmlns:p14="http://schemas.microsoft.com/office/powerpoint/2010/main" val="419748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Create/Update Example</a:t>
            </a:r>
          </a:p>
        </p:txBody>
      </p:sp>
      <p:sp>
        <p:nvSpPr>
          <p:cNvPr id="3" name="Content Placeholder 2"/>
          <p:cNvSpPr>
            <a:spLocks noGrp="1"/>
          </p:cNvSpPr>
          <p:nvPr>
            <p:ph idx="1"/>
          </p:nvPr>
        </p:nvSpPr>
        <p:spPr>
          <a:xfrm>
            <a:off x="460692" y="1586926"/>
            <a:ext cx="8207375" cy="4321175"/>
          </a:xfrm>
        </p:spPr>
        <p:txBody>
          <a:bodyPr/>
          <a:lstStyle/>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a:t>
            </a:r>
            <a:r>
              <a:rPr lang="en-US" sz="1200" dirty="0">
                <a:solidFill>
                  <a:srgbClr val="2B91AF"/>
                </a:solidFill>
                <a:latin typeface="Courier New" panose="02070309020205020404" pitchFamily="49" charset="0"/>
                <a:cs typeface="Courier New" panose="02070309020205020404" pitchFamily="49" charset="0"/>
              </a:rPr>
              <a:t>CRUDOption</a:t>
            </a:r>
            <a:r>
              <a:rPr lang="en-US" sz="1200" dirty="0">
                <a:latin typeface="Courier New" panose="02070309020205020404" pitchFamily="49" charset="0"/>
                <a:cs typeface="Courier New" panose="02070309020205020404" pitchFamily="49" charset="0"/>
              </a:rPr>
              <a:t>. CreateOrUpdate ) {Uwi = </a:t>
            </a:r>
            <a:r>
              <a:rPr lang="en-US" sz="1200" dirty="0">
                <a:solidFill>
                  <a:srgbClr val="A31515"/>
                </a:solidFill>
                <a:latin typeface="Courier New" panose="02070309020205020404" pitchFamily="49" charset="0"/>
                <a:cs typeface="Courier New" panose="02070309020205020404" pitchFamily="49" charset="0"/>
              </a:rPr>
              <a:t>"ZEG34203543-4259234"</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bore.Name = </a:t>
            </a:r>
            <a:r>
              <a:rPr lang="en-US" sz="1200" dirty="0">
                <a:solidFill>
                  <a:srgbClr val="A31515"/>
                </a:solidFill>
                <a:latin typeface="Courier New" panose="02070309020205020404" pitchFamily="49" charset="0"/>
                <a:cs typeface="Courier New" panose="02070309020205020404" pitchFamily="49" charset="0"/>
              </a:rPr>
              <a:t>“Frank-skl”</a:t>
            </a:r>
            <a:r>
              <a:rPr lang="en-US" sz="1200" dirty="0">
                <a:latin typeface="Courier New" panose="02070309020205020404" pitchFamily="49" charset="0"/>
                <a:cs typeface="Courier New" panose="02070309020205020404" pitchFamily="49" charset="0"/>
              </a:rPr>
              <a:t>;</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16</a:t>
            </a:fld>
            <a:endParaRPr lang="en-US" dirty="0"/>
          </a:p>
        </p:txBody>
      </p:sp>
    </p:spTree>
    <p:extLst>
      <p:ext uri="{BB962C8B-B14F-4D97-AF65-F5344CB8AC3E}">
        <p14:creationId xmlns:p14="http://schemas.microsoft.com/office/powerpoint/2010/main" val="2596686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A02E-BF82-4103-A46C-3FBD250C71CB}"/>
              </a:ext>
            </a:extLst>
          </p:cNvPr>
          <p:cNvSpPr>
            <a:spLocks noGrp="1"/>
          </p:cNvSpPr>
          <p:nvPr>
            <p:ph type="title"/>
          </p:nvPr>
        </p:nvSpPr>
        <p:spPr/>
        <p:txBody>
          <a:bodyPr/>
          <a:lstStyle/>
          <a:p>
            <a:r>
              <a:rPr lang="en-US" dirty="0"/>
              <a:t>Create, Update, CreateOrUpdate Comparison</a:t>
            </a:r>
          </a:p>
        </p:txBody>
      </p:sp>
      <p:graphicFrame>
        <p:nvGraphicFramePr>
          <p:cNvPr id="6" name="Content Placeholder 5">
            <a:extLst>
              <a:ext uri="{FF2B5EF4-FFF2-40B4-BE49-F238E27FC236}">
                <a16:creationId xmlns:a16="http://schemas.microsoft.com/office/drawing/2014/main" id="{3707B3A8-04E6-4FF4-B51F-06EF07F6991F}"/>
              </a:ext>
            </a:extLst>
          </p:cNvPr>
          <p:cNvGraphicFramePr>
            <a:graphicFrameLocks noGrp="1"/>
          </p:cNvGraphicFramePr>
          <p:nvPr>
            <p:ph idx="1"/>
            <p:extLst>
              <p:ext uri="{D42A27DB-BD31-4B8C-83A1-F6EECF244321}">
                <p14:modId xmlns:p14="http://schemas.microsoft.com/office/powerpoint/2010/main" val="2221772922"/>
              </p:ext>
            </p:extLst>
          </p:nvPr>
        </p:nvGraphicFramePr>
        <p:xfrm>
          <a:off x="762000" y="2021840"/>
          <a:ext cx="7273232" cy="1407160"/>
        </p:xfrm>
        <a:graphic>
          <a:graphicData uri="http://schemas.openxmlformats.org/drawingml/2006/table">
            <a:tbl>
              <a:tblPr firstRow="1" bandRow="1">
                <a:tableStyleId>{69012ECD-51FC-41F1-AA8D-1B2483CD663E}</a:tableStyleId>
              </a:tblPr>
              <a:tblGrid>
                <a:gridCol w="1818308">
                  <a:extLst>
                    <a:ext uri="{9D8B030D-6E8A-4147-A177-3AD203B41FA5}">
                      <a16:colId xmlns:a16="http://schemas.microsoft.com/office/drawing/2014/main" val="714452126"/>
                    </a:ext>
                  </a:extLst>
                </a:gridCol>
                <a:gridCol w="1818308">
                  <a:extLst>
                    <a:ext uri="{9D8B030D-6E8A-4147-A177-3AD203B41FA5}">
                      <a16:colId xmlns:a16="http://schemas.microsoft.com/office/drawing/2014/main" val="207965127"/>
                    </a:ext>
                  </a:extLst>
                </a:gridCol>
                <a:gridCol w="1818308">
                  <a:extLst>
                    <a:ext uri="{9D8B030D-6E8A-4147-A177-3AD203B41FA5}">
                      <a16:colId xmlns:a16="http://schemas.microsoft.com/office/drawing/2014/main" val="2892811168"/>
                    </a:ext>
                  </a:extLst>
                </a:gridCol>
                <a:gridCol w="1818308">
                  <a:extLst>
                    <a:ext uri="{9D8B030D-6E8A-4147-A177-3AD203B41FA5}">
                      <a16:colId xmlns:a16="http://schemas.microsoft.com/office/drawing/2014/main" val="871899683"/>
                    </a:ext>
                  </a:extLst>
                </a:gridCol>
              </a:tblGrid>
              <a:tr h="370840">
                <a:tc>
                  <a:txBody>
                    <a:bodyPr/>
                    <a:lstStyle/>
                    <a:p>
                      <a:endParaRPr lang="en-US" dirty="0"/>
                    </a:p>
                  </a:txBody>
                  <a:tcPr/>
                </a:tc>
                <a:tc>
                  <a:txBody>
                    <a:bodyPr/>
                    <a:lstStyle/>
                    <a:p>
                      <a:pPr algn="ctr"/>
                      <a:r>
                        <a:rPr lang="en-US" dirty="0"/>
                        <a:t>Create</a:t>
                      </a:r>
                    </a:p>
                  </a:txBody>
                  <a:tcPr/>
                </a:tc>
                <a:tc>
                  <a:txBody>
                    <a:bodyPr/>
                    <a:lstStyle/>
                    <a:p>
                      <a:pPr algn="ctr"/>
                      <a:r>
                        <a:rPr lang="en-US" dirty="0"/>
                        <a:t>Update</a:t>
                      </a:r>
                    </a:p>
                  </a:txBody>
                  <a:tcPr/>
                </a:tc>
                <a:tc>
                  <a:txBody>
                    <a:bodyPr/>
                    <a:lstStyle/>
                    <a:p>
                      <a:pPr algn="ctr"/>
                      <a:r>
                        <a:rPr lang="en-US" dirty="0"/>
                        <a:t>CreateOrUpdate</a:t>
                      </a:r>
                    </a:p>
                  </a:txBody>
                  <a:tcPr/>
                </a:tc>
                <a:extLst>
                  <a:ext uri="{0D108BD9-81ED-4DB2-BD59-A6C34878D82A}">
                    <a16:rowId xmlns:a16="http://schemas.microsoft.com/office/drawing/2014/main" val="2551426527"/>
                  </a:ext>
                </a:extLst>
              </a:tr>
              <a:tr h="370840">
                <a:tc>
                  <a:txBody>
                    <a:bodyPr/>
                    <a:lstStyle/>
                    <a:p>
                      <a:r>
                        <a:rPr lang="en-US" dirty="0"/>
                        <a:t>Entity is NOT in the database</a:t>
                      </a:r>
                    </a:p>
                  </a:txBody>
                  <a:tcPr/>
                </a:tc>
                <a:tc>
                  <a:txBody>
                    <a:bodyPr/>
                    <a:lstStyle/>
                    <a:p>
                      <a:pPr algn="ctr"/>
                      <a:r>
                        <a:rPr lang="en-US" dirty="0"/>
                        <a:t>Created</a:t>
                      </a:r>
                    </a:p>
                  </a:txBody>
                  <a:tcPr/>
                </a:tc>
                <a:tc>
                  <a:txBody>
                    <a:bodyPr/>
                    <a:lstStyle/>
                    <a:p>
                      <a:pPr algn="ctr"/>
                      <a:r>
                        <a:rPr lang="en-US" b="1" dirty="0">
                          <a:solidFill>
                            <a:srgbClr val="FF0000"/>
                          </a:solidFill>
                        </a:rPr>
                        <a:t>Error</a:t>
                      </a:r>
                    </a:p>
                  </a:txBody>
                  <a:tcPr/>
                </a:tc>
                <a:tc>
                  <a:txBody>
                    <a:bodyPr/>
                    <a:lstStyle/>
                    <a:p>
                      <a:pPr algn="ctr"/>
                      <a:r>
                        <a:rPr lang="en-US" dirty="0"/>
                        <a:t>Created</a:t>
                      </a:r>
                    </a:p>
                  </a:txBody>
                  <a:tcPr/>
                </a:tc>
                <a:extLst>
                  <a:ext uri="{0D108BD9-81ED-4DB2-BD59-A6C34878D82A}">
                    <a16:rowId xmlns:a16="http://schemas.microsoft.com/office/drawing/2014/main" val="3762964167"/>
                  </a:ext>
                </a:extLst>
              </a:tr>
              <a:tr h="370840">
                <a:tc>
                  <a:txBody>
                    <a:bodyPr/>
                    <a:lstStyle/>
                    <a:p>
                      <a:r>
                        <a:rPr lang="en-US" dirty="0"/>
                        <a:t>Entity is IN the database</a:t>
                      </a:r>
                    </a:p>
                  </a:txBody>
                  <a:tcPr/>
                </a:tc>
                <a:tc>
                  <a:txBody>
                    <a:bodyPr/>
                    <a:lstStyle/>
                    <a:p>
                      <a:pPr algn="ctr"/>
                      <a:r>
                        <a:rPr lang="en-US" b="1" dirty="0">
                          <a:solidFill>
                            <a:srgbClr val="FF0000"/>
                          </a:solidFill>
                        </a:rPr>
                        <a:t>Error</a:t>
                      </a:r>
                    </a:p>
                  </a:txBody>
                  <a:tcPr/>
                </a:tc>
                <a:tc>
                  <a:txBody>
                    <a:bodyPr/>
                    <a:lstStyle/>
                    <a:p>
                      <a:pPr algn="ctr"/>
                      <a:r>
                        <a:rPr lang="en-US" dirty="0"/>
                        <a:t>Updated</a:t>
                      </a:r>
                    </a:p>
                  </a:txBody>
                  <a:tcPr/>
                </a:tc>
                <a:tc>
                  <a:txBody>
                    <a:bodyPr/>
                    <a:lstStyle/>
                    <a:p>
                      <a:pPr algn="ctr"/>
                      <a:r>
                        <a:rPr lang="en-US" dirty="0"/>
                        <a:t>Updated</a:t>
                      </a:r>
                    </a:p>
                  </a:txBody>
                  <a:tcPr/>
                </a:tc>
                <a:extLst>
                  <a:ext uri="{0D108BD9-81ED-4DB2-BD59-A6C34878D82A}">
                    <a16:rowId xmlns:a16="http://schemas.microsoft.com/office/drawing/2014/main" val="846906738"/>
                  </a:ext>
                </a:extLst>
              </a:tr>
            </a:tbl>
          </a:graphicData>
        </a:graphic>
      </p:graphicFrame>
      <p:sp>
        <p:nvSpPr>
          <p:cNvPr id="4" name="Slide Number Placeholder 3">
            <a:extLst>
              <a:ext uri="{FF2B5EF4-FFF2-40B4-BE49-F238E27FC236}">
                <a16:creationId xmlns:a16="http://schemas.microsoft.com/office/drawing/2014/main" id="{CB0E3E63-3545-4A06-A672-BA0E6D59E9DF}"/>
              </a:ext>
            </a:extLst>
          </p:cNvPr>
          <p:cNvSpPr>
            <a:spLocks noGrp="1"/>
          </p:cNvSpPr>
          <p:nvPr>
            <p:ph type="sldNum" sz="quarter" idx="12"/>
          </p:nvPr>
        </p:nvSpPr>
        <p:spPr/>
        <p:txBody>
          <a:bodyPr/>
          <a:lstStyle/>
          <a:p>
            <a:fld id="{4704619B-9823-F845-874B-2390AC991BC7}" type="slidenum">
              <a:rPr lang="en-US" smtClean="0"/>
              <a:t>17</a:t>
            </a:fld>
            <a:endParaRPr lang="en-US" dirty="0"/>
          </a:p>
        </p:txBody>
      </p:sp>
    </p:spTree>
    <p:extLst>
      <p:ext uri="{BB962C8B-B14F-4D97-AF65-F5344CB8AC3E}">
        <p14:creationId xmlns:p14="http://schemas.microsoft.com/office/powerpoint/2010/main" val="936188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 Example 1</a:t>
            </a:r>
          </a:p>
        </p:txBody>
      </p:sp>
      <p:sp>
        <p:nvSpPr>
          <p:cNvPr id="3" name="Content Placeholder 2"/>
          <p:cNvSpPr>
            <a:spLocks noGrp="1"/>
          </p:cNvSpPr>
          <p:nvPr>
            <p:ph idx="1"/>
          </p:nvPr>
        </p:nvSpPr>
        <p:spPr>
          <a:xfrm>
            <a:off x="468313" y="1594546"/>
            <a:ext cx="8207375" cy="4321175"/>
          </a:xfrm>
        </p:spPr>
        <p:txBody>
          <a:bodyPr/>
          <a:lstStyle/>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a:t>
            </a:r>
            <a:r>
              <a:rPr lang="en-US" sz="1200" dirty="0">
                <a:solidFill>
                  <a:srgbClr val="2B91AF"/>
                </a:solidFill>
                <a:latin typeface="Courier New" panose="02070309020205020404" pitchFamily="49" charset="0"/>
                <a:cs typeface="Courier New" panose="02070309020205020404" pitchFamily="49" charset="0"/>
              </a:rPr>
              <a:t>CRUDOption</a:t>
            </a:r>
            <a:r>
              <a:rPr lang="en-US" sz="1200" dirty="0">
                <a:latin typeface="Courier New" panose="02070309020205020404" pitchFamily="49" charset="0"/>
                <a:cs typeface="Courier New" panose="02070309020205020404" pitchFamily="49" charset="0"/>
              </a:rPr>
              <a:t>.Delete);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bore.SetId(1200);</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pPr marL="115888" indent="0" defTabSz="457200">
              <a:spcBef>
                <a:spcPts val="0"/>
              </a:spcBef>
              <a:spcAft>
                <a:spcPts val="0"/>
              </a:spcAft>
              <a:buNone/>
            </a:pPr>
            <a:endParaRPr lang="en-US" sz="1200" dirty="0">
              <a:latin typeface="Courier New" panose="02070309020205020404" pitchFamily="49" charset="0"/>
              <a:cs typeface="Courier New" panose="02070309020205020404" pitchFamily="49" charset="0"/>
            </a:endParaRP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a:t>
            </a:r>
            <a:r>
              <a:rPr lang="en-US" sz="1200" dirty="0">
                <a:solidFill>
                  <a:srgbClr val="2B91AF"/>
                </a:solidFill>
                <a:latin typeface="Courier New" panose="02070309020205020404" pitchFamily="49" charset="0"/>
                <a:cs typeface="Courier New" panose="02070309020205020404" pitchFamily="49" charset="0"/>
              </a:rPr>
              <a:t>CRUDOption</a:t>
            </a:r>
            <a:r>
              <a:rPr lang="en-US" sz="1200" dirty="0">
                <a:latin typeface="Courier New" panose="02070309020205020404" pitchFamily="49" charset="0"/>
                <a:cs typeface="Courier New" panose="02070309020205020404" pitchFamily="49" charset="0"/>
              </a:rPr>
              <a:t>.Delete){Uwi = </a:t>
            </a:r>
            <a:r>
              <a:rPr lang="en-US" sz="1200" dirty="0">
                <a:solidFill>
                  <a:srgbClr val="A31515"/>
                </a:solidFill>
                <a:latin typeface="Courier New" panose="02070309020205020404" pitchFamily="49" charset="0"/>
                <a:cs typeface="Courier New" panose="02070309020205020404" pitchFamily="49" charset="0"/>
              </a:rPr>
              <a:t>"ZEG34203543-4259234"</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kingdom.AddObject(bore);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18</a:t>
            </a:fld>
            <a:endParaRPr lang="en-US" dirty="0"/>
          </a:p>
        </p:txBody>
      </p:sp>
    </p:spTree>
    <p:extLst>
      <p:ext uri="{BB962C8B-B14F-4D97-AF65-F5344CB8AC3E}">
        <p14:creationId xmlns:p14="http://schemas.microsoft.com/office/powerpoint/2010/main" val="222426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 Example 2</a:t>
            </a:r>
          </a:p>
        </p:txBody>
      </p:sp>
      <p:sp>
        <p:nvSpPr>
          <p:cNvPr id="3" name="Content Placeholder 2"/>
          <p:cNvSpPr>
            <a:spLocks noGrp="1"/>
          </p:cNvSpPr>
          <p:nvPr>
            <p:ph idx="1"/>
          </p:nvPr>
        </p:nvSpPr>
        <p:spPr>
          <a:xfrm>
            <a:off x="468313" y="1600200"/>
            <a:ext cx="8207375" cy="4321175"/>
          </a:xfrm>
        </p:spPr>
        <p:txBody>
          <a:bodyPr/>
          <a:lstStyle/>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bore.SetId(1200);</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kingdom.DeleteObject(bore);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pPr marL="115888" indent="0" defTabSz="457200">
              <a:spcBef>
                <a:spcPts val="0"/>
              </a:spcBef>
              <a:spcAft>
                <a:spcPts val="0"/>
              </a:spcAft>
              <a:buNone/>
            </a:pPr>
            <a:endParaRPr lang="en-US" sz="1200" dirty="0">
              <a:latin typeface="Courier New" panose="02070309020205020404" pitchFamily="49" charset="0"/>
              <a:cs typeface="Courier New" panose="02070309020205020404" pitchFamily="49" charset="0"/>
            </a:endParaRP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bore =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bore.SetId(1200);</a:t>
            </a:r>
          </a:p>
          <a:p>
            <a:pPr marL="115888" indent="0" defTabSz="457200">
              <a:spcBef>
                <a:spcPts val="0"/>
              </a:spcBef>
              <a:spcAft>
                <a:spcPts val="0"/>
              </a:spcAft>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var</a:t>
            </a:r>
            <a:r>
              <a:rPr lang="en-US" sz="1200" dirty="0">
                <a:latin typeface="Courier New" panose="02070309020205020404" pitchFamily="49" charset="0"/>
                <a:cs typeface="Courier New" panose="02070309020205020404" pitchFamily="49" charset="0"/>
              </a:rPr>
              <a:t> kingdom = </a:t>
            </a:r>
            <a:r>
              <a:rPr lang="en-US" sz="1200" dirty="0">
                <a:solidFill>
                  <a:srgbClr val="2B91AF"/>
                </a:solidFill>
                <a:latin typeface="Courier New" panose="02070309020205020404" pitchFamily="49" charset="0"/>
                <a:cs typeface="Courier New" panose="02070309020205020404" pitchFamily="49" charset="0"/>
              </a:rPr>
              <a:t>SDKTestingUtilities</a:t>
            </a:r>
            <a:r>
              <a:rPr lang="en-US" sz="1200" dirty="0">
                <a:latin typeface="Courier New" panose="02070309020205020404" pitchFamily="49" charset="0"/>
                <a:cs typeface="Courier New" panose="02070309020205020404" pitchFamily="49" charset="0"/>
              </a:rPr>
              <a:t>.GetKingdom())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kingdom.DeleteObjects(</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List</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Borehole</a:t>
            </a:r>
            <a:r>
              <a:rPr lang="en-US" sz="1200" dirty="0">
                <a:latin typeface="Courier New" panose="02070309020205020404" pitchFamily="49" charset="0"/>
                <a:cs typeface="Courier New" panose="02070309020205020404" pitchFamily="49" charset="0"/>
              </a:rPr>
              <a:t>&gt;(){bore}) ;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	kingdom.SaveChanges(); </a:t>
            </a:r>
          </a:p>
          <a:p>
            <a:pPr marL="115888" indent="0" defTabSz="457200">
              <a:spcBef>
                <a:spcPts val="0"/>
              </a:spcBef>
              <a:spcAft>
                <a:spcPts val="0"/>
              </a:spcAft>
              <a:buNone/>
            </a:pPr>
            <a:r>
              <a:rPr lang="en-US" sz="1200" dirty="0">
                <a:latin typeface="Courier New" panose="02070309020205020404" pitchFamily="49" charset="0"/>
                <a:cs typeface="Courier New" panose="02070309020205020404" pitchFamily="49" charset="0"/>
              </a:rPr>
              <a:t>}</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19</a:t>
            </a:fld>
            <a:endParaRPr lang="en-US" dirty="0"/>
          </a:p>
        </p:txBody>
      </p:sp>
    </p:spTree>
    <p:extLst>
      <p:ext uri="{BB962C8B-B14F-4D97-AF65-F5344CB8AC3E}">
        <p14:creationId xmlns:p14="http://schemas.microsoft.com/office/powerpoint/2010/main" val="3613093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233363" lvl="0" indent="-233363">
              <a:buClr>
                <a:srgbClr val="2DA2BF"/>
              </a:buClr>
            </a:pPr>
            <a:r>
              <a:rPr lang="en-US" dirty="0">
                <a:solidFill>
                  <a:prstClr val="black"/>
                </a:solidFill>
              </a:rPr>
              <a:t>Given one ID, the following function returns one object. </a:t>
            </a:r>
            <a:br>
              <a:rPr lang="en-US" sz="1300" dirty="0">
                <a:solidFill>
                  <a:srgbClr val="0000FF"/>
                </a:solidFill>
              </a:rPr>
            </a:br>
            <a:br>
              <a:rPr lang="en-US" sz="1300" dirty="0">
                <a:solidFill>
                  <a:srgbClr val="0000FF"/>
                </a:solidFill>
              </a:rPr>
            </a:b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TType Get&lt;TType&gt;(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id)</a:t>
            </a:r>
          </a:p>
          <a:p>
            <a:pPr marL="233363" lvl="0" indent="-233363">
              <a:buClr>
                <a:srgbClr val="2DA2BF"/>
              </a:buClr>
            </a:pPr>
            <a:r>
              <a:rPr lang="en-US" dirty="0">
                <a:solidFill>
                  <a:prstClr val="black"/>
                </a:solidFill>
              </a:rPr>
              <a:t>Example:</a:t>
            </a:r>
          </a:p>
          <a:p>
            <a:pPr marL="0" lvl="0" indent="0">
              <a:buClr>
                <a:srgbClr val="2DA2BF"/>
              </a:buClr>
              <a:buNone/>
            </a:pPr>
            <a:endParaRPr lang="en-US" dirty="0">
              <a:solidFill>
                <a:prstClr val="black"/>
              </a:solidFill>
            </a:endParaRPr>
          </a:p>
          <a:p>
            <a:pPr marL="233363" indent="0" defTabSz="457200">
              <a:spcBef>
                <a:spcPts val="0"/>
              </a:spcBef>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Kingdom</a:t>
            </a:r>
            <a:r>
              <a:rPr lang="en-US" sz="1200" dirty="0">
                <a:solidFill>
                  <a:prstClr val="black"/>
                </a:solidFill>
                <a:latin typeface="Courier New" panose="02070309020205020404" pitchFamily="49" charset="0"/>
                <a:cs typeface="Courier New" panose="02070309020205020404" pitchFamily="49" charset="0"/>
              </a:rPr>
              <a:t> context = Project.GetKingdom())</a:t>
            </a:r>
            <a:endParaRPr lang="en-US" sz="1200" dirty="0">
              <a:latin typeface="Courier New" panose="02070309020205020404" pitchFamily="49" charset="0"/>
              <a:cs typeface="Courier New" panose="02070309020205020404" pitchFamily="49" charset="0"/>
            </a:endParaRPr>
          </a:p>
          <a:p>
            <a:pPr marL="233363" indent="0" defTabSz="457200">
              <a:spcBef>
                <a:spcPts val="0"/>
              </a:spcBef>
              <a:buNone/>
            </a:pPr>
            <a:r>
              <a:rPr lang="en-US" sz="1200" dirty="0">
                <a:latin typeface="Courier New" panose="02070309020205020404" pitchFamily="49" charset="0"/>
                <a:cs typeface="Courier New" panose="02070309020205020404" pitchFamily="49" charset="0"/>
              </a:rPr>
              <a:t>{</a:t>
            </a:r>
          </a:p>
          <a:p>
            <a:pPr marL="233363" indent="0" defTabSz="457200">
              <a:spcBef>
                <a:spcPts val="0"/>
              </a:spcBef>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Well </a:t>
            </a:r>
            <a:r>
              <a:rPr lang="en-US" sz="1200" dirty="0">
                <a:latin typeface="Courier New" panose="02070309020205020404" pitchFamily="49" charset="0"/>
                <a:cs typeface="Courier New" panose="02070309020205020404" pitchFamily="49" charset="0"/>
              </a:rPr>
              <a:t>= context.Get&lt;Well&gt;(</a:t>
            </a:r>
            <a:r>
              <a:rPr lang="en-US" sz="1200" b="1" dirty="0">
                <a:solidFill>
                  <a:srgbClr val="FF0000"/>
                </a:solidFill>
                <a:latin typeface="Courier New" panose="02070309020205020404" pitchFamily="49" charset="0"/>
                <a:cs typeface="Courier New" panose="02070309020205020404" pitchFamily="49" charset="0"/>
              </a:rPr>
              <a:t>wellId</a:t>
            </a:r>
            <a:r>
              <a:rPr lang="en-US" sz="1200" dirty="0">
                <a:latin typeface="Courier New" panose="02070309020205020404" pitchFamily="49" charset="0"/>
                <a:cs typeface="Courier New" panose="02070309020205020404" pitchFamily="49" charset="0"/>
              </a:rPr>
              <a:t>);</a:t>
            </a:r>
          </a:p>
          <a:p>
            <a:pPr marL="233363" indent="0" defTabSz="457200">
              <a:spcBef>
                <a:spcPts val="0"/>
              </a:spcBef>
              <a:buNone/>
            </a:pPr>
            <a:r>
              <a:rPr lang="en-US" sz="1200" dirty="0">
                <a:latin typeface="Courier New" panose="02070309020205020404" pitchFamily="49" charset="0"/>
                <a:cs typeface="Courier New" panose="02070309020205020404" pitchFamily="49" charset="0"/>
              </a:rPr>
              <a:t>}</a:t>
            </a:r>
            <a:endParaRPr lang="en-US" dirty="0"/>
          </a:p>
          <a:p>
            <a:pPr marL="177800" lvl="1" indent="0" defTabSz="457200">
              <a:buNone/>
            </a:pPr>
            <a:endParaRPr lang="en-US" dirty="0"/>
          </a:p>
          <a:p>
            <a:pPr marL="177800" lvl="1" indent="0" defTabSz="457200">
              <a:buNone/>
            </a:pPr>
            <a:r>
              <a:rPr lang="en-US" dirty="0"/>
              <a:t>Note:</a:t>
            </a:r>
          </a:p>
          <a:p>
            <a:pPr marL="177800" lvl="1" indent="0" defTabSz="457200">
              <a:buNone/>
            </a:pPr>
            <a:r>
              <a:rPr lang="en-US" dirty="0"/>
              <a:t>This allows reading data that belongs to other Author</a:t>
            </a:r>
          </a:p>
          <a:p>
            <a:pPr marL="0" indent="0">
              <a:buNone/>
            </a:pPr>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20</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By One ID</a:t>
            </a:r>
          </a:p>
        </p:txBody>
      </p:sp>
    </p:spTree>
    <p:extLst>
      <p:ext uri="{BB962C8B-B14F-4D97-AF65-F5344CB8AC3E}">
        <p14:creationId xmlns:p14="http://schemas.microsoft.com/office/powerpoint/2010/main" val="1067685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233363" indent="-230188"/>
            <a:r>
              <a:rPr lang="en-US" dirty="0">
                <a:solidFill>
                  <a:prstClr val="black"/>
                </a:solidFill>
              </a:rPr>
              <a:t>Given a collection of Ids, the following function returns IEnumerable Collection</a:t>
            </a:r>
            <a:br>
              <a:rPr lang="en-US" dirty="0">
                <a:solidFill>
                  <a:prstClr val="black"/>
                </a:solidFill>
              </a:rPr>
            </a:br>
            <a:br>
              <a:rPr lang="en-US" dirty="0">
                <a:solidFill>
                  <a:prstClr val="black"/>
                </a:solidFill>
              </a:rPr>
            </a:b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&lt;TType&gt; Get&lt;TType&gt;(</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ids)</a:t>
            </a:r>
            <a:endParaRPr lang="en-US" sz="1200" dirty="0">
              <a:solidFill>
                <a:prstClr val="black"/>
              </a:solidFill>
              <a:latin typeface="Courier New" panose="02070309020205020404" pitchFamily="49" charset="0"/>
              <a:cs typeface="Courier New" panose="02070309020205020404" pitchFamily="49" charset="0"/>
            </a:endParaRPr>
          </a:p>
          <a:p>
            <a:pPr marL="233363" indent="-230188"/>
            <a:r>
              <a:rPr lang="en-US" dirty="0">
                <a:solidFill>
                  <a:prstClr val="black"/>
                </a:solidFill>
              </a:rPr>
              <a:t>Example:</a:t>
            </a:r>
            <a:br>
              <a:rPr lang="en-US" dirty="0">
                <a:solidFill>
                  <a:prstClr val="black"/>
                </a:solidFill>
              </a:rPr>
            </a:br>
            <a:endParaRPr lang="en-US" dirty="0">
              <a:solidFill>
                <a:prstClr val="black"/>
              </a:solidFill>
            </a:endParaRPr>
          </a:p>
          <a:p>
            <a:pPr marL="233363" lvl="1" indent="0" defTabSz="457200">
              <a:buNone/>
              <a:tabLst>
                <a:tab pos="457200" algn="l"/>
              </a:tabLst>
            </a:pPr>
            <a:r>
              <a:rPr lang="en-US" sz="1200" dirty="0">
                <a:solidFill>
                  <a:srgbClr val="0000FF"/>
                </a:solidFill>
                <a:latin typeface="Courier New" panose="02070309020205020404" pitchFamily="49" charset="0"/>
                <a:cs typeface="Courier New" panose="02070309020205020404" pitchFamily="49" charset="0"/>
              </a:rPr>
              <a:t>using</a:t>
            </a: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Kingdom</a:t>
            </a:r>
            <a:r>
              <a:rPr lang="en-US" sz="1200" dirty="0">
                <a:solidFill>
                  <a:prstClr val="black"/>
                </a:solidFill>
                <a:latin typeface="Courier New" panose="02070309020205020404" pitchFamily="49" charset="0"/>
                <a:cs typeface="Courier New" panose="02070309020205020404" pitchFamily="49" charset="0"/>
              </a:rPr>
              <a:t> context = Project.GetKingdom()) </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List</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Well</a:t>
            </a:r>
            <a:r>
              <a:rPr lang="en-US" sz="1200" dirty="0">
                <a:latin typeface="Courier New" panose="02070309020205020404" pitchFamily="49" charset="0"/>
                <a:cs typeface="Courier New" panose="02070309020205020404" pitchFamily="49" charset="0"/>
              </a:rPr>
              <a:t>&gt; wells = context.Get&lt;Well&gt;(</a:t>
            </a:r>
            <a:r>
              <a:rPr lang="en-US" sz="1200" b="1" dirty="0">
                <a:solidFill>
                  <a:srgbClr val="FF0000"/>
                </a:solidFill>
                <a:latin typeface="Courier New" panose="02070309020205020404" pitchFamily="49" charset="0"/>
                <a:cs typeface="Courier New" panose="02070309020205020404" pitchFamily="49" charset="0"/>
              </a:rPr>
              <a:t>wellIds</a:t>
            </a:r>
            <a:r>
              <a:rPr lang="en-US" sz="1200" dirty="0">
                <a:latin typeface="Courier New" panose="02070309020205020404" pitchFamily="49" charset="0"/>
                <a:cs typeface="Courier New" panose="02070309020205020404" pitchFamily="49" charset="0"/>
              </a:rPr>
              <a:t>).ToList();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a:p>
            <a:pPr marL="177800" lvl="1" indent="0" defTabSz="457200">
              <a:buNone/>
            </a:pPr>
            <a:r>
              <a:rPr lang="en-US" dirty="0"/>
              <a:t>Note:</a:t>
            </a:r>
          </a:p>
          <a:p>
            <a:pPr marL="177800" lvl="1" indent="0" defTabSz="457200">
              <a:buNone/>
            </a:pPr>
            <a:r>
              <a:rPr lang="en-US" dirty="0"/>
              <a:t>This allows reading data that belongs to other Author</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21</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By Collection of IDs</a:t>
            </a:r>
          </a:p>
        </p:txBody>
      </p:sp>
    </p:spTree>
    <p:extLst>
      <p:ext uri="{BB962C8B-B14F-4D97-AF65-F5344CB8AC3E}">
        <p14:creationId xmlns:p14="http://schemas.microsoft.com/office/powerpoint/2010/main" val="3073002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Visible-only Flag</a:t>
            </a:r>
          </a:p>
        </p:txBody>
      </p:sp>
      <p:sp>
        <p:nvSpPr>
          <p:cNvPr id="3" name="Content Placeholder 2"/>
          <p:cNvSpPr>
            <a:spLocks noGrp="1"/>
          </p:cNvSpPr>
          <p:nvPr>
            <p:ph idx="1"/>
          </p:nvPr>
        </p:nvSpPr>
        <p:spPr>
          <a:xfrm>
            <a:off x="468313" y="1575813"/>
            <a:ext cx="8207375" cy="4321175"/>
          </a:xfrm>
        </p:spPr>
        <p:txBody>
          <a:bodyPr/>
          <a:lstStyle/>
          <a:p>
            <a:r>
              <a:rPr lang="en-US" b="1" dirty="0"/>
              <a:t>Bool Flag</a:t>
            </a:r>
          </a:p>
          <a:p>
            <a:pPr lvl="1"/>
            <a:r>
              <a:rPr lang="en-US" dirty="0"/>
              <a:t>True</a:t>
            </a:r>
          </a:p>
          <a:p>
            <a:pPr lvl="2"/>
            <a:r>
              <a:rPr lang="en-US" dirty="0"/>
              <a:t>Gets </a:t>
            </a:r>
            <a:r>
              <a:rPr lang="en-US" b="1" dirty="0">
                <a:solidFill>
                  <a:srgbClr val="FF0000"/>
                </a:solidFill>
              </a:rPr>
              <a:t>ONLY </a:t>
            </a:r>
            <a:r>
              <a:rPr lang="en-US" dirty="0"/>
              <a:t>the objects which are visible on Project Tree</a:t>
            </a:r>
          </a:p>
          <a:p>
            <a:pPr lvl="1"/>
            <a:r>
              <a:rPr lang="en-US" dirty="0"/>
              <a:t>False</a:t>
            </a:r>
          </a:p>
          <a:p>
            <a:pPr lvl="2"/>
            <a:r>
              <a:rPr lang="en-US" dirty="0"/>
              <a:t>Gets </a:t>
            </a:r>
            <a:r>
              <a:rPr lang="en-US" b="1" dirty="0">
                <a:solidFill>
                  <a:srgbClr val="FF0000"/>
                </a:solidFill>
              </a:rPr>
              <a:t>ALL</a:t>
            </a:r>
            <a:r>
              <a:rPr lang="en-US" dirty="0">
                <a:solidFill>
                  <a:srgbClr val="FF0000"/>
                </a:solidFill>
              </a:rPr>
              <a:t> </a:t>
            </a:r>
            <a:r>
              <a:rPr lang="en-US" dirty="0"/>
              <a:t>the objects irrespective of object visibility</a:t>
            </a:r>
          </a:p>
          <a:p>
            <a:pPr marL="393192" lvl="1" indent="0">
              <a:buNone/>
            </a:pPr>
            <a:endParaRPr lang="en-US" dirty="0"/>
          </a:p>
          <a:p>
            <a:pPr marL="109728" lvl="0" indent="0" defTabSz="457200">
              <a:buClr>
                <a:srgbClr val="2DA2BF"/>
              </a:buClr>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Kingdom</a:t>
            </a:r>
            <a:r>
              <a:rPr lang="en-US" sz="1200" dirty="0">
                <a:solidFill>
                  <a:prstClr val="black"/>
                </a:solidFill>
                <a:latin typeface="Courier New" panose="02070309020205020404" pitchFamily="49" charset="0"/>
                <a:cs typeface="Courier New" panose="02070309020205020404" pitchFamily="49" charset="0"/>
              </a:rPr>
              <a:t> context = Project.GetKingdom()) </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List</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Well</a:t>
            </a:r>
            <a:r>
              <a:rPr lang="en-US" sz="1200" dirty="0">
                <a:latin typeface="Courier New" panose="02070309020205020404" pitchFamily="49" charset="0"/>
                <a:cs typeface="Courier New" panose="02070309020205020404" pitchFamily="49" charset="0"/>
              </a:rPr>
              <a:t>&gt; wells = context.Get&lt;</a:t>
            </a:r>
            <a:r>
              <a:rPr lang="en-US" sz="1200" dirty="0">
                <a:solidFill>
                  <a:srgbClr val="2B91AF"/>
                </a:solidFill>
                <a:latin typeface="Courier New" panose="02070309020205020404" pitchFamily="49" charset="0"/>
                <a:cs typeface="Courier New" panose="02070309020205020404" pitchFamily="49" charset="0"/>
              </a:rPr>
              <a:t>Well</a:t>
            </a:r>
            <a:r>
              <a:rPr lang="en-US" sz="1200" dirty="0">
                <a:latin typeface="Courier New" panose="02070309020205020404" pitchFamily="49" charset="0"/>
                <a:cs typeface="Courier New" panose="02070309020205020404" pitchFamily="49" charset="0"/>
              </a:rPr>
              <a:t>&gt;(</a:t>
            </a:r>
            <a:r>
              <a:rPr lang="en-US" sz="1200" dirty="0">
                <a:solidFill>
                  <a:srgbClr val="0000FF"/>
                </a:solidFill>
                <a:latin typeface="Courier New" panose="02070309020205020404" pitchFamily="49" charset="0"/>
                <a:cs typeface="Courier New" panose="02070309020205020404" pitchFamily="49" charset="0"/>
              </a:rPr>
              <a:t>null</a:t>
            </a:r>
            <a:r>
              <a:rPr lang="en-US" sz="1200" dirty="0">
                <a:latin typeface="Courier New" panose="02070309020205020404" pitchFamily="49" charset="0"/>
                <a:cs typeface="Courier New" panose="02070309020205020404" pitchFamily="49" charset="0"/>
              </a:rPr>
              <a:t>, </a:t>
            </a:r>
            <a:r>
              <a:rPr lang="en-US" sz="1200" b="1" dirty="0">
                <a:solidFill>
                  <a:srgbClr val="FF0000"/>
                </a:solidFill>
                <a:latin typeface="Courier New" panose="02070309020205020404" pitchFamily="49" charset="0"/>
                <a:cs typeface="Courier New" panose="02070309020205020404" pitchFamily="49" charset="0"/>
              </a:rPr>
              <a:t>true</a:t>
            </a:r>
            <a:r>
              <a:rPr lang="en-US" sz="1200" dirty="0">
                <a:latin typeface="Courier New" panose="02070309020205020404" pitchFamily="49" charset="0"/>
                <a:cs typeface="Courier New" panose="02070309020205020404" pitchFamily="49" charset="0"/>
              </a:rPr>
              <a:t>).ToList();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p:txBody>
      </p:sp>
      <p:sp>
        <p:nvSpPr>
          <p:cNvPr id="4" name="Slide Number Placeholder 3"/>
          <p:cNvSpPr>
            <a:spLocks noGrp="1"/>
          </p:cNvSpPr>
          <p:nvPr>
            <p:ph type="sldNum" sz="quarter" idx="12"/>
          </p:nvPr>
        </p:nvSpPr>
        <p:spPr/>
        <p:txBody>
          <a:bodyPr/>
          <a:lstStyle/>
          <a:p>
            <a:fld id="{4704619B-9823-F845-874B-2390AC991BC7}" type="slidenum">
              <a:rPr lang="en-US" smtClean="0"/>
              <a:t>22</a:t>
            </a:fld>
            <a:endParaRPr lang="en-US" dirty="0"/>
          </a:p>
        </p:txBody>
      </p:sp>
    </p:spTree>
    <p:extLst>
      <p:ext uri="{BB962C8B-B14F-4D97-AF65-F5344CB8AC3E}">
        <p14:creationId xmlns:p14="http://schemas.microsoft.com/office/powerpoint/2010/main" val="266331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a:t>
            </a:r>
          </a:p>
        </p:txBody>
      </p:sp>
      <p:sp>
        <p:nvSpPr>
          <p:cNvPr id="3" name="Content Placeholder 2"/>
          <p:cNvSpPr>
            <a:spLocks noGrp="1"/>
          </p:cNvSpPr>
          <p:nvPr>
            <p:ph idx="1"/>
          </p:nvPr>
        </p:nvSpPr>
        <p:spPr>
          <a:xfrm>
            <a:off x="483553" y="1600200"/>
            <a:ext cx="8207375" cy="4321175"/>
          </a:xfrm>
        </p:spPr>
        <p:txBody>
          <a:bodyPr/>
          <a:lstStyle/>
          <a:p>
            <a:r>
              <a:rPr lang="en-US" dirty="0"/>
              <a:t>Process of selecting data in a different shape</a:t>
            </a:r>
          </a:p>
          <a:p>
            <a:r>
              <a:rPr lang="en-US" dirty="0"/>
              <a:t>When querying a complete record, using project has a better performance than getting the whole object</a:t>
            </a:r>
          </a:p>
          <a:p>
            <a:r>
              <a:rPr lang="en-US" dirty="0"/>
              <a:t>Too many navigation properties cannot be handled by Oracle</a:t>
            </a:r>
          </a:p>
          <a:p>
            <a:r>
              <a:rPr lang="en-US" dirty="0"/>
              <a:t>Example:</a:t>
            </a:r>
            <a:br>
              <a:rPr lang="en-US" dirty="0"/>
            </a:br>
            <a:endParaRPr lang="en-US" dirty="0"/>
          </a:p>
          <a:p>
            <a:pPr marL="115888" lvl="1" indent="0" defTabSz="457200">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latin typeface="Courier New" panose="02070309020205020404" pitchFamily="49" charset="0"/>
                <a:cs typeface="Courier New" panose="02070309020205020404" pitchFamily="49" charset="0"/>
              </a:rPr>
              <a:t> context = Project.GetKingdom())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List</a:t>
            </a:r>
            <a:r>
              <a:rPr lang="en-US" sz="1100" dirty="0">
                <a:latin typeface="Courier New" panose="02070309020205020404" pitchFamily="49" charset="0"/>
                <a:cs typeface="Courier New" panose="02070309020205020404" pitchFamily="49" charset="0"/>
              </a:rPr>
              <a:t>&lt;</a:t>
            </a:r>
            <a:r>
              <a:rPr lang="en-US" sz="1100" dirty="0">
                <a:solidFill>
                  <a:srgbClr val="2B91AF"/>
                </a:solidFill>
                <a:latin typeface="Courier New" panose="02070309020205020404" pitchFamily="49" charset="0"/>
                <a:cs typeface="Courier New" panose="02070309020205020404" pitchFamily="49" charset="0"/>
              </a:rPr>
              <a:t>WellBore</a:t>
            </a:r>
            <a:r>
              <a:rPr lang="en-US" sz="1100" dirty="0">
                <a:latin typeface="Courier New" panose="02070309020205020404" pitchFamily="49" charset="0"/>
                <a:cs typeface="Courier New" panose="02070309020205020404" pitchFamily="49" charset="0"/>
              </a:rPr>
              <a:t>&gt; WellBore = context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.Get(</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Smt.Entities.</a:t>
            </a:r>
            <a:r>
              <a:rPr lang="en-US" sz="1100" dirty="0">
                <a:solidFill>
                  <a:srgbClr val="2B91AF"/>
                </a:solidFill>
                <a:latin typeface="Courier New" panose="02070309020205020404" pitchFamily="49" charset="0"/>
                <a:cs typeface="Courier New" panose="02070309020205020404" pitchFamily="49" charset="0"/>
              </a:rPr>
              <a:t>Borehole</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 =&gt; </a:t>
            </a:r>
            <a:r>
              <a:rPr lang="en-US" sz="1100" dirty="0">
                <a:solidFill>
                  <a:srgbClr val="0000FF"/>
                </a:solidFill>
                <a:latin typeface="Courier New" panose="02070309020205020404" pitchFamily="49" charset="0"/>
                <a:cs typeface="Courier New" panose="02070309020205020404" pitchFamily="49" charset="0"/>
              </a:rPr>
              <a:t>new IPBoreHole</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b="1" dirty="0">
                <a:solidFill>
                  <a:srgbClr val="FF0000"/>
                </a:solidFill>
                <a:latin typeface="Courier New" panose="02070309020205020404" pitchFamily="49" charset="0"/>
                <a:cs typeface="Courier New" panose="02070309020205020404" pitchFamily="49" charset="0"/>
              </a:rPr>
              <a:t>b.Id, </a:t>
            </a:r>
            <a:br>
              <a:rPr lang="en-US" sz="1100" b="1" dirty="0">
                <a:solidFill>
                  <a:srgbClr val="FF0000"/>
                </a:solidFill>
                <a:latin typeface="Courier New" panose="02070309020205020404" pitchFamily="49" charset="0"/>
                <a:cs typeface="Courier New" panose="02070309020205020404" pitchFamily="49" charset="0"/>
              </a:rPr>
            </a:br>
            <a:r>
              <a:rPr lang="en-US" sz="1100" b="1" dirty="0">
                <a:solidFill>
                  <a:srgbClr val="FF0000"/>
                </a:solidFill>
                <a:latin typeface="Courier New" panose="02070309020205020404" pitchFamily="49" charset="0"/>
                <a:cs typeface="Courier New" panose="02070309020205020404" pitchFamily="49" charset="0"/>
              </a:rPr>
              <a:t>				BoreName = b.Name,</a:t>
            </a:r>
            <a:br>
              <a:rPr lang="en-US" sz="1100" b="1" dirty="0">
                <a:solidFill>
                  <a:srgbClr val="FF0000"/>
                </a:solidFill>
                <a:latin typeface="Courier New" panose="02070309020205020404" pitchFamily="49" charset="0"/>
                <a:cs typeface="Courier New" panose="02070309020205020404" pitchFamily="49" charset="0"/>
              </a:rPr>
            </a:br>
            <a:r>
              <a:rPr lang="en-US" sz="1100" b="1" dirty="0">
                <a:solidFill>
                  <a:srgbClr val="FF0000"/>
                </a:solidFill>
                <a:latin typeface="Courier New" panose="02070309020205020404" pitchFamily="49" charset="0"/>
                <a:cs typeface="Courier New" panose="02070309020205020404" pitchFamily="49" charset="0"/>
              </a:rPr>
              <a:t>				WellName = b.Well.Name, </a:t>
            </a:r>
            <a:br>
              <a:rPr lang="en-US" sz="1100" b="1" dirty="0">
                <a:solidFill>
                  <a:srgbClr val="FF0000"/>
                </a:solidFill>
                <a:latin typeface="Courier New" panose="02070309020205020404" pitchFamily="49" charset="0"/>
                <a:cs typeface="Courier New" panose="02070309020205020404" pitchFamily="49" charset="0"/>
              </a:rPr>
            </a:br>
            <a:r>
              <a:rPr lang="en-US" sz="1100" b="1" dirty="0">
                <a:solidFill>
                  <a:srgbClr val="FF0000"/>
                </a:solidFill>
                <a:latin typeface="Courier New" panose="02070309020205020404" pitchFamily="49" charset="0"/>
                <a:cs typeface="Courier New" panose="02070309020205020404" pitchFamily="49" charset="0"/>
              </a:rPr>
              <a:t>				b.Well.WellNumber</a:t>
            </a:r>
            <a:br>
              <a:rPr lang="en-US" sz="1100" b="1" dirty="0">
                <a:solidFill>
                  <a:srgbClr val="FF0000"/>
                </a:solidFill>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.ToList();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23</a:t>
            </a:fld>
            <a:endParaRPr lang="en-US" dirty="0"/>
          </a:p>
        </p:txBody>
      </p:sp>
    </p:spTree>
    <p:extLst>
      <p:ext uri="{BB962C8B-B14F-4D97-AF65-F5344CB8AC3E}">
        <p14:creationId xmlns:p14="http://schemas.microsoft.com/office/powerpoint/2010/main" val="2387657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TResult&gt;(</a:t>
            </a:r>
          </a:p>
          <a:p>
            <a:pPr marL="4762" indent="0" defTabSz="457200">
              <a:buNone/>
            </a:pPr>
            <a:r>
              <a:rPr lang="en-US" sz="1200" dirty="0">
                <a:latin typeface="Courier New" panose="02070309020205020404" pitchFamily="49" charset="0"/>
                <a:cs typeface="Courier New" panose="02070309020205020404" pitchFamily="49" charset="0"/>
              </a:rPr>
              <a:t>			TType entityTypeSpecifier, </a:t>
            </a:r>
          </a:p>
          <a:p>
            <a:pPr marL="4762" indent="0" defTabSz="457200">
              <a:buNone/>
            </a:pPr>
            <a:r>
              <a:rPr lang="en-US" sz="1200" dirty="0">
                <a:solidFill>
                  <a:srgbClr val="2B91AF"/>
                </a:solidFill>
                <a:latin typeface="Courier New" panose="02070309020205020404" pitchFamily="49" charset="0"/>
                <a:cs typeface="Courier New" panose="02070309020205020404" pitchFamily="49" charset="0"/>
              </a:rPr>
              <a:t>			IEnumerable</a:t>
            </a:r>
            <a:r>
              <a:rPr lang="en-US" sz="1200" dirty="0">
                <a:latin typeface="Courier New" panose="02070309020205020404" pitchFamily="49" charset="0"/>
                <a:cs typeface="Courier New" panose="02070309020205020404" pitchFamily="49" charset="0"/>
              </a:rPr>
              <a:t>&lt;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ids, </a:t>
            </a:r>
          </a:p>
          <a:p>
            <a:pPr marL="4762"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 </a:t>
            </a:r>
          </a:p>
          <a:p>
            <a:pPr marL="4762" indent="0" defTabSz="457200">
              <a:buNone/>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visibleOnly)</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24</a:t>
            </a:fld>
            <a:endParaRPr lang="en-US" dirty="0"/>
          </a:p>
        </p:txBody>
      </p:sp>
      <p:sp>
        <p:nvSpPr>
          <p:cNvPr id="5" name="Text Placeholder 4"/>
          <p:cNvSpPr>
            <a:spLocks noGrp="1"/>
          </p:cNvSpPr>
          <p:nvPr>
            <p:ph type="body" sz="quarter" idx="13"/>
          </p:nvPr>
        </p:nvSpPr>
        <p:spPr>
          <a:xfrm>
            <a:off x="468313" y="1389888"/>
            <a:ext cx="8207375" cy="620683"/>
          </a:xfrm>
        </p:spPr>
        <p:txBody>
          <a:bodyPr/>
          <a:lstStyle/>
          <a:p>
            <a:r>
              <a:rPr lang="en-US" dirty="0"/>
              <a:t>With Projection &amp; By VisibleOnly flag</a:t>
            </a:r>
          </a:p>
          <a:p>
            <a:endParaRPr lang="en-US" dirty="0"/>
          </a:p>
        </p:txBody>
      </p:sp>
    </p:spTree>
    <p:extLst>
      <p:ext uri="{BB962C8B-B14F-4D97-AF65-F5344CB8AC3E}">
        <p14:creationId xmlns:p14="http://schemas.microsoft.com/office/powerpoint/2010/main" val="2261075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a:t>
            </a:r>
          </a:p>
        </p:txBody>
      </p:sp>
      <p:sp>
        <p:nvSpPr>
          <p:cNvPr id="3" name="Content Placeholder 2"/>
          <p:cNvSpPr>
            <a:spLocks noGrp="1"/>
          </p:cNvSpPr>
          <p:nvPr>
            <p:ph idx="1"/>
          </p:nvPr>
        </p:nvSpPr>
        <p:spPr>
          <a:xfrm>
            <a:off x="468311" y="1609786"/>
            <a:ext cx="8207375" cy="4321175"/>
          </a:xfrm>
        </p:spPr>
        <p:txBody>
          <a:bodyPr/>
          <a:lstStyle/>
          <a:p>
            <a:pPr lvl="0">
              <a:buClr>
                <a:srgbClr val="2DA2BF"/>
              </a:buClr>
            </a:pPr>
            <a:r>
              <a:rPr lang="en-US" dirty="0">
                <a:solidFill>
                  <a:prstClr val="black"/>
                </a:solidFill>
              </a:rPr>
              <a:t>Predicate helps user of SDK to query based on the existing properties of the entity</a:t>
            </a:r>
          </a:p>
          <a:p>
            <a:pPr lvl="1">
              <a:buClr>
                <a:srgbClr val="2DA2BF"/>
              </a:buClr>
            </a:pPr>
            <a:r>
              <a:rPr lang="en-US" dirty="0">
                <a:solidFill>
                  <a:prstClr val="black"/>
                </a:solidFill>
              </a:rPr>
              <a:t>Null:</a:t>
            </a:r>
          </a:p>
          <a:p>
            <a:pPr lvl="2">
              <a:buClr>
                <a:srgbClr val="2DA2BF"/>
              </a:buClr>
            </a:pPr>
            <a:r>
              <a:rPr lang="en-US" dirty="0">
                <a:solidFill>
                  <a:prstClr val="black"/>
                </a:solidFill>
              </a:rPr>
              <a:t>Gets all the objects existing in the database for that entity</a:t>
            </a:r>
          </a:p>
          <a:p>
            <a:pPr>
              <a:buClr>
                <a:srgbClr val="2DA2BF"/>
              </a:buClr>
            </a:pPr>
            <a:r>
              <a:rPr lang="en-US" dirty="0">
                <a:solidFill>
                  <a:prstClr val="black"/>
                </a:solidFill>
              </a:rPr>
              <a:t>Example:</a:t>
            </a:r>
            <a:endParaRPr lang="en-US" dirty="0">
              <a:solidFill>
                <a:srgbClr val="2B91AF"/>
              </a:solidFill>
            </a:endParaRPr>
          </a:p>
          <a:p>
            <a:pPr marL="109728" indent="0">
              <a:buNone/>
            </a:pPr>
            <a:endParaRPr lang="en-US" sz="1050" dirty="0">
              <a:solidFill>
                <a:srgbClr val="2B91AF"/>
              </a:solidFill>
              <a:latin typeface="Courier New" panose="02070309020205020404" pitchFamily="49" charset="0"/>
              <a:cs typeface="Courier New" panose="02070309020205020404" pitchFamily="49" charset="0"/>
            </a:endParaRPr>
          </a:p>
          <a:p>
            <a:pPr marL="109728" indent="0">
              <a:buNone/>
            </a:pPr>
            <a:r>
              <a:rPr lang="en-US" sz="1050" dirty="0">
                <a:solidFill>
                  <a:srgbClr val="2B91AF"/>
                </a:solidFill>
                <a:latin typeface="Courier New" panose="02070309020205020404" pitchFamily="49" charset="0"/>
                <a:cs typeface="Courier New" panose="02070309020205020404" pitchFamily="49" charset="0"/>
              </a:rPr>
              <a:t>List</a:t>
            </a:r>
            <a:r>
              <a:rPr lang="en-US" sz="1050" dirty="0">
                <a:latin typeface="Courier New" panose="02070309020205020404" pitchFamily="49" charset="0"/>
                <a:cs typeface="Courier New" panose="02070309020205020404" pitchFamily="49" charset="0"/>
              </a:rPr>
              <a:t>&lt;</a:t>
            </a:r>
            <a:r>
              <a:rPr lang="en-US" sz="1050" dirty="0">
                <a:solidFill>
                  <a:srgbClr val="2B91AF"/>
                </a:solidFill>
                <a:latin typeface="Courier New" panose="02070309020205020404" pitchFamily="49" charset="0"/>
                <a:cs typeface="Courier New" panose="02070309020205020404" pitchFamily="49" charset="0"/>
              </a:rPr>
              <a:t>FormationTopName</a:t>
            </a:r>
            <a:r>
              <a:rPr lang="en-US" sz="1050" dirty="0">
                <a:latin typeface="Courier New" panose="02070309020205020404" pitchFamily="49" charset="0"/>
                <a:cs typeface="Courier New" panose="02070309020205020404" pitchFamily="49" charset="0"/>
              </a:rPr>
              <a:t>&gt; formationTopNames;                 </a:t>
            </a:r>
          </a:p>
          <a:p>
            <a:pPr marL="109728" lvl="0" indent="0" defTabSz="457200">
              <a:buClr>
                <a:srgbClr val="2DA2BF"/>
              </a:buClr>
              <a:buNone/>
            </a:pPr>
            <a:r>
              <a:rPr lang="en-US" sz="1050" dirty="0">
                <a:solidFill>
                  <a:srgbClr val="0000FF"/>
                </a:solidFill>
                <a:latin typeface="Courier New" panose="02070309020205020404" pitchFamily="49" charset="0"/>
                <a:cs typeface="Courier New" panose="02070309020205020404" pitchFamily="49" charset="0"/>
              </a:rPr>
              <a:t>using</a:t>
            </a:r>
            <a:r>
              <a:rPr lang="en-US" sz="1050" dirty="0">
                <a:solidFill>
                  <a:prstClr val="black"/>
                </a:solidFill>
                <a:latin typeface="Courier New" panose="02070309020205020404" pitchFamily="49" charset="0"/>
                <a:cs typeface="Courier New" panose="02070309020205020404" pitchFamily="49" charset="0"/>
              </a:rPr>
              <a:t> (</a:t>
            </a:r>
            <a:r>
              <a:rPr lang="en-US" sz="1050" dirty="0">
                <a:solidFill>
                  <a:srgbClr val="2B91AF"/>
                </a:solidFill>
                <a:latin typeface="Courier New" panose="02070309020205020404" pitchFamily="49" charset="0"/>
                <a:cs typeface="Courier New" panose="02070309020205020404" pitchFamily="49" charset="0"/>
              </a:rPr>
              <a:t>Kingdom</a:t>
            </a:r>
            <a:r>
              <a:rPr lang="en-US" sz="1050" dirty="0">
                <a:solidFill>
                  <a:prstClr val="black"/>
                </a:solidFill>
                <a:latin typeface="Courier New" panose="02070309020205020404" pitchFamily="49" charset="0"/>
                <a:cs typeface="Courier New" panose="02070309020205020404" pitchFamily="49" charset="0"/>
              </a:rPr>
              <a:t> context = Project.GetKingdom()) </a:t>
            </a:r>
            <a:br>
              <a:rPr lang="en-US" sz="1050" dirty="0">
                <a:solidFill>
                  <a:prstClr val="black"/>
                </a:solidFill>
                <a:latin typeface="Courier New" panose="02070309020205020404" pitchFamily="49" charset="0"/>
                <a:cs typeface="Courier New" panose="02070309020205020404" pitchFamily="49" charset="0"/>
              </a:rPr>
            </a:br>
            <a:r>
              <a:rPr lang="en-US" sz="1050" dirty="0">
                <a:solidFill>
                  <a:prstClr val="black"/>
                </a:solidFill>
                <a:latin typeface="Courier New" panose="02070309020205020404" pitchFamily="49" charset="0"/>
                <a:cs typeface="Courier New" panose="02070309020205020404" pitchFamily="49" charset="0"/>
              </a:rPr>
              <a:t>{</a:t>
            </a:r>
            <a:br>
              <a:rPr lang="en-US" sz="1050" dirty="0">
                <a:solidFill>
                  <a:prstClr val="black"/>
                </a:solidFill>
                <a:latin typeface="Courier New" panose="02070309020205020404" pitchFamily="49" charset="0"/>
                <a:cs typeface="Courier New" panose="02070309020205020404" pitchFamily="49" charset="0"/>
              </a:rPr>
            </a:br>
            <a:r>
              <a:rPr lang="en-US" sz="1050" dirty="0">
                <a:solidFill>
                  <a:prstClr val="black"/>
                </a:solidFill>
                <a:latin typeface="Courier New" panose="02070309020205020404" pitchFamily="49" charset="0"/>
                <a:cs typeface="Courier New" panose="02070309020205020404" pitchFamily="49" charset="0"/>
              </a:rPr>
              <a:t>	</a:t>
            </a:r>
            <a:r>
              <a:rPr lang="en-US" sz="1050" dirty="0">
                <a:latin typeface="Courier New" panose="02070309020205020404" pitchFamily="49" charset="0"/>
                <a:cs typeface="Courier New" panose="02070309020205020404" pitchFamily="49" charset="0"/>
              </a:rPr>
              <a:t>formationTopNames = context.Get&lt;FormationTopName&gt;(</a:t>
            </a:r>
            <a:r>
              <a:rPr lang="en-US" sz="1050" b="1" dirty="0">
                <a:solidFill>
                  <a:srgbClr val="FF0000"/>
                </a:solidFill>
                <a:latin typeface="Courier New" panose="02070309020205020404" pitchFamily="49" charset="0"/>
                <a:cs typeface="Courier New" panose="02070309020205020404" pitchFamily="49" charset="0"/>
              </a:rPr>
              <a:t>null</a:t>
            </a:r>
            <a:r>
              <a:rPr lang="en-US" sz="1050" dirty="0">
                <a:latin typeface="Courier New" panose="02070309020205020404" pitchFamily="49" charset="0"/>
                <a:cs typeface="Courier New" panose="02070309020205020404" pitchFamily="49" charset="0"/>
              </a:rPr>
              <a:t>, </a:t>
            </a:r>
            <a:r>
              <a:rPr lang="en-US" sz="1050" dirty="0">
                <a:solidFill>
                  <a:srgbClr val="0000FF"/>
                </a:solidFill>
                <a:latin typeface="Courier New" panose="02070309020205020404" pitchFamily="49" charset="0"/>
                <a:cs typeface="Courier New" panose="02070309020205020404" pitchFamily="49" charset="0"/>
              </a:rPr>
              <a:t>false</a:t>
            </a:r>
            <a:r>
              <a:rPr lang="en-US" sz="1050" dirty="0">
                <a:latin typeface="Courier New" panose="02070309020205020404" pitchFamily="49" charset="0"/>
                <a:cs typeface="Courier New" panose="02070309020205020404" pitchFamily="49" charset="0"/>
              </a:rPr>
              <a:t>).ToList();</a:t>
            </a:r>
            <a:br>
              <a:rPr lang="en-US" sz="1050" dirty="0">
                <a:latin typeface="Courier New" panose="02070309020205020404" pitchFamily="49" charset="0"/>
                <a:cs typeface="Courier New" panose="02070309020205020404" pitchFamily="49" charset="0"/>
              </a:rPr>
            </a:br>
            <a:r>
              <a:rPr lang="en-US" sz="1050" dirty="0">
                <a:latin typeface="Courier New" panose="02070309020205020404" pitchFamily="49" charset="0"/>
                <a:cs typeface="Courier New" panose="02070309020205020404" pitchFamily="49" charset="0"/>
              </a:rPr>
              <a:t>	formationTopNames = context.Get&lt;FormationTopName&gt;(</a:t>
            </a:r>
            <a:r>
              <a:rPr lang="en-US" sz="1050" b="1" dirty="0">
                <a:solidFill>
                  <a:srgbClr val="FF0000"/>
                </a:solidFill>
                <a:latin typeface="Courier New" panose="02070309020205020404" pitchFamily="49" charset="0"/>
                <a:cs typeface="Courier New" panose="02070309020205020404" pitchFamily="49" charset="0"/>
              </a:rPr>
              <a:t>t =&gt; t.OwningAuthorId == 1200</a:t>
            </a:r>
            <a:r>
              <a:rPr lang="en-US" sz="1050" dirty="0">
                <a:latin typeface="Courier New" panose="02070309020205020404" pitchFamily="49" charset="0"/>
                <a:cs typeface="Courier New" panose="02070309020205020404" pitchFamily="49" charset="0"/>
              </a:rPr>
              <a:t>,</a:t>
            </a:r>
            <a:r>
              <a:rPr lang="en-US" sz="1050" dirty="0">
                <a:solidFill>
                  <a:srgbClr val="0000FF"/>
                </a:solidFill>
                <a:latin typeface="Courier New" panose="02070309020205020404" pitchFamily="49" charset="0"/>
                <a:cs typeface="Courier New" panose="02070309020205020404" pitchFamily="49" charset="0"/>
              </a:rPr>
              <a:t>false</a:t>
            </a:r>
            <a:r>
              <a:rPr lang="en-US" sz="1050" dirty="0">
                <a:latin typeface="Courier New" panose="02070309020205020404" pitchFamily="49" charset="0"/>
                <a:cs typeface="Courier New" panose="02070309020205020404" pitchFamily="49" charset="0"/>
              </a:rPr>
              <a:t>).ToList();</a:t>
            </a:r>
            <a:br>
              <a:rPr lang="en-US" sz="1050" dirty="0">
                <a:latin typeface="Courier New" panose="02070309020205020404" pitchFamily="49" charset="0"/>
                <a:cs typeface="Courier New" panose="02070309020205020404" pitchFamily="49" charset="0"/>
              </a:rPr>
            </a:br>
            <a:r>
              <a:rPr lang="en-US" sz="1050" dirty="0">
                <a:latin typeface="Courier New" panose="02070309020205020404" pitchFamily="49" charset="0"/>
                <a:cs typeface="Courier New" panose="02070309020205020404" pitchFamily="49" charset="0"/>
              </a:rPr>
              <a:t>}</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25</a:t>
            </a:fld>
            <a:endParaRPr lang="en-US" dirty="0"/>
          </a:p>
        </p:txBody>
      </p:sp>
    </p:spTree>
    <p:extLst>
      <p:ext uri="{BB962C8B-B14F-4D97-AF65-F5344CB8AC3E}">
        <p14:creationId xmlns:p14="http://schemas.microsoft.com/office/powerpoint/2010/main" val="620526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&lt;TType&gt; Get&lt;TType&gt;(</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predicate, </a:t>
            </a:r>
          </a:p>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visibleOnly) </a:t>
            </a:r>
          </a:p>
        </p:txBody>
      </p:sp>
      <p:sp>
        <p:nvSpPr>
          <p:cNvPr id="4" name="Slide Number Placeholder 3"/>
          <p:cNvSpPr>
            <a:spLocks noGrp="1"/>
          </p:cNvSpPr>
          <p:nvPr>
            <p:ph type="sldNum" sz="quarter" idx="12"/>
          </p:nvPr>
        </p:nvSpPr>
        <p:spPr/>
        <p:txBody>
          <a:bodyPr/>
          <a:lstStyle/>
          <a:p>
            <a:fld id="{4704619B-9823-F845-874B-2390AC991BC7}" type="slidenum">
              <a:rPr lang="en-US" smtClean="0"/>
              <a:t>26</a:t>
            </a:fld>
            <a:endParaRPr lang="en-US" dirty="0"/>
          </a:p>
        </p:txBody>
      </p:sp>
      <p:sp>
        <p:nvSpPr>
          <p:cNvPr id="5" name="Text Placeholder 4"/>
          <p:cNvSpPr>
            <a:spLocks noGrp="1"/>
          </p:cNvSpPr>
          <p:nvPr>
            <p:ph type="body" sz="quarter" idx="13"/>
          </p:nvPr>
        </p:nvSpPr>
        <p:spPr>
          <a:xfrm>
            <a:off x="468313" y="1389888"/>
            <a:ext cx="8207375" cy="620683"/>
          </a:xfrm>
        </p:spPr>
        <p:txBody>
          <a:bodyPr/>
          <a:lstStyle/>
          <a:p>
            <a:r>
              <a:rPr lang="en-US" dirty="0"/>
              <a:t>With Predicate &amp; By VisibleOnly flag</a:t>
            </a:r>
          </a:p>
          <a:p>
            <a:endParaRPr lang="en-US" dirty="0"/>
          </a:p>
        </p:txBody>
      </p:sp>
    </p:spTree>
    <p:extLst>
      <p:ext uri="{BB962C8B-B14F-4D97-AF65-F5344CB8AC3E}">
        <p14:creationId xmlns:p14="http://schemas.microsoft.com/office/powerpoint/2010/main" val="2722072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tabLst>
                <a:tab pos="457200" algn="l"/>
              </a:tabLst>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TResult&gt;(</a:t>
            </a:r>
          </a:p>
          <a:p>
            <a:pPr marL="177800" lvl="1" indent="0" defTabSz="457200">
              <a:buNone/>
              <a:tabLst>
                <a:tab pos="457200" algn="l"/>
              </a:tabLst>
            </a:pPr>
            <a:r>
              <a:rPr lang="en-US" sz="1200" dirty="0">
                <a:latin typeface="Courier New" panose="02070309020205020404" pitchFamily="49" charset="0"/>
                <a:cs typeface="Courier New" panose="02070309020205020404" pitchFamily="49" charset="0"/>
              </a:rPr>
              <a:t>			TType entityTypeSpecifier, </a:t>
            </a:r>
          </a:p>
          <a:p>
            <a:pPr marL="177800" lvl="1" indent="0" defTabSz="457200">
              <a:buNone/>
              <a:tabLst>
                <a:tab pos="457200" algn="l"/>
              </a:tabLst>
            </a:pPr>
            <a:r>
              <a:rPr lang="en-US" sz="1200" dirty="0">
                <a:solidFill>
                  <a:srgbClr val="2B91AF"/>
                </a:solidFill>
                <a:latin typeface="Courier New" panose="02070309020205020404" pitchFamily="49" charset="0"/>
                <a:cs typeface="Courier New" panose="02070309020205020404" pitchFamily="49" charset="0"/>
              </a:rPr>
              <a:t>			IEnumerable</a:t>
            </a:r>
            <a:r>
              <a:rPr lang="en-US" sz="1200" dirty="0">
                <a:latin typeface="Courier New" panose="02070309020205020404" pitchFamily="49" charset="0"/>
                <a:cs typeface="Courier New" panose="02070309020205020404" pitchFamily="49" charset="0"/>
              </a:rPr>
              <a:t>&lt;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ids, </a:t>
            </a:r>
          </a:p>
          <a:p>
            <a:pPr marL="177800" lvl="1" indent="0" defTabSz="457200">
              <a:buNone/>
              <a:tabLst>
                <a:tab pos="457200" algn="l"/>
              </a:tabLst>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 </a:t>
            </a:r>
          </a:p>
          <a:p>
            <a:pPr marL="177800" lvl="1" indent="0" defTabSz="457200">
              <a:buNone/>
              <a:tabLst>
                <a:tab pos="457200" algn="l"/>
              </a:tabLst>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visibleOnly)</a:t>
            </a:r>
          </a:p>
        </p:txBody>
      </p:sp>
      <p:sp>
        <p:nvSpPr>
          <p:cNvPr id="4" name="Slide Number Placeholder 3"/>
          <p:cNvSpPr>
            <a:spLocks noGrp="1"/>
          </p:cNvSpPr>
          <p:nvPr>
            <p:ph type="sldNum" sz="quarter" idx="12"/>
          </p:nvPr>
        </p:nvSpPr>
        <p:spPr/>
        <p:txBody>
          <a:bodyPr/>
          <a:lstStyle/>
          <a:p>
            <a:fld id="{4704619B-9823-F845-874B-2390AC991BC7}" type="slidenum">
              <a:rPr lang="en-US" smtClean="0"/>
              <a:t>27</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&amp; By VisibleOnly flag</a:t>
            </a:r>
          </a:p>
        </p:txBody>
      </p:sp>
    </p:spTree>
    <p:extLst>
      <p:ext uri="{BB962C8B-B14F-4D97-AF65-F5344CB8AC3E}">
        <p14:creationId xmlns:p14="http://schemas.microsoft.com/office/powerpoint/2010/main" val="938941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TResult&gt;(             </a:t>
            </a:r>
          </a:p>
          <a:p>
            <a:pPr marL="177800" lvl="1" indent="0" defTabSz="457200">
              <a:buNone/>
            </a:pPr>
            <a:r>
              <a:rPr lang="en-US" sz="1200" dirty="0">
                <a:latin typeface="Courier New" panose="02070309020205020404" pitchFamily="49" charset="0"/>
                <a:cs typeface="Courier New" panose="02070309020205020404" pitchFamily="49" charset="0"/>
              </a:rPr>
              <a:t>			TType entityTypeSpecifier,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predicate,             </a:t>
            </a:r>
          </a:p>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visibleOnly)</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28</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&amp; By predicate, visibleOnly flag</a:t>
            </a:r>
          </a:p>
        </p:txBody>
      </p:sp>
    </p:spTree>
    <p:extLst>
      <p:ext uri="{BB962C8B-B14F-4D97-AF65-F5344CB8AC3E}">
        <p14:creationId xmlns:p14="http://schemas.microsoft.com/office/powerpoint/2010/main" val="3419201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 TKey&gt;(     </a:t>
            </a:r>
          </a:p>
          <a:p>
            <a:pPr marL="177800" lvl="1" indent="0" defTabSz="457200">
              <a:buNone/>
            </a:pPr>
            <a:r>
              <a:rPr lang="en-US" sz="1200" dirty="0">
                <a:latin typeface="Courier New" panose="02070309020205020404" pitchFamily="49" charset="0"/>
                <a:cs typeface="Courier New" panose="02070309020205020404" pitchFamily="49" charset="0"/>
              </a:rPr>
              <a:t>			TType entityTypeSpecifier,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predicate,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&lt;TResult, TKey&gt;&gt; sortKey,     </a:t>
            </a:r>
          </a:p>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ascending,     </a:t>
            </a:r>
          </a:p>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			bool</a:t>
            </a:r>
            <a:r>
              <a:rPr lang="en-US" sz="1200" dirty="0">
                <a:latin typeface="Courier New" panose="02070309020205020404" pitchFamily="49" charset="0"/>
                <a:cs typeface="Courier New" panose="02070309020205020404" pitchFamily="49" charset="0"/>
              </a:rPr>
              <a:t> visibleOnly)</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29</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Sorting &amp; By predicate, visible only</a:t>
            </a:r>
          </a:p>
        </p:txBody>
      </p:sp>
    </p:spTree>
    <p:extLst>
      <p:ext uri="{BB962C8B-B14F-4D97-AF65-F5344CB8AC3E}">
        <p14:creationId xmlns:p14="http://schemas.microsoft.com/office/powerpoint/2010/main" val="3596807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Get&lt;TOuter, TInner, TKey, TResult&gt;(     </a:t>
            </a:r>
          </a:p>
          <a:p>
            <a:pPr marL="177800" lvl="1" indent="0" defTabSz="457200">
              <a:buNone/>
            </a:pPr>
            <a:r>
              <a:rPr lang="en-US" sz="1200" dirty="0">
                <a:latin typeface="Courier New" panose="02070309020205020404" pitchFamily="49" charset="0"/>
                <a:cs typeface="Courier New" panose="02070309020205020404" pitchFamily="49" charset="0"/>
              </a:rPr>
              <a:t>			TOuter outerTypeSpecifier,     </a:t>
            </a:r>
          </a:p>
          <a:p>
            <a:pPr marL="177800" lvl="1" indent="0" defTabSz="457200">
              <a:buNone/>
            </a:pPr>
            <a:r>
              <a:rPr lang="en-US" sz="1200" dirty="0">
                <a:latin typeface="Courier New" panose="02070309020205020404" pitchFamily="49" charset="0"/>
                <a:cs typeface="Courier New" panose="02070309020205020404" pitchFamily="49" charset="0"/>
              </a:rPr>
              <a:t>			TInner innerTypeSpecifier,     </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&lt;TOuter, TKey&gt;&gt; outerKeySelector,</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&lt;TInner, TKey&gt;&gt; innerKeySelector,</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&lt;TOuter,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outerPredicate,</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&lt;TInner,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innerPredicate,</a:t>
            </a:r>
          </a:p>
          <a:p>
            <a:pPr marL="177800" lvl="1" indent="0" defTabSz="457200">
              <a:buNone/>
            </a:pPr>
            <a:r>
              <a:rPr lang="en-US" sz="1200" dirty="0">
                <a:solidFill>
                  <a:srgbClr val="2B91AF"/>
                </a:solidFill>
                <a:latin typeface="Courier New" panose="02070309020205020404" pitchFamily="49" charset="0"/>
                <a:cs typeface="Courier New" panose="02070309020205020404" pitchFamily="49" charset="0"/>
              </a:rPr>
              <a:t>			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&lt;TOuter, TInner, TResult&gt;&gt; projection)</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30</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Join two tables which don’t have navigation</a:t>
            </a:r>
          </a:p>
        </p:txBody>
      </p:sp>
    </p:spTree>
    <p:extLst>
      <p:ext uri="{BB962C8B-B14F-4D97-AF65-F5344CB8AC3E}">
        <p14:creationId xmlns:p14="http://schemas.microsoft.com/office/powerpoint/2010/main" val="402439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AuthorTypes</a:t>
            </a:r>
          </a:p>
        </p:txBody>
      </p:sp>
      <p:sp>
        <p:nvSpPr>
          <p:cNvPr id="3" name="Content Placeholder 2"/>
          <p:cNvSpPr>
            <a:spLocks noGrp="1"/>
          </p:cNvSpPr>
          <p:nvPr>
            <p:ph idx="1"/>
          </p:nvPr>
        </p:nvSpPr>
        <p:spPr>
          <a:xfrm>
            <a:off x="468313" y="1600200"/>
            <a:ext cx="8207375" cy="4321175"/>
          </a:xfrm>
        </p:spPr>
        <p:txBody>
          <a:bodyPr/>
          <a:lstStyle/>
          <a:p>
            <a:pPr lvl="0">
              <a:buClr>
                <a:srgbClr val="2DA2BF"/>
              </a:buClr>
            </a:pPr>
            <a:r>
              <a:rPr lang="en-US" b="1" dirty="0">
                <a:solidFill>
                  <a:prstClr val="black"/>
                </a:solidFill>
              </a:rPr>
              <a:t>AuthorType is an Enum with following types</a:t>
            </a:r>
          </a:p>
          <a:p>
            <a:pPr lvl="1">
              <a:buClr>
                <a:srgbClr val="2DA2BF"/>
              </a:buClr>
            </a:pPr>
            <a:r>
              <a:rPr lang="en-US" dirty="0">
                <a:solidFill>
                  <a:srgbClr val="2B91AF"/>
                </a:solidFill>
              </a:rPr>
              <a:t>AuthorType</a:t>
            </a:r>
            <a:r>
              <a:rPr lang="en-US" b="1" dirty="0">
                <a:solidFill>
                  <a:prstClr val="black"/>
                </a:solidFill>
              </a:rPr>
              <a:t>.</a:t>
            </a:r>
            <a:r>
              <a:rPr lang="en-US" dirty="0"/>
              <a:t>LoggedInAuthor </a:t>
            </a:r>
          </a:p>
          <a:p>
            <a:pPr lvl="1">
              <a:buClr>
                <a:srgbClr val="2DA2BF"/>
              </a:buClr>
            </a:pPr>
            <a:r>
              <a:rPr lang="en-US" dirty="0">
                <a:solidFill>
                  <a:srgbClr val="2B91AF"/>
                </a:solidFill>
              </a:rPr>
              <a:t>AuthorType</a:t>
            </a:r>
            <a:r>
              <a:rPr lang="en-US" b="1" dirty="0">
                <a:solidFill>
                  <a:prstClr val="black"/>
                </a:solidFill>
              </a:rPr>
              <a:t>.</a:t>
            </a:r>
            <a:r>
              <a:rPr lang="en-US" dirty="0"/>
              <a:t>VisibleAuthors </a:t>
            </a:r>
          </a:p>
          <a:p>
            <a:pPr lvl="1">
              <a:buClr>
                <a:srgbClr val="2DA2BF"/>
              </a:buClr>
            </a:pPr>
            <a:r>
              <a:rPr lang="en-US" dirty="0">
                <a:solidFill>
                  <a:srgbClr val="2B91AF"/>
                </a:solidFill>
              </a:rPr>
              <a:t>AuthorType</a:t>
            </a:r>
            <a:r>
              <a:rPr lang="en-US" dirty="0"/>
              <a:t>.AllAuthors</a:t>
            </a:r>
          </a:p>
          <a:p>
            <a:pPr lvl="1">
              <a:buClr>
                <a:srgbClr val="2DA2BF"/>
              </a:buClr>
            </a:pPr>
            <a:endParaRPr lang="en-US" b="1" dirty="0">
              <a:solidFill>
                <a:prstClr val="black"/>
              </a:solidFill>
            </a:endParaRPr>
          </a:p>
          <a:p>
            <a:pPr marL="109728" lvl="0" indent="0">
              <a:buClr>
                <a:srgbClr val="2DA2BF"/>
              </a:buClr>
              <a:buNone/>
            </a:pPr>
            <a:r>
              <a:rPr lang="en-US" sz="1200" dirty="0">
                <a:solidFill>
                  <a:srgbClr val="0000FF"/>
                </a:solidFill>
                <a:latin typeface="Courier New" panose="02070309020205020404" pitchFamily="49" charset="0"/>
                <a:cs typeface="Courier New" panose="02070309020205020404" pitchFamily="49" charset="0"/>
              </a:rPr>
              <a:t>using</a:t>
            </a: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Kingdom</a:t>
            </a:r>
            <a:r>
              <a:rPr lang="en-US" sz="1200" dirty="0">
                <a:solidFill>
                  <a:prstClr val="black"/>
                </a:solidFill>
                <a:latin typeface="Courier New" panose="02070309020205020404" pitchFamily="49" charset="0"/>
                <a:cs typeface="Courier New" panose="02070309020205020404" pitchFamily="49" charset="0"/>
              </a:rPr>
              <a:t> context = Project.GetKingdom()) </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a:t>
            </a:r>
            <a:br>
              <a:rPr lang="en-US" sz="1200" dirty="0">
                <a:solidFill>
                  <a:prstClr val="black"/>
                </a:solidFill>
                <a:latin typeface="Courier New" panose="02070309020205020404" pitchFamily="49" charset="0"/>
                <a:cs typeface="Courier New" panose="02070309020205020404" pitchFamily="49" charset="0"/>
              </a:rPr>
            </a:br>
            <a:r>
              <a:rPr lang="en-US" sz="1200" dirty="0">
                <a:solidFill>
                  <a:prstClr val="black"/>
                </a:solidFill>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List</a:t>
            </a:r>
            <a:r>
              <a:rPr lang="en-US" sz="1200" dirty="0">
                <a:latin typeface="Courier New" panose="02070309020205020404" pitchFamily="49" charset="0"/>
                <a:cs typeface="Courier New" panose="02070309020205020404" pitchFamily="49" charset="0"/>
              </a:rPr>
              <a:t>&lt;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formationTopNameIds = context.Get(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new</a:t>
            </a:r>
            <a:r>
              <a:rPr lang="en-US" sz="1200" dirty="0">
                <a:latin typeface="Courier New" panose="02070309020205020404" pitchFamily="49" charset="0"/>
                <a:cs typeface="Courier New" panose="02070309020205020404" pitchFamily="49" charset="0"/>
              </a:rPr>
              <a:t> FormationTopName(),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w =&gt; w.Id,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w =&gt; w.Id &gt; 0,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r>
              <a:rPr lang="en-US" sz="1200" b="1" dirty="0">
                <a:solidFill>
                  <a:srgbClr val="FF0000"/>
                </a:solidFill>
                <a:latin typeface="Courier New" panose="02070309020205020404" pitchFamily="49" charset="0"/>
                <a:cs typeface="Courier New" panose="02070309020205020404" pitchFamily="49" charset="0"/>
              </a:rPr>
              <a:t>AuthorType.VisibleAuthors</a:t>
            </a: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 </a:t>
            </a:r>
            <a:br>
              <a:rPr lang="en-US" sz="1200" dirty="0">
                <a:solidFill>
                  <a:srgbClr val="0000FF"/>
                </a:solidFill>
                <a:latin typeface="Courier New" panose="02070309020205020404" pitchFamily="49" charset="0"/>
                <a:cs typeface="Courier New" panose="02070309020205020404" pitchFamily="49" charset="0"/>
              </a:rPr>
            </a:br>
            <a:r>
              <a:rPr lang="en-US" sz="1200" dirty="0">
                <a:solidFill>
                  <a:srgbClr val="0000FF"/>
                </a:solidFill>
                <a:latin typeface="Courier New" panose="02070309020205020404" pitchFamily="49" charset="0"/>
                <a:cs typeface="Courier New" panose="02070309020205020404" pitchFamily="49" charset="0"/>
              </a:rPr>
              <a:t>		false</a:t>
            </a:r>
            <a:r>
              <a:rPr lang="en-US" sz="1200" dirty="0">
                <a:latin typeface="Courier New" panose="02070309020205020404" pitchFamily="49" charset="0"/>
                <a:cs typeface="Courier New" panose="02070309020205020404" pitchFamily="49" charset="0"/>
              </a:rPr>
              <a:t>).ToList();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p:txBody>
      </p:sp>
      <p:sp>
        <p:nvSpPr>
          <p:cNvPr id="4" name="Slide Number Placeholder 3"/>
          <p:cNvSpPr>
            <a:spLocks noGrp="1"/>
          </p:cNvSpPr>
          <p:nvPr>
            <p:ph type="sldNum" sz="quarter" idx="12"/>
          </p:nvPr>
        </p:nvSpPr>
        <p:spPr/>
        <p:txBody>
          <a:bodyPr/>
          <a:lstStyle/>
          <a:p>
            <a:fld id="{4704619B-9823-F845-874B-2390AC991BC7}" type="slidenum">
              <a:rPr lang="en-US" smtClean="0"/>
              <a:t>31</a:t>
            </a:fld>
            <a:endParaRPr lang="en-US" dirty="0"/>
          </a:p>
        </p:txBody>
      </p:sp>
    </p:spTree>
    <p:extLst>
      <p:ext uri="{BB962C8B-B14F-4D97-AF65-F5344CB8AC3E}">
        <p14:creationId xmlns:p14="http://schemas.microsoft.com/office/powerpoint/2010/main" val="213352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TResult&gt;(     </a:t>
            </a:r>
          </a:p>
          <a:p>
            <a:pPr marL="177800" lvl="1" indent="0" defTabSz="457200">
              <a:buNone/>
            </a:pPr>
            <a:r>
              <a:rPr lang="en-US" sz="1200" dirty="0">
                <a:latin typeface="Courier New" panose="02070309020205020404" pitchFamily="49" charset="0"/>
                <a:cs typeface="Courier New" panose="02070309020205020404" pitchFamily="49" charset="0"/>
              </a:rPr>
              <a:t>			TType entityTypeSpecifier,</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predicate,</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AuthorType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authorType</a:t>
            </a:r>
            <a:r>
              <a:rPr lang="en-US" sz="1200" dirty="0">
                <a:latin typeface="Courier New" panose="02070309020205020404" pitchFamily="49" charset="0"/>
                <a:cs typeface="Courier New" panose="02070309020205020404" pitchFamily="49" charset="0"/>
              </a:rPr>
              <a:t>,</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 visibleOnly)</a:t>
            </a:r>
          </a:p>
          <a:p>
            <a:pPr marL="177800" lvl="1" indent="0">
              <a:buNone/>
            </a:pPr>
            <a:endParaRPr lang="en-US" dirty="0"/>
          </a:p>
          <a:p>
            <a:pPr marL="177800" lvl="1" indent="0">
              <a:buNone/>
            </a:pPr>
            <a:r>
              <a:rPr lang="en-US" dirty="0">
                <a:solidFill>
                  <a:srgbClr val="2B91AF"/>
                </a:solidFill>
              </a:rPr>
              <a:t>AuthorType:</a:t>
            </a:r>
            <a:r>
              <a:rPr lang="en-US" dirty="0"/>
              <a:t> It is an enum (AllAuthors, VisibleAuthors, LoggedInAuthor)</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32</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&amp; By predicate, authorType, visible only</a:t>
            </a:r>
          </a:p>
        </p:txBody>
      </p:sp>
    </p:spTree>
    <p:extLst>
      <p:ext uri="{BB962C8B-B14F-4D97-AF65-F5344CB8AC3E}">
        <p14:creationId xmlns:p14="http://schemas.microsoft.com/office/powerpoint/2010/main" val="2800528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AuthorIds</a:t>
            </a:r>
          </a:p>
        </p:txBody>
      </p:sp>
      <p:sp>
        <p:nvSpPr>
          <p:cNvPr id="3" name="Content Placeholder 2"/>
          <p:cNvSpPr>
            <a:spLocks noGrp="1"/>
          </p:cNvSpPr>
          <p:nvPr>
            <p:ph idx="1"/>
          </p:nvPr>
        </p:nvSpPr>
        <p:spPr>
          <a:xfrm>
            <a:off x="468313" y="1524000"/>
            <a:ext cx="8207375" cy="4321175"/>
          </a:xfrm>
        </p:spPr>
        <p:txBody>
          <a:bodyPr/>
          <a:lstStyle/>
          <a:p>
            <a:pPr lvl="0">
              <a:buClr>
                <a:srgbClr val="2DA2BF"/>
              </a:buClr>
            </a:pPr>
            <a:r>
              <a:rPr lang="en-US" dirty="0">
                <a:solidFill>
                  <a:prstClr val="black"/>
                </a:solidFill>
              </a:rPr>
              <a:t>Given a collection of Author Ids, the following function returns IEnumerable Collection</a:t>
            </a:r>
            <a:endParaRPr lang="en-US" dirty="0">
              <a:solidFill>
                <a:srgbClr val="0000FF"/>
              </a:solidFill>
            </a:endParaRPr>
          </a:p>
          <a:p>
            <a:pPr marL="109728" lvl="0" indent="0" defTabSz="457200">
              <a:buClr>
                <a:srgbClr val="2DA2BF"/>
              </a:buClr>
              <a:buNone/>
            </a:pPr>
            <a:endParaRPr lang="en-US" dirty="0">
              <a:solidFill>
                <a:srgbClr val="0000FF"/>
              </a:solidFill>
            </a:endParaRPr>
          </a:p>
          <a:p>
            <a:pPr marL="109728" lvl="0" indent="0" defTabSz="457200">
              <a:buClr>
                <a:srgbClr val="2DA2BF"/>
              </a:buClr>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solidFill>
                  <a:prstClr val="black"/>
                </a:solidFill>
                <a:latin typeface="Courier New" panose="02070309020205020404" pitchFamily="49" charset="0"/>
                <a:cs typeface="Courier New" panose="02070309020205020404" pitchFamily="49" charset="0"/>
              </a:rPr>
              <a:t> context = Project.GetKingdom()) </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List</a:t>
            </a:r>
            <a:r>
              <a:rPr lang="en-US" sz="1100" dirty="0">
                <a:latin typeface="Courier New" panose="02070309020205020404" pitchFamily="49" charset="0"/>
                <a:cs typeface="Courier New" panose="02070309020205020404" pitchFamily="49" charset="0"/>
              </a:rPr>
              <a:t>&lt;</a:t>
            </a:r>
            <a:r>
              <a:rPr lang="en-US" sz="1100" dirty="0">
                <a:solidFill>
                  <a:srgbClr val="0000FF"/>
                </a:solidFill>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&gt; formationTopNameIds = context.Get(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new </a:t>
            </a:r>
            <a:r>
              <a:rPr lang="en-US" sz="1100" dirty="0">
                <a:latin typeface="Courier New" panose="02070309020205020404" pitchFamily="49" charset="0"/>
                <a:cs typeface="Courier New" panose="02070309020205020404" pitchFamily="49" charset="0"/>
              </a:rPr>
              <a:t>FormationTopName(),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w =&gt; w.Id,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w =&gt; w.Id &gt; 0,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b="1" dirty="0">
                <a:solidFill>
                  <a:srgbClr val="FF0000"/>
                </a:solidFill>
                <a:latin typeface="Courier New" panose="02070309020205020404" pitchFamily="49" charset="0"/>
                <a:cs typeface="Courier New" panose="02070309020205020404" pitchFamily="49" charset="0"/>
              </a:rPr>
              <a:t>authorIdList</a:t>
            </a:r>
            <a:r>
              <a:rPr lang="en-US" sz="1100" dirty="0">
                <a:latin typeface="Courier New" panose="02070309020205020404" pitchFamily="49" charset="0"/>
                <a:cs typeface="Courier New" panose="02070309020205020404" pitchFamily="49" charset="0"/>
              </a:rPr>
              <a:t>, </a:t>
            </a:r>
            <a:br>
              <a:rPr lang="en-US" sz="1100" dirty="0">
                <a:solidFill>
                  <a:srgbClr val="0000FF"/>
                </a:solidFill>
                <a:latin typeface="Courier New" panose="02070309020205020404" pitchFamily="49" charset="0"/>
                <a:cs typeface="Courier New" panose="02070309020205020404" pitchFamily="49" charset="0"/>
              </a:rPr>
            </a:br>
            <a:r>
              <a:rPr lang="en-US" sz="1100" dirty="0">
                <a:solidFill>
                  <a:srgbClr val="0000FF"/>
                </a:solidFill>
                <a:latin typeface="Courier New" panose="02070309020205020404" pitchFamily="49" charset="0"/>
                <a:cs typeface="Courier New" panose="02070309020205020404" pitchFamily="49" charset="0"/>
              </a:rPr>
              <a:t>		false</a:t>
            </a:r>
            <a:r>
              <a:rPr lang="en-US" sz="1100" dirty="0">
                <a:latin typeface="Courier New" panose="02070309020205020404" pitchFamily="49" charset="0"/>
                <a:cs typeface="Courier New" panose="02070309020205020404" pitchFamily="49" charset="0"/>
              </a:rPr>
              <a:t>).ToList();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p>
        </p:txBody>
      </p:sp>
      <p:sp>
        <p:nvSpPr>
          <p:cNvPr id="4" name="Slide Number Placeholder 3"/>
          <p:cNvSpPr>
            <a:spLocks noGrp="1"/>
          </p:cNvSpPr>
          <p:nvPr>
            <p:ph type="sldNum" sz="quarter" idx="12"/>
          </p:nvPr>
        </p:nvSpPr>
        <p:spPr/>
        <p:txBody>
          <a:bodyPr/>
          <a:lstStyle/>
          <a:p>
            <a:fld id="{4704619B-9823-F845-874B-2390AC991BC7}" type="slidenum">
              <a:rPr lang="en-US" smtClean="0"/>
              <a:t>33</a:t>
            </a:fld>
            <a:endParaRPr lang="en-US" dirty="0"/>
          </a:p>
        </p:txBody>
      </p:sp>
    </p:spTree>
    <p:extLst>
      <p:ext uri="{BB962C8B-B14F-4D97-AF65-F5344CB8AC3E}">
        <p14:creationId xmlns:p14="http://schemas.microsoft.com/office/powerpoint/2010/main" val="1858233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NavigationProperty</a:t>
            </a:r>
          </a:p>
        </p:txBody>
      </p:sp>
      <p:sp>
        <p:nvSpPr>
          <p:cNvPr id="3" name="Content Placeholder 2"/>
          <p:cNvSpPr>
            <a:spLocks noGrp="1"/>
          </p:cNvSpPr>
          <p:nvPr>
            <p:ph idx="1"/>
          </p:nvPr>
        </p:nvSpPr>
        <p:spPr/>
        <p:txBody>
          <a:bodyPr/>
          <a:lstStyle/>
          <a:p>
            <a:pPr marL="115888" lvl="0" indent="0" defTabSz="457200">
              <a:buClr>
                <a:srgbClr val="2DA2BF"/>
              </a:buClr>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solidFill>
                  <a:prstClr val="black"/>
                </a:solidFill>
                <a:latin typeface="Courier New" panose="02070309020205020404" pitchFamily="49" charset="0"/>
                <a:cs typeface="Courier New" panose="02070309020205020404" pitchFamily="49" charset="0"/>
              </a:rPr>
              <a:t> context = Project.GetKingdom()) </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Well</a:t>
            </a:r>
            <a:r>
              <a:rPr lang="en-US" sz="1100" dirty="0">
                <a:latin typeface="Courier New" panose="02070309020205020404" pitchFamily="49" charset="0"/>
                <a:cs typeface="Courier New" panose="02070309020205020404" pitchFamily="49" charset="0"/>
              </a:rPr>
              <a:t> </a:t>
            </a:r>
            <a:r>
              <a:rPr lang="en-US" sz="1100" dirty="0">
                <a:solidFill>
                  <a:prstClr val="black"/>
                </a:solidFill>
                <a:latin typeface="Courier New" panose="02070309020205020404" pitchFamily="49" charset="0"/>
                <a:cs typeface="Courier New" panose="02070309020205020404" pitchFamily="49" charset="0"/>
              </a:rPr>
              <a:t>wellWithAllBores = context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.Get(</a:t>
            </a:r>
            <a:r>
              <a:rPr lang="en-US" sz="1100" dirty="0">
                <a:solidFill>
                  <a:srgbClr val="0000FF"/>
                </a:solidFill>
                <a:latin typeface="Courier New" panose="02070309020205020404" pitchFamily="49" charset="0"/>
                <a:cs typeface="Courier New" panose="02070309020205020404" pitchFamily="49" charset="0"/>
              </a:rPr>
              <a:t>new </a:t>
            </a:r>
            <a:r>
              <a:rPr lang="en-US" sz="1100" dirty="0">
                <a:solidFill>
                  <a:prstClr val="black"/>
                </a:solidFill>
                <a:latin typeface="Courier New" panose="02070309020205020404" pitchFamily="49" charset="0"/>
                <a:cs typeface="Courier New" panose="02070309020205020404" pitchFamily="49" charset="0"/>
              </a:rPr>
              <a:t> Well(), w =&gt;</a:t>
            </a:r>
            <a:r>
              <a:rPr lang="en-US" sz="1100" dirty="0">
                <a:solidFill>
                  <a:srgbClr val="0000FF"/>
                </a:solidFill>
                <a:latin typeface="Courier New" panose="02070309020205020404" pitchFamily="49" charset="0"/>
                <a:cs typeface="Courier New" panose="02070309020205020404" pitchFamily="49" charset="0"/>
              </a:rPr>
              <a:t>new</a:t>
            </a:r>
            <a:r>
              <a:rPr lang="en-US" sz="1100" dirty="0">
                <a:solidFill>
                  <a:prstClr val="black"/>
                </a:solidFill>
                <a:latin typeface="Courier New" panose="02070309020205020404" pitchFamily="49" charset="0"/>
                <a:cs typeface="Courier New" panose="02070309020205020404" pitchFamily="49" charset="0"/>
              </a:rPr>
              <a:t>{Well = w, </a:t>
            </a:r>
            <a:r>
              <a:rPr lang="en-US" sz="1100" b="1" dirty="0">
                <a:solidFill>
                  <a:srgbClr val="FF0000"/>
                </a:solidFill>
                <a:latin typeface="Courier New" panose="02070309020205020404" pitchFamily="49" charset="0"/>
                <a:cs typeface="Courier New" panose="02070309020205020404" pitchFamily="49" charset="0"/>
              </a:rPr>
              <a:t>w.Boreholes</a:t>
            </a:r>
            <a:r>
              <a:rPr lang="en-US" sz="1100" dirty="0">
                <a:solidFill>
                  <a:prstClr val="black"/>
                </a:solidFill>
                <a:latin typeface="Courier New" panose="02070309020205020404" pitchFamily="49" charset="0"/>
                <a:cs typeface="Courier New" panose="02070309020205020404" pitchFamily="49" charset="0"/>
              </a:rPr>
              <a:t>}, w =&gt; w.Id == wellId, </a:t>
            </a:r>
            <a:r>
              <a:rPr lang="en-US" sz="1100" dirty="0">
                <a:solidFill>
                  <a:srgbClr val="0000FF"/>
                </a:solidFill>
                <a:latin typeface="Courier New" panose="02070309020205020404" pitchFamily="49" charset="0"/>
                <a:cs typeface="Courier New" panose="02070309020205020404" pitchFamily="49" charset="0"/>
              </a:rPr>
              <a:t>false</a:t>
            </a:r>
            <a:r>
              <a:rPr lang="en-US" sz="1100" dirty="0">
                <a:solidFill>
                  <a:prstClr val="black"/>
                </a:solidFill>
                <a:latin typeface="Courier New" panose="02070309020205020404" pitchFamily="49" charset="0"/>
                <a:cs typeface="Courier New" panose="02070309020205020404" pitchFamily="49" charset="0"/>
              </a:rPr>
              <a: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.Select(x =&gt; x.Well).FirstOrDefault();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p>
          <a:p>
            <a:pPr marL="115888" lvl="0" indent="0" defTabSz="457200">
              <a:buClr>
                <a:srgbClr val="2DA2BF"/>
              </a:buClr>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solidFill>
                  <a:prstClr val="black"/>
                </a:solidFill>
                <a:latin typeface="Courier New" panose="02070309020205020404" pitchFamily="49" charset="0"/>
                <a:cs typeface="Courier New" panose="02070309020205020404" pitchFamily="49" charset="0"/>
              </a:rPr>
              <a:t> context = Project.GetKingdom()) </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r>
              <a:rPr lang="en-US" sz="1100" dirty="0">
                <a:solidFill>
                  <a:srgbClr val="2B91AF"/>
                </a:solidFill>
                <a:latin typeface="Courier New" panose="02070309020205020404" pitchFamily="49" charset="0"/>
                <a:cs typeface="Courier New" panose="02070309020205020404" pitchFamily="49" charset="0"/>
              </a:rPr>
              <a:t>	</a:t>
            </a:r>
            <a:br>
              <a:rPr lang="en-US" sz="1100" dirty="0">
                <a:solidFill>
                  <a:srgbClr val="2B91AF"/>
                </a:solidFill>
                <a:latin typeface="Courier New" panose="02070309020205020404" pitchFamily="49" charset="0"/>
                <a:cs typeface="Courier New" panose="02070309020205020404" pitchFamily="49" charset="0"/>
              </a:rPr>
            </a:br>
            <a:r>
              <a:rPr lang="en-US" sz="1100" dirty="0">
                <a:solidFill>
                  <a:srgbClr val="2B91AF"/>
                </a:solidFill>
                <a:latin typeface="Courier New" panose="02070309020205020404" pitchFamily="49" charset="0"/>
                <a:cs typeface="Courier New" panose="02070309020205020404" pitchFamily="49" charset="0"/>
              </a:rPr>
              <a:t>	DeviationSurvey</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deviationSurvey</a:t>
            </a:r>
            <a:r>
              <a:rPr lang="en-US" sz="1100" dirty="0">
                <a:latin typeface="Courier New" panose="02070309020205020404" pitchFamily="49" charset="0"/>
                <a:cs typeface="Courier New" panose="02070309020205020404" pitchFamily="49" charset="0"/>
              </a:rPr>
              <a:t> = context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.Get(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r>
              <a:rPr lang="en-US" sz="1100" dirty="0" err="1">
                <a:solidFill>
                  <a:srgbClr val="2B91AF"/>
                </a:solidFill>
                <a:latin typeface="Courier New" panose="02070309020205020404" pitchFamily="49" charset="0"/>
                <a:cs typeface="Courier New" panose="02070309020205020404" pitchFamily="49" charset="0"/>
              </a:rPr>
              <a:t>ActiveDeviation</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ad =&gt; </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ActiveDeviation</a:t>
            </a:r>
            <a:r>
              <a:rPr lang="en-US" sz="1100" dirty="0">
                <a:latin typeface="Courier New" panose="02070309020205020404" pitchFamily="49" charset="0"/>
                <a:cs typeface="Courier New" panose="02070309020205020404" pitchFamily="49" charset="0"/>
              </a:rPr>
              <a:t> = ad, </a:t>
            </a:r>
            <a:r>
              <a:rPr lang="en-US" sz="1100" b="1" dirty="0" err="1">
                <a:solidFill>
                  <a:srgbClr val="FF0000"/>
                </a:solidFill>
                <a:latin typeface="Courier New" panose="02070309020205020404" pitchFamily="49" charset="0"/>
                <a:cs typeface="Courier New" panose="02070309020205020404" pitchFamily="49" charset="0"/>
              </a:rPr>
              <a:t>ad.DeviationSurvey</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ad =&gt; </a:t>
            </a:r>
            <a:r>
              <a:rPr lang="en-US" sz="1100" dirty="0" err="1">
                <a:latin typeface="Courier New" panose="02070309020205020404" pitchFamily="49" charset="0"/>
                <a:cs typeface="Courier New" panose="02070309020205020404" pitchFamily="49" charset="0"/>
              </a:rPr>
              <a:t>ad.BoreholeId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boreholeId</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false</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.Select(ad =&gt; </a:t>
            </a:r>
            <a:r>
              <a:rPr lang="en-US" sz="1100" dirty="0" err="1">
                <a:latin typeface="Courier New" panose="02070309020205020404" pitchFamily="49" charset="0"/>
                <a:cs typeface="Courier New" panose="02070309020205020404" pitchFamily="49" charset="0"/>
              </a:rPr>
              <a:t>ad.DeviationSurvey</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.FirstOrDefault();</a:t>
            </a:r>
            <a:br>
              <a:rPr lang="en-US" sz="1100" dirty="0">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endParaRPr lang="en-US" sz="1050" dirty="0">
              <a:solidFill>
                <a:prstClr val="black"/>
              </a:solidFill>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34</a:t>
            </a:fld>
            <a:endParaRPr lang="en-US" dirty="0"/>
          </a:p>
        </p:txBody>
      </p:sp>
      <p:sp>
        <p:nvSpPr>
          <p:cNvPr id="5" name="Text Placeholder 4"/>
          <p:cNvSpPr>
            <a:spLocks noGrp="1"/>
          </p:cNvSpPr>
          <p:nvPr>
            <p:ph type="body" sz="quarter" idx="13"/>
          </p:nvPr>
        </p:nvSpPr>
        <p:spPr/>
        <p:txBody>
          <a:bodyPr/>
          <a:lstStyle/>
          <a:p>
            <a:pPr lvl="0">
              <a:buClr>
                <a:srgbClr val="2DA2BF"/>
              </a:buClr>
            </a:pPr>
            <a:r>
              <a:rPr lang="en-US" dirty="0">
                <a:solidFill>
                  <a:prstClr val="black"/>
                </a:solidFill>
              </a:rPr>
              <a:t>Allows user to get Entities defined as NavigationProperties</a:t>
            </a:r>
            <a:endParaRPr lang="en-US" dirty="0">
              <a:solidFill>
                <a:srgbClr val="0000FF"/>
              </a:solidFill>
            </a:endParaRPr>
          </a:p>
        </p:txBody>
      </p:sp>
    </p:spTree>
    <p:extLst>
      <p:ext uri="{BB962C8B-B14F-4D97-AF65-F5344CB8AC3E}">
        <p14:creationId xmlns:p14="http://schemas.microsoft.com/office/powerpoint/2010/main" val="2033108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NavigationProperty</a:t>
            </a:r>
          </a:p>
        </p:txBody>
      </p:sp>
      <p:sp>
        <p:nvSpPr>
          <p:cNvPr id="3" name="Content Placeholder 2"/>
          <p:cNvSpPr>
            <a:spLocks noGrp="1"/>
          </p:cNvSpPr>
          <p:nvPr>
            <p:ph idx="1"/>
          </p:nvPr>
        </p:nvSpPr>
        <p:spPr/>
        <p:txBody>
          <a:bodyPr/>
          <a:lstStyle/>
          <a:p>
            <a:pPr marL="115888" lvl="0" indent="0" defTabSz="457200">
              <a:buClr>
                <a:srgbClr val="2DA2BF"/>
              </a:buClr>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solidFill>
                  <a:prstClr val="black"/>
                </a:solidFill>
                <a:latin typeface="Courier New" panose="02070309020205020404" pitchFamily="49" charset="0"/>
                <a:cs typeface="Courier New" panose="02070309020205020404" pitchFamily="49" charset="0"/>
              </a:rPr>
              <a:t> context = Project.GetKingdom()) </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var</a:t>
            </a:r>
            <a:r>
              <a:rPr lang="en-US" sz="1100" dirty="0">
                <a:latin typeface="Courier New" panose="02070309020205020404" pitchFamily="49" charset="0"/>
                <a:cs typeface="Courier New" panose="02070309020205020404" pitchFamily="49" charset="0"/>
              </a:rPr>
              <a:t> activeTimeDepthWithActiveBore = context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.Get(</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TimeDepthData</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td =&gt; </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 TimeDepthData = td, td.Borehole, td.Borehole.Well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td =&gt;	td.Borehole.WellId == wellId &amp;&amp;                               						td.Borehole.Id == td.Borehole.Well.BoreholeId &amp;&amp;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td.Id == td.Borehole.ActiveTimeDepthDataId,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false</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.FirstOrDefault(); </a:t>
            </a:r>
          </a:p>
          <a:p>
            <a:pPr marL="115888" lvl="0" indent="0" defTabSz="457200">
              <a:buClr>
                <a:srgbClr val="2DA2BF"/>
              </a:buClr>
              <a:buNone/>
            </a:pPr>
            <a:r>
              <a:rPr lang="en-US" sz="1100" dirty="0">
                <a:solidFill>
                  <a:prstClr val="black"/>
                </a:solidFill>
                <a:latin typeface="Courier New" panose="02070309020205020404" pitchFamily="49" charset="0"/>
                <a:cs typeface="Courier New" panose="02070309020205020404" pitchFamily="49" charset="0"/>
              </a:rPr>
              <a:t>}</a:t>
            </a:r>
          </a:p>
          <a:p>
            <a:pPr marL="109728" indent="0">
              <a:buNone/>
            </a:pPr>
            <a:endParaRPr lang="en-US" dirty="0">
              <a:solidFill>
                <a:prstClr val="black"/>
              </a:solidFill>
            </a:endParaRP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35</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solidFill>
                  <a:prstClr val="black"/>
                </a:solidFill>
              </a:rPr>
              <a:t>Allows user to get Well, ActiveBorehole, ActiveTimeDepth for given WellId</a:t>
            </a:r>
            <a:endParaRPr lang="en-US" dirty="0">
              <a:solidFill>
                <a:srgbClr val="0000FF"/>
              </a:solidFill>
            </a:endParaRPr>
          </a:p>
        </p:txBody>
      </p:sp>
    </p:spTree>
    <p:extLst>
      <p:ext uri="{BB962C8B-B14F-4D97-AF65-F5344CB8AC3E}">
        <p14:creationId xmlns:p14="http://schemas.microsoft.com/office/powerpoint/2010/main" val="1344138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NavigationProperty</a:t>
            </a:r>
          </a:p>
        </p:txBody>
      </p:sp>
      <p:sp>
        <p:nvSpPr>
          <p:cNvPr id="3" name="Content Placeholder 2"/>
          <p:cNvSpPr>
            <a:spLocks noGrp="1"/>
          </p:cNvSpPr>
          <p:nvPr>
            <p:ph idx="1"/>
          </p:nvPr>
        </p:nvSpPr>
        <p:spPr/>
        <p:txBody>
          <a:bodyPr/>
          <a:lstStyle/>
          <a:p>
            <a:pPr marL="0" lvl="0" indent="0">
              <a:buClr>
                <a:srgbClr val="2DA2BF"/>
              </a:buClr>
              <a:buNone/>
            </a:pPr>
            <a:endParaRPr lang="en-US" sz="1100" dirty="0">
              <a:solidFill>
                <a:srgbClr val="0000FF"/>
              </a:solidFill>
              <a:latin typeface="Courier New" panose="02070309020205020404" pitchFamily="49" charset="0"/>
              <a:cs typeface="Courier New" panose="02070309020205020404" pitchFamily="49" charset="0"/>
            </a:endParaRPr>
          </a:p>
          <a:p>
            <a:pPr marL="115888" lvl="1" indent="0" defTabSz="457200">
              <a:buClr>
                <a:srgbClr val="2DA2BF"/>
              </a:buClr>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solidFill>
                  <a:prstClr val="black"/>
                </a:solidFill>
                <a:latin typeface="Courier New" panose="02070309020205020404" pitchFamily="49" charset="0"/>
                <a:cs typeface="Courier New" panose="02070309020205020404" pitchFamily="49" charset="0"/>
              </a:rPr>
              <a:t> context = Project.GetKingdom())</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br>
              <a:rPr lang="en-US" sz="1100" dirty="0">
                <a:solidFill>
                  <a:prstClr val="black"/>
                </a:solidFill>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var</a:t>
            </a:r>
            <a:r>
              <a:rPr lang="en-US" sz="1100" dirty="0">
                <a:latin typeface="Courier New" panose="02070309020205020404" pitchFamily="49" charset="0"/>
                <a:cs typeface="Courier New" panose="02070309020205020404" pitchFamily="49" charset="0"/>
              </a:rPr>
              <a:t> activeBoreWithActiveTDActiveDevSurvey = context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.Get(</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Borehole</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bore =&gt; </a:t>
            </a:r>
            <a:r>
              <a:rPr lang="en-US" sz="1100" dirty="0">
                <a:solidFill>
                  <a:srgbClr val="0000FF"/>
                </a:solidFill>
                <a:latin typeface="Courier New" panose="02070309020205020404" pitchFamily="49" charset="0"/>
                <a:cs typeface="Courier New" panose="02070309020205020404" pitchFamily="49" charset="0"/>
              </a:rPr>
              <a:t>new </a:t>
            </a:r>
            <a:br>
              <a:rPr lang="en-US" sz="1100" dirty="0">
                <a:solidFill>
                  <a:srgbClr val="0000FF"/>
                </a:solidFill>
                <a:latin typeface="Courier New" panose="02070309020205020404" pitchFamily="49" charset="0"/>
                <a:cs typeface="Courier New" panose="02070309020205020404" pitchFamily="49" charset="0"/>
              </a:rPr>
            </a:br>
            <a:r>
              <a:rPr lang="en-US" sz="1100" dirty="0">
                <a:solidFill>
                  <a:srgbClr val="0000FF"/>
                </a:solidFill>
                <a:latin typeface="Courier New" panose="02070309020205020404" pitchFamily="49" charset="0"/>
                <a:cs typeface="Courier New" panose="02070309020205020404" pitchFamily="49" charset="0"/>
              </a:rPr>
              <a:t>			</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Borehole = bore, bore.Well, bore.ProducingField,</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ActiveTimeDepth = (</a:t>
            </a:r>
            <a:r>
              <a:rPr lang="en-US" sz="1100" dirty="0">
                <a:solidFill>
                  <a:srgbClr val="0000FF"/>
                </a:solidFill>
                <a:latin typeface="Courier New" panose="02070309020205020404" pitchFamily="49" charset="0"/>
                <a:cs typeface="Courier New" panose="02070309020205020404" pitchFamily="49" charset="0"/>
              </a:rPr>
              <a:t>from</a:t>
            </a:r>
            <a:r>
              <a:rPr lang="en-US" sz="1100" dirty="0">
                <a:latin typeface="Courier New" panose="02070309020205020404" pitchFamily="49" charset="0"/>
                <a:cs typeface="Courier New" panose="02070309020205020404" pitchFamily="49" charset="0"/>
              </a:rPr>
              <a:t>   atd </a:t>
            </a:r>
            <a:r>
              <a:rPr lang="en-US" sz="1100" dirty="0">
                <a:solidFill>
                  <a:srgbClr val="0000FF"/>
                </a:solidFill>
                <a:latin typeface="Courier New" panose="02070309020205020404" pitchFamily="49" charset="0"/>
                <a:cs typeface="Courier New" panose="02070309020205020404" pitchFamily="49" charset="0"/>
              </a:rPr>
              <a:t>in</a:t>
            </a:r>
            <a:r>
              <a:rPr lang="en-US" sz="1100" dirty="0">
                <a:latin typeface="Courier New" panose="02070309020205020404" pitchFamily="49" charset="0"/>
                <a:cs typeface="Courier New" panose="02070309020205020404" pitchFamily="49" charset="0"/>
              </a:rPr>
              <a:t> bore.TimeDepthDatas</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where</a:t>
            </a:r>
            <a:r>
              <a:rPr lang="en-US" sz="1100" dirty="0">
                <a:latin typeface="Courier New" panose="02070309020205020404" pitchFamily="49" charset="0"/>
                <a:cs typeface="Courier New" panose="02070309020205020404" pitchFamily="49" charset="0"/>
              </a:rPr>
              <a:t>  atd.Id == bore.ActiveTimeDepthDataId</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select</a:t>
            </a:r>
            <a:r>
              <a:rPr lang="en-US" sz="1100" dirty="0">
                <a:latin typeface="Courier New" panose="02070309020205020404" pitchFamily="49" charset="0"/>
                <a:cs typeface="Courier New" panose="02070309020205020404" pitchFamily="49" charset="0"/>
              </a:rPr>
              <a:t> atd).FirstOrDefault(),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ActiveDeviationSurvey = (</a:t>
            </a:r>
            <a:r>
              <a:rPr lang="en-US" sz="1100" dirty="0">
                <a:solidFill>
                  <a:srgbClr val="0000FF"/>
                </a:solidFill>
                <a:latin typeface="Courier New" panose="02070309020205020404" pitchFamily="49" charset="0"/>
                <a:cs typeface="Courier New" panose="02070309020205020404" pitchFamily="49" charset="0"/>
              </a:rPr>
              <a:t>from</a:t>
            </a:r>
            <a:r>
              <a:rPr lang="en-US" sz="1100" dirty="0">
                <a:latin typeface="Courier New" panose="02070309020205020404" pitchFamily="49" charset="0"/>
                <a:cs typeface="Courier New" panose="02070309020205020404" pitchFamily="49" charset="0"/>
              </a:rPr>
              <a:t>   ad </a:t>
            </a:r>
            <a:r>
              <a:rPr lang="en-US" sz="1100" dirty="0">
                <a:solidFill>
                  <a:srgbClr val="0000FF"/>
                </a:solidFill>
                <a:latin typeface="Courier New" panose="02070309020205020404" pitchFamily="49" charset="0"/>
                <a:cs typeface="Courier New" panose="02070309020205020404" pitchFamily="49" charset="0"/>
              </a:rPr>
              <a:t>in</a:t>
            </a:r>
            <a:r>
              <a:rPr lang="en-US" sz="1100" dirty="0">
                <a:latin typeface="Courier New" panose="02070309020205020404" pitchFamily="49" charset="0"/>
                <a:cs typeface="Courier New" panose="02070309020205020404" pitchFamily="49" charset="0"/>
              </a:rPr>
              <a:t> bore.ActiveDeviations</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select</a:t>
            </a:r>
            <a:r>
              <a:rPr lang="en-US" sz="1100" dirty="0">
                <a:latin typeface="Courier New" panose="02070309020205020404" pitchFamily="49" charset="0"/>
                <a:cs typeface="Courier New" panose="02070309020205020404" pitchFamily="49" charset="0"/>
              </a:rPr>
              <a:t> ad.DeviationSurvey).FirstOrDefault()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bore =&gt; bore.WellId == wellId &amp;&amp; bore.Well.BoreholeId == bore.Id,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false</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.FirstOrDefault();</a:t>
            </a:r>
            <a:br>
              <a:rPr lang="en-US" sz="1100" dirty="0">
                <a:latin typeface="Courier New" panose="02070309020205020404" pitchFamily="49" charset="0"/>
                <a:cs typeface="Courier New" panose="02070309020205020404" pitchFamily="49" charset="0"/>
              </a:rPr>
            </a:br>
            <a:r>
              <a:rPr lang="en-US" sz="1100" dirty="0">
                <a:solidFill>
                  <a:prstClr val="black"/>
                </a:solidFill>
                <a:latin typeface="Courier New" panose="02070309020205020404" pitchFamily="49" charset="0"/>
                <a:cs typeface="Courier New" panose="02070309020205020404" pitchFamily="49" charset="0"/>
              </a:rPr>
              <a:t>}</a:t>
            </a:r>
          </a:p>
          <a:p>
            <a:pPr marL="109728" indent="0">
              <a:buNone/>
            </a:pPr>
            <a:endParaRPr lang="en-US" sz="1100" dirty="0">
              <a:solidFill>
                <a:prstClr val="black"/>
              </a:solidFill>
              <a:latin typeface="Courier New" panose="02070309020205020404" pitchFamily="49" charset="0"/>
              <a:cs typeface="Courier New" panose="02070309020205020404" pitchFamily="49" charset="0"/>
            </a:endParaRPr>
          </a:p>
          <a:p>
            <a:endParaRPr lang="en-US" sz="11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36</a:t>
            </a:fld>
            <a:endParaRPr lang="en-US" dirty="0"/>
          </a:p>
        </p:txBody>
      </p:sp>
      <p:sp>
        <p:nvSpPr>
          <p:cNvPr id="5" name="Text Placeholder 4"/>
          <p:cNvSpPr>
            <a:spLocks noGrp="1"/>
          </p:cNvSpPr>
          <p:nvPr>
            <p:ph type="body" sz="quarter" idx="13"/>
          </p:nvPr>
        </p:nvSpPr>
        <p:spPr>
          <a:xfrm>
            <a:off x="468313" y="1389888"/>
            <a:ext cx="8207375" cy="492443"/>
          </a:xfrm>
        </p:spPr>
        <p:txBody>
          <a:bodyPr/>
          <a:lstStyle/>
          <a:p>
            <a:r>
              <a:rPr lang="en-US" dirty="0">
                <a:solidFill>
                  <a:prstClr val="black"/>
                </a:solidFill>
              </a:rPr>
              <a:t>Allows user to get Well, ActiveBorehole, ProducingField, ActiveDeviationSurvey, ActiveTimeDepth</a:t>
            </a:r>
            <a:endParaRPr lang="en-US" dirty="0">
              <a:solidFill>
                <a:srgbClr val="0000FF"/>
              </a:solidFill>
            </a:endParaRPr>
          </a:p>
        </p:txBody>
      </p:sp>
    </p:spTree>
    <p:extLst>
      <p:ext uri="{BB962C8B-B14F-4D97-AF65-F5344CB8AC3E}">
        <p14:creationId xmlns:p14="http://schemas.microsoft.com/office/powerpoint/2010/main" val="389303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SDK Entities to Class</a:t>
            </a:r>
          </a:p>
        </p:txBody>
      </p:sp>
      <p:sp>
        <p:nvSpPr>
          <p:cNvPr id="3" name="Content Placeholder 2"/>
          <p:cNvSpPr>
            <a:spLocks noGrp="1"/>
          </p:cNvSpPr>
          <p:nvPr>
            <p:ph idx="1"/>
          </p:nvPr>
        </p:nvSpPr>
        <p:spPr/>
        <p:txBody>
          <a:bodyPr/>
          <a:lstStyle/>
          <a:p>
            <a:pPr marL="109728" indent="0" defTabSz="457200">
              <a:buNone/>
            </a:pP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class</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WellBore</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Id { </a:t>
            </a:r>
            <a:r>
              <a:rPr lang="en-US" sz="1100" dirty="0">
                <a:solidFill>
                  <a:srgbClr val="0000FF"/>
                </a:solidFill>
                <a:latin typeface="Courier New" panose="02070309020205020404" pitchFamily="49" charset="0"/>
                <a:cs typeface="Courier New" panose="02070309020205020404" pitchFamily="49" charset="0"/>
              </a:rPr>
              <a:t>get</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set</a:t>
            </a:r>
            <a:r>
              <a:rPr lang="en-US" sz="1100" dirty="0">
                <a:latin typeface="Courier New" panose="02070309020205020404" pitchFamily="49" charset="0"/>
                <a:cs typeface="Courier New" panose="02070309020205020404" pitchFamily="49" charset="0"/>
              </a:rPr>
              <a:t>; }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string</a:t>
            </a:r>
            <a:r>
              <a:rPr lang="en-US" sz="1100" dirty="0">
                <a:latin typeface="Courier New" panose="02070309020205020404" pitchFamily="49" charset="0"/>
                <a:cs typeface="Courier New" panose="02070309020205020404" pitchFamily="49" charset="0"/>
              </a:rPr>
              <a:t> BoreName { </a:t>
            </a:r>
            <a:r>
              <a:rPr lang="en-US" sz="1100" dirty="0">
                <a:solidFill>
                  <a:srgbClr val="0000FF"/>
                </a:solidFill>
                <a:latin typeface="Courier New" panose="02070309020205020404" pitchFamily="49" charset="0"/>
                <a:cs typeface="Courier New" panose="02070309020205020404" pitchFamily="49" charset="0"/>
              </a:rPr>
              <a:t>get</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set</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string</a:t>
            </a:r>
            <a:r>
              <a:rPr lang="en-US" sz="1100" dirty="0">
                <a:latin typeface="Courier New" panose="02070309020205020404" pitchFamily="49" charset="0"/>
                <a:cs typeface="Courier New" panose="02070309020205020404" pitchFamily="49" charset="0"/>
              </a:rPr>
              <a:t> WellName { </a:t>
            </a:r>
            <a:r>
              <a:rPr lang="en-US" sz="1100" dirty="0">
                <a:solidFill>
                  <a:srgbClr val="0000FF"/>
                </a:solidFill>
                <a:latin typeface="Courier New" panose="02070309020205020404" pitchFamily="49" charset="0"/>
                <a:cs typeface="Courier New" panose="02070309020205020404" pitchFamily="49" charset="0"/>
              </a:rPr>
              <a:t>get</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set</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string</a:t>
            </a:r>
            <a:r>
              <a:rPr lang="en-US" sz="1100" dirty="0">
                <a:latin typeface="Courier New" panose="02070309020205020404" pitchFamily="49" charset="0"/>
                <a:cs typeface="Courier New" panose="02070309020205020404" pitchFamily="49" charset="0"/>
              </a:rPr>
              <a:t> WellNumber { </a:t>
            </a:r>
            <a:r>
              <a:rPr lang="en-US" sz="1100" dirty="0">
                <a:solidFill>
                  <a:srgbClr val="0000FF"/>
                </a:solidFill>
                <a:latin typeface="Courier New" panose="02070309020205020404" pitchFamily="49" charset="0"/>
                <a:cs typeface="Courier New" panose="02070309020205020404" pitchFamily="49" charset="0"/>
              </a:rPr>
              <a:t>get</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set</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public</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Point2D</a:t>
            </a:r>
            <a:r>
              <a:rPr lang="en-US" sz="1100" dirty="0">
                <a:latin typeface="Courier New" panose="02070309020205020404" pitchFamily="49" charset="0"/>
                <a:cs typeface="Courier New" panose="02070309020205020404" pitchFamily="49" charset="0"/>
              </a:rPr>
              <a:t> WellSurfaceLocation { </a:t>
            </a:r>
            <a:r>
              <a:rPr lang="en-US" sz="1100" dirty="0">
                <a:solidFill>
                  <a:srgbClr val="0000FF"/>
                </a:solidFill>
                <a:latin typeface="Courier New" panose="02070309020205020404" pitchFamily="49" charset="0"/>
                <a:cs typeface="Courier New" panose="02070309020205020404" pitchFamily="49" charset="0"/>
              </a:rPr>
              <a:t>get</a:t>
            </a:r>
            <a:r>
              <a:rPr lang="en-US" sz="1100" dirty="0">
                <a:latin typeface="Courier New" panose="02070309020205020404" pitchFamily="49" charset="0"/>
                <a:cs typeface="Courier New" panose="02070309020205020404" pitchFamily="49" charset="0"/>
              </a:rPr>
              <a:t>; </a:t>
            </a:r>
            <a:r>
              <a:rPr lang="en-US" sz="1100" dirty="0">
                <a:solidFill>
                  <a:srgbClr val="0000FF"/>
                </a:solidFill>
                <a:latin typeface="Courier New" panose="02070309020205020404" pitchFamily="49" charset="0"/>
                <a:cs typeface="Courier New" panose="02070309020205020404" pitchFamily="49" charset="0"/>
              </a:rPr>
              <a:t>set</a:t>
            </a:r>
            <a:r>
              <a:rPr lang="en-US" sz="1100" dirty="0">
                <a:latin typeface="Courier New" panose="02070309020205020404" pitchFamily="49" charset="0"/>
                <a:cs typeface="Courier New" panose="02070309020205020404" pitchFamily="49" charset="0"/>
              </a:rPr>
              <a:t>; }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p>
          <a:p>
            <a:pPr marL="109728" indent="0" defTabSz="457200">
              <a:buNone/>
            </a:pPr>
            <a:r>
              <a:rPr lang="en-US" sz="1100" dirty="0">
                <a:solidFill>
                  <a:srgbClr val="0000FF"/>
                </a:solidFill>
                <a:latin typeface="Courier New" panose="02070309020205020404" pitchFamily="49" charset="0"/>
                <a:cs typeface="Courier New" panose="02070309020205020404" pitchFamily="49" charset="0"/>
              </a:rPr>
              <a:t>using</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Kingdom</a:t>
            </a:r>
            <a:r>
              <a:rPr lang="en-US" sz="1100" dirty="0">
                <a:latin typeface="Courier New" panose="02070309020205020404" pitchFamily="49" charset="0"/>
                <a:cs typeface="Courier New" panose="02070309020205020404" pitchFamily="49" charset="0"/>
              </a:rPr>
              <a:t> context = Project.GetKingdom())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List</a:t>
            </a:r>
            <a:r>
              <a:rPr lang="en-US" sz="1100" dirty="0">
                <a:latin typeface="Courier New" panose="02070309020205020404" pitchFamily="49" charset="0"/>
                <a:cs typeface="Courier New" panose="02070309020205020404" pitchFamily="49" charset="0"/>
              </a:rPr>
              <a:t>&lt;</a:t>
            </a:r>
            <a:r>
              <a:rPr lang="en-US" sz="1100" dirty="0">
                <a:solidFill>
                  <a:srgbClr val="2B91AF"/>
                </a:solidFill>
                <a:latin typeface="Courier New" panose="02070309020205020404" pitchFamily="49" charset="0"/>
                <a:cs typeface="Courier New" panose="02070309020205020404" pitchFamily="49" charset="0"/>
              </a:rPr>
              <a:t>WellBore</a:t>
            </a:r>
            <a:r>
              <a:rPr lang="en-US" sz="1100" dirty="0">
                <a:latin typeface="Courier New" panose="02070309020205020404" pitchFamily="49" charset="0"/>
                <a:cs typeface="Courier New" panose="02070309020205020404" pitchFamily="49" charset="0"/>
              </a:rPr>
              <a:t>&gt; WellBore = context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.Get(</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Smt.Entities.</a:t>
            </a:r>
            <a:r>
              <a:rPr lang="en-US" sz="1100" dirty="0">
                <a:solidFill>
                  <a:srgbClr val="2B91AF"/>
                </a:solidFill>
                <a:latin typeface="Courier New" panose="02070309020205020404" pitchFamily="49" charset="0"/>
                <a:cs typeface="Courier New" panose="02070309020205020404" pitchFamily="49" charset="0"/>
              </a:rPr>
              <a:t>Borehole</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 =&gt; </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WellBore</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Id = b.Borehole.Id,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BoreName = b.Borehole.Name,</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WellName = b.Well.Name,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WellNumber = b.Well.WellNumber,</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WellSurfaceLocation = </a:t>
            </a:r>
            <a:r>
              <a:rPr lang="en-US" sz="1100" dirty="0">
                <a:solidFill>
                  <a:srgbClr val="0000FF"/>
                </a:solidFill>
                <a:latin typeface="Courier New" panose="02070309020205020404" pitchFamily="49" charset="0"/>
                <a:cs typeface="Courier New" panose="02070309020205020404" pitchFamily="49" charset="0"/>
              </a:rPr>
              <a:t>new</a:t>
            </a:r>
            <a:r>
              <a:rPr lang="en-US" sz="1100" dirty="0">
                <a:latin typeface="Courier New" panose="02070309020205020404" pitchFamily="49" charset="0"/>
                <a:cs typeface="Courier New" panose="02070309020205020404" pitchFamily="49" charset="0"/>
              </a:rPr>
              <a:t> </a:t>
            </a:r>
            <a:r>
              <a:rPr lang="en-US" sz="1100" dirty="0">
                <a:solidFill>
                  <a:srgbClr val="2B91AF"/>
                </a:solidFill>
                <a:latin typeface="Courier New" panose="02070309020205020404" pitchFamily="49" charset="0"/>
                <a:cs typeface="Courier New" panose="02070309020205020404" pitchFamily="49" charset="0"/>
              </a:rPr>
              <a:t>Point2D</a:t>
            </a:r>
            <a:r>
              <a:rPr lang="en-US" sz="1100" dirty="0">
                <a:latin typeface="Courier New" panose="02070309020205020404" pitchFamily="49" charset="0"/>
                <a:cs typeface="Courier New" panose="02070309020205020404" pitchFamily="49" charset="0"/>
              </a:rPr>
              <a: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b.Well.SurfaceLocX.IsNull() ? 0 : b.Well.SurfaceLocX.Value,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b.Well.SurfaceLocY.IsNull() ? 0 : b.Well.SurfaceLocY.Value)</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.ToList();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a:t>
            </a:r>
          </a:p>
          <a:p>
            <a:endParaRPr lang="en-US" sz="1200" dirty="0"/>
          </a:p>
        </p:txBody>
      </p:sp>
      <p:sp>
        <p:nvSpPr>
          <p:cNvPr id="4" name="Slide Number Placeholder 3"/>
          <p:cNvSpPr>
            <a:spLocks noGrp="1"/>
          </p:cNvSpPr>
          <p:nvPr>
            <p:ph type="sldNum" sz="quarter" idx="12"/>
          </p:nvPr>
        </p:nvSpPr>
        <p:spPr/>
        <p:txBody>
          <a:bodyPr/>
          <a:lstStyle/>
          <a:p>
            <a:fld id="{4704619B-9823-F845-874B-2390AC991BC7}" type="slidenum">
              <a:rPr lang="en-US" smtClean="0"/>
              <a:t>37</a:t>
            </a:fld>
            <a:endParaRPr lang="en-US" dirty="0"/>
          </a:p>
        </p:txBody>
      </p:sp>
      <p:sp>
        <p:nvSpPr>
          <p:cNvPr id="5" name="Text Placeholder 4"/>
          <p:cNvSpPr>
            <a:spLocks noGrp="1"/>
          </p:cNvSpPr>
          <p:nvPr>
            <p:ph type="body" sz="quarter" idx="13"/>
          </p:nvPr>
        </p:nvSpPr>
        <p:spPr/>
        <p:txBody>
          <a:bodyPr/>
          <a:lstStyle/>
          <a:p>
            <a:r>
              <a:rPr lang="en-US" dirty="0"/>
              <a:t>Example</a:t>
            </a:r>
          </a:p>
        </p:txBody>
      </p:sp>
    </p:spTree>
    <p:extLst>
      <p:ext uri="{BB962C8B-B14F-4D97-AF65-F5344CB8AC3E}">
        <p14:creationId xmlns:p14="http://schemas.microsoft.com/office/powerpoint/2010/main" val="1689915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APIs</a:t>
            </a:r>
          </a:p>
        </p:txBody>
      </p:sp>
      <p:sp>
        <p:nvSpPr>
          <p:cNvPr id="3" name="Content Placeholder 2"/>
          <p:cNvSpPr>
            <a:spLocks noGrp="1"/>
          </p:cNvSpPr>
          <p:nvPr>
            <p:ph idx="1"/>
          </p:nvPr>
        </p:nvSpPr>
        <p:spPr/>
        <p:txBody>
          <a:bodyPr/>
          <a:lstStyle/>
          <a:p>
            <a:pPr marL="177800" lvl="1" indent="0" defTabSz="457200">
              <a:buNone/>
            </a:pPr>
            <a:r>
              <a:rPr lang="en-US" sz="1200" dirty="0">
                <a:solidFill>
                  <a:srgbClr val="0000FF"/>
                </a:solidFill>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IEnumerable</a:t>
            </a:r>
            <a:r>
              <a:rPr lang="en-US" sz="1200" dirty="0">
                <a:latin typeface="Courier New" panose="02070309020205020404" pitchFamily="49" charset="0"/>
                <a:cs typeface="Courier New" panose="02070309020205020404" pitchFamily="49" charset="0"/>
              </a:rPr>
              <a:t>&lt;TResult&gt; Get&lt;TType, TResult&gt;(     </a:t>
            </a:r>
          </a:p>
          <a:p>
            <a:pPr marL="177800" lvl="1" indent="0" defTabSz="457200">
              <a:buNone/>
            </a:pPr>
            <a:r>
              <a:rPr lang="en-US" sz="1200" dirty="0">
                <a:latin typeface="Courier New" panose="02070309020205020404" pitchFamily="49" charset="0"/>
                <a:cs typeface="Courier New" panose="02070309020205020404" pitchFamily="49" charset="0"/>
              </a:rPr>
              <a:t>				TType entityTypeSpecifier,</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TResult&gt;&gt; projection,</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Expression</a:t>
            </a:r>
            <a:r>
              <a:rPr lang="en-US" sz="1200" dirty="0">
                <a:latin typeface="Courier New" panose="02070309020205020404" pitchFamily="49" charset="0"/>
                <a:cs typeface="Courier New" panose="02070309020205020404" pitchFamily="49" charset="0"/>
              </a:rPr>
              <a:t>&lt;</a:t>
            </a:r>
            <a:r>
              <a:rPr lang="en-US" sz="1200" dirty="0">
                <a:solidFill>
                  <a:srgbClr val="2B91AF"/>
                </a:solidFill>
                <a:latin typeface="Courier New" panose="02070309020205020404" pitchFamily="49" charset="0"/>
                <a:cs typeface="Courier New" panose="02070309020205020404" pitchFamily="49" charset="0"/>
              </a:rPr>
              <a:t>Func</a:t>
            </a:r>
            <a:r>
              <a:rPr lang="en-US" sz="1200" dirty="0">
                <a:latin typeface="Courier New" panose="02070309020205020404" pitchFamily="49" charset="0"/>
                <a:cs typeface="Courier New" panose="02070309020205020404" pitchFamily="49" charset="0"/>
              </a:rPr>
              <a:t>&lt;TType,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&gt;&gt; predicate,</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2B91AF"/>
                </a:solidFill>
                <a:latin typeface="Courier New" panose="02070309020205020404" pitchFamily="49" charset="0"/>
                <a:cs typeface="Courier New" panose="02070309020205020404" pitchFamily="49" charset="0"/>
              </a:rPr>
              <a:t>List</a:t>
            </a:r>
            <a:r>
              <a:rPr lang="en-US" sz="1200" dirty="0">
                <a:latin typeface="Courier New" panose="02070309020205020404" pitchFamily="49" charset="0"/>
                <a:cs typeface="Courier New" panose="02070309020205020404" pitchFamily="49" charset="0"/>
              </a:rPr>
              <a:t>&lt;</a:t>
            </a:r>
            <a:r>
              <a:rPr lang="en-US" sz="1200" dirty="0">
                <a:solidFill>
                  <a:srgbClr val="0000FF"/>
                </a:solidFill>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&gt; authorIds,</a:t>
            </a:r>
          </a:p>
          <a:p>
            <a:pPr marL="177800" lvl="1" indent="0" defTabSz="457200">
              <a:buNone/>
            </a:pPr>
            <a:r>
              <a:rPr lang="en-US" sz="1200" dirty="0">
                <a:latin typeface="Courier New" panose="02070309020205020404" pitchFamily="49" charset="0"/>
                <a:cs typeface="Courier New" panose="02070309020205020404" pitchFamily="49" charset="0"/>
              </a:rPr>
              <a:t>    			</a:t>
            </a:r>
            <a:r>
              <a:rPr lang="en-US" sz="1200" dirty="0">
                <a:solidFill>
                  <a:srgbClr val="0000FF"/>
                </a:solidFill>
                <a:latin typeface="Courier New" panose="02070309020205020404" pitchFamily="49" charset="0"/>
                <a:cs typeface="Courier New" panose="02070309020205020404" pitchFamily="49" charset="0"/>
              </a:rPr>
              <a:t>bool</a:t>
            </a:r>
            <a:r>
              <a:rPr lang="en-US" sz="1200" dirty="0">
                <a:latin typeface="Courier New" panose="02070309020205020404" pitchFamily="49" charset="0"/>
                <a:cs typeface="Courier New" panose="02070309020205020404" pitchFamily="49" charset="0"/>
              </a:rPr>
              <a:t> visibleOnly)</a:t>
            </a:r>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38</a:t>
            </a:fld>
            <a:endParaRPr lang="en-US" dirty="0"/>
          </a:p>
        </p:txBody>
      </p:sp>
      <p:sp>
        <p:nvSpPr>
          <p:cNvPr id="5" name="Text Placeholder 4"/>
          <p:cNvSpPr>
            <a:spLocks noGrp="1"/>
          </p:cNvSpPr>
          <p:nvPr>
            <p:ph type="body" sz="quarter" idx="13"/>
          </p:nvPr>
        </p:nvSpPr>
        <p:spPr>
          <a:xfrm>
            <a:off x="468313" y="1389888"/>
            <a:ext cx="8207375" cy="246221"/>
          </a:xfrm>
        </p:spPr>
        <p:txBody>
          <a:bodyPr/>
          <a:lstStyle/>
          <a:p>
            <a:r>
              <a:rPr lang="en-US" dirty="0"/>
              <a:t>With projection &amp; By predicate, authorIds, visible only</a:t>
            </a:r>
          </a:p>
        </p:txBody>
      </p:sp>
    </p:spTree>
    <p:extLst>
      <p:ext uri="{BB962C8B-B14F-4D97-AF65-F5344CB8AC3E}">
        <p14:creationId xmlns:p14="http://schemas.microsoft.com/office/powerpoint/2010/main" val="19368237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Additional API</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39</a:t>
            </a:fld>
            <a:endParaRPr lang="en-US" dirty="0"/>
          </a:p>
        </p:txBody>
      </p:sp>
    </p:spTree>
    <p:extLst>
      <p:ext uri="{BB962C8B-B14F-4D97-AF65-F5344CB8AC3E}">
        <p14:creationId xmlns:p14="http://schemas.microsoft.com/office/powerpoint/2010/main" val="1683050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 Subset</a:t>
            </a:r>
          </a:p>
        </p:txBody>
      </p:sp>
      <p:sp>
        <p:nvSpPr>
          <p:cNvPr id="3" name="Content Placeholder 2"/>
          <p:cNvSpPr>
            <a:spLocks noGrp="1"/>
          </p:cNvSpPr>
          <p:nvPr>
            <p:ph idx="1"/>
          </p:nvPr>
        </p:nvSpPr>
        <p:spPr>
          <a:xfrm>
            <a:off x="475933" y="1586926"/>
            <a:ext cx="8207375" cy="4321175"/>
          </a:xfrm>
        </p:spPr>
        <p:txBody>
          <a:bodyPr/>
          <a:lstStyle/>
          <a:p>
            <a:pPr marL="0" indent="0">
              <a:lnSpc>
                <a:spcPct val="107000"/>
              </a:lnSpc>
              <a:buNone/>
            </a:pPr>
            <a:r>
              <a:rPr lang="en-US" sz="1200" dirty="0">
                <a:solidFill>
                  <a:srgbClr val="0000FF"/>
                </a:solidFill>
                <a:latin typeface="Courier New" panose="02070309020205020404" pitchFamily="49" charset="0"/>
                <a:ea typeface="Calibri" panose="020F0502020204030204" pitchFamily="34" charset="0"/>
                <a:cs typeface="Courier New" panose="02070309020205020404" pitchFamily="49" charset="0"/>
              </a:rPr>
              <a:t>var</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 project = </a:t>
            </a:r>
            <a:r>
              <a:rPr lang="en-US" sz="1200" dirty="0">
                <a:solidFill>
                  <a:srgbClr val="2B91AF"/>
                </a:solidFill>
                <a:latin typeface="Courier New" panose="02070309020205020404" pitchFamily="49" charset="0"/>
                <a:ea typeface="Calibri" panose="020F0502020204030204" pitchFamily="34" charset="0"/>
                <a:cs typeface="Courier New" panose="02070309020205020404" pitchFamily="49" charset="0"/>
              </a:rPr>
              <a:t>Helper</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.ProjectSetUp();</a:t>
            </a:r>
            <a:endParaRPr lang="en-US" sz="1200" dirty="0">
              <a:latin typeface="Courier New" panose="02070309020205020404" pitchFamily="49" charset="0"/>
              <a:ea typeface="Calibri" panose="020F0502020204030204" pitchFamily="34" charset="0"/>
              <a:cs typeface="Courier New" panose="02070309020205020404" pitchFamily="49" charset="0"/>
            </a:endParaRPr>
          </a:p>
          <a:p>
            <a:pPr marL="0" indent="0">
              <a:lnSpc>
                <a:spcPct val="107000"/>
              </a:lnSpc>
              <a:buNone/>
            </a:pPr>
            <a:r>
              <a:rPr lang="en-US" sz="1200" dirty="0">
                <a:solidFill>
                  <a:srgbClr val="0000FF"/>
                </a:solidFill>
                <a:latin typeface="Courier New" panose="02070309020205020404" pitchFamily="49" charset="0"/>
                <a:ea typeface="Calibri" panose="020F0502020204030204" pitchFamily="34" charset="0"/>
                <a:cs typeface="Courier New" panose="02070309020205020404" pitchFamily="49" charset="0"/>
              </a:rPr>
              <a:t>var</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 wsm = </a:t>
            </a:r>
            <a:r>
              <a:rPr lang="en-US" sz="1200" dirty="0">
                <a:solidFill>
                  <a:srgbClr val="0000FF"/>
                </a:solidFill>
                <a:latin typeface="Courier New" panose="02070309020205020404" pitchFamily="49" charset="0"/>
                <a:ea typeface="Calibri" panose="020F0502020204030204" pitchFamily="34" charset="0"/>
                <a:cs typeface="Courier New" panose="02070309020205020404" pitchFamily="49" charset="0"/>
              </a:rPr>
              <a:t>new</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 IHS.Kingdom.WellQuery.</a:t>
            </a:r>
            <a:r>
              <a:rPr lang="en-US" sz="1200" dirty="0">
                <a:solidFill>
                  <a:srgbClr val="2B91AF"/>
                </a:solidFill>
                <a:latin typeface="Courier New" panose="02070309020205020404" pitchFamily="49" charset="0"/>
                <a:ea typeface="Calibri" panose="020F0502020204030204" pitchFamily="34" charset="0"/>
                <a:cs typeface="Courier New" panose="02070309020205020404" pitchFamily="49" charset="0"/>
              </a:rPr>
              <a:t>WellSubsetManager</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(project);</a:t>
            </a:r>
            <a:endParaRPr lang="en-US" sz="1200" dirty="0">
              <a:latin typeface="Courier New" panose="02070309020205020404" pitchFamily="49" charset="0"/>
              <a:ea typeface="Calibri" panose="020F0502020204030204" pitchFamily="34" charset="0"/>
              <a:cs typeface="Courier New" panose="02070309020205020404" pitchFamily="49" charset="0"/>
            </a:endParaRPr>
          </a:p>
          <a:p>
            <a:pPr marL="0" indent="0">
              <a:lnSpc>
                <a:spcPct val="107000"/>
              </a:lnSpc>
              <a:buNone/>
            </a:pPr>
            <a:r>
              <a:rPr lang="en-US" sz="1200" dirty="0">
                <a:solidFill>
                  <a:srgbClr val="0000FF"/>
                </a:solidFill>
                <a:latin typeface="Courier New" panose="02070309020205020404" pitchFamily="49" charset="0"/>
                <a:ea typeface="Calibri" panose="020F0502020204030204" pitchFamily="34" charset="0"/>
                <a:cs typeface="Courier New" panose="02070309020205020404" pitchFamily="49" charset="0"/>
              </a:rPr>
              <a:t>var</a:t>
            </a: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 subsetBoreholeIds = wsm.GetBoreholeIds(soonerSubsetName);</a:t>
            </a:r>
          </a:p>
          <a:p>
            <a:pPr marL="0" indent="0">
              <a:lnSpc>
                <a:spcPct val="107000"/>
              </a:lnSpc>
              <a:buNone/>
            </a:pPr>
            <a:r>
              <a:rPr lang="en-US" sz="1200" dirty="0">
                <a:solidFill>
                  <a:srgbClr val="000000"/>
                </a:solidFill>
                <a:latin typeface="Courier New" panose="02070309020205020404" pitchFamily="49" charset="0"/>
                <a:ea typeface="Calibri" panose="020F0502020204030204" pitchFamily="34" charset="0"/>
                <a:cs typeface="Courier New" panose="02070309020205020404" pitchFamily="49" charset="0"/>
              </a:rPr>
              <a:t>project.Dispose();</a:t>
            </a:r>
          </a:p>
          <a:p>
            <a:pPr marL="0" indent="0">
              <a:lnSpc>
                <a:spcPct val="107000"/>
              </a:lnSpc>
              <a:buNone/>
            </a:pPr>
            <a:endParaRPr lang="en-US" sz="1200" dirty="0">
              <a:solidFill>
                <a:prstClr val="black"/>
              </a:solidFill>
            </a:endParaRPr>
          </a:p>
          <a:p>
            <a:pPr marL="0" indent="0">
              <a:lnSpc>
                <a:spcPct val="107000"/>
              </a:lnSpc>
              <a:buNone/>
            </a:pPr>
            <a:r>
              <a:rPr lang="en-US" dirty="0">
                <a:solidFill>
                  <a:prstClr val="black"/>
                </a:solidFill>
              </a:rPr>
              <a:t>The following well subsets are supported:</a:t>
            </a:r>
          </a:p>
          <a:p>
            <a:pPr>
              <a:lnSpc>
                <a:spcPct val="107000"/>
              </a:lnSpc>
            </a:pPr>
            <a:r>
              <a:rPr lang="en-US" dirty="0">
                <a:solidFill>
                  <a:prstClr val="black"/>
                </a:solidFill>
              </a:rPr>
              <a:t>New Dynamic Subsets (Kingdom 2017 and up)</a:t>
            </a:r>
          </a:p>
          <a:p>
            <a:pPr>
              <a:lnSpc>
                <a:spcPct val="107000"/>
              </a:lnSpc>
            </a:pPr>
            <a:r>
              <a:rPr lang="en-US" dirty="0">
                <a:solidFill>
                  <a:prstClr val="black"/>
                </a:solidFill>
              </a:rPr>
              <a:t>New Static Subsets (Kingdom 2017 and up)</a:t>
            </a:r>
          </a:p>
          <a:p>
            <a:pPr>
              <a:lnSpc>
                <a:spcPct val="107000"/>
              </a:lnSpc>
            </a:pPr>
            <a:r>
              <a:rPr lang="en-US" dirty="0">
                <a:solidFill>
                  <a:prstClr val="black"/>
                </a:solidFill>
              </a:rPr>
              <a:t>Old Static Subsets (Kingdom 2016 and below)</a:t>
            </a:r>
            <a:endParaRPr lang="en-US" dirty="0">
              <a:solidFill>
                <a:srgbClr val="2B91AF"/>
              </a:solidFill>
            </a:endParaRPr>
          </a:p>
          <a:p>
            <a:pPr marL="0" indent="0">
              <a:lnSpc>
                <a:spcPct val="107000"/>
              </a:lnSpc>
              <a:buNone/>
            </a:pPr>
            <a:endParaRPr lang="en-US" sz="1200" dirty="0">
              <a:latin typeface="Courier New" panose="02070309020205020404" pitchFamily="49" charset="0"/>
              <a:ea typeface="Calibri" panose="020F0502020204030204" pitchFamily="34"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40</a:t>
            </a:fld>
            <a:endParaRPr lang="en-US" dirty="0"/>
          </a:p>
        </p:txBody>
      </p:sp>
    </p:spTree>
    <p:extLst>
      <p:ext uri="{BB962C8B-B14F-4D97-AF65-F5344CB8AC3E}">
        <p14:creationId xmlns:p14="http://schemas.microsoft.com/office/powerpoint/2010/main" val="1449814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Data Access Settings</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41</a:t>
            </a:fld>
            <a:endParaRPr lang="en-US" dirty="0"/>
          </a:p>
        </p:txBody>
      </p:sp>
    </p:spTree>
    <p:extLst>
      <p:ext uri="{BB962C8B-B14F-4D97-AF65-F5344CB8AC3E}">
        <p14:creationId xmlns:p14="http://schemas.microsoft.com/office/powerpoint/2010/main" val="3905794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Access Settings</a:t>
            </a:r>
          </a:p>
        </p:txBody>
      </p:sp>
      <p:sp>
        <p:nvSpPr>
          <p:cNvPr id="3" name="Content Placeholder 2"/>
          <p:cNvSpPr>
            <a:spLocks noGrp="1"/>
          </p:cNvSpPr>
          <p:nvPr>
            <p:ph idx="1"/>
          </p:nvPr>
        </p:nvSpPr>
        <p:spPr>
          <a:xfrm>
            <a:off x="468313" y="1575813"/>
            <a:ext cx="8207375" cy="4321175"/>
          </a:xfrm>
        </p:spPr>
        <p:txBody>
          <a:bodyPr/>
          <a:lstStyle/>
          <a:p>
            <a:r>
              <a:rPr lang="en-US" dirty="0"/>
              <a:t>Allows settings on error handling and tracking</a:t>
            </a:r>
          </a:p>
          <a:p>
            <a:r>
              <a:rPr lang="en-US" dirty="0"/>
              <a:t>Can be passed to:</a:t>
            </a:r>
          </a:p>
          <a:p>
            <a:pPr lvl="1"/>
            <a:r>
              <a:rPr lang="en-US" dirty="0">
                <a:solidFill>
                  <a:srgbClr val="2B91AF"/>
                </a:solidFill>
              </a:rPr>
              <a:t>IProject.GetKingdom</a:t>
            </a:r>
            <a:r>
              <a:rPr lang="en-US" dirty="0"/>
              <a:t>(</a:t>
            </a:r>
            <a:r>
              <a:rPr lang="en-US" b="1" dirty="0">
                <a:solidFill>
                  <a:srgbClr val="FF0000"/>
                </a:solidFill>
              </a:rPr>
              <a:t>DataAccessSettings dataAccessSettings</a:t>
            </a:r>
            <a:r>
              <a:rPr lang="en-US" dirty="0"/>
              <a:t>);</a:t>
            </a:r>
          </a:p>
          <a:p>
            <a:pPr lvl="1"/>
            <a:r>
              <a:rPr lang="en-US" dirty="0">
                <a:solidFill>
                  <a:srgbClr val="2B91AF"/>
                </a:solidFill>
              </a:rPr>
              <a:t>IProject.SaveObjects</a:t>
            </a:r>
            <a:r>
              <a:rPr lang="en-US" dirty="0"/>
              <a:t>(</a:t>
            </a:r>
            <a:r>
              <a:rPr lang="en-US" b="1" dirty="0">
                <a:solidFill>
                  <a:srgbClr val="FF0000"/>
                </a:solidFill>
              </a:rPr>
              <a:t>DataAccessSettings </a:t>
            </a:r>
            <a:r>
              <a:rPr lang="en-US" dirty="0"/>
              <a:t>, SmtEntity[] entities);</a:t>
            </a:r>
          </a:p>
          <a:p>
            <a:pPr lvl="1"/>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42</a:t>
            </a:fld>
            <a:endParaRPr lang="en-US" dirty="0"/>
          </a:p>
        </p:txBody>
      </p:sp>
    </p:spTree>
    <p:extLst>
      <p:ext uri="{BB962C8B-B14F-4D97-AF65-F5344CB8AC3E}">
        <p14:creationId xmlns:p14="http://schemas.microsoft.com/office/powerpoint/2010/main" val="3705266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Access Settings</a:t>
            </a:r>
          </a:p>
        </p:txBody>
      </p:sp>
      <p:sp>
        <p:nvSpPr>
          <p:cNvPr id="3" name="Content Placeholder 2"/>
          <p:cNvSpPr>
            <a:spLocks noGrp="1"/>
          </p:cNvSpPr>
          <p:nvPr>
            <p:ph idx="1"/>
          </p:nvPr>
        </p:nvSpPr>
        <p:spPr/>
        <p:txBody>
          <a:bodyPr/>
          <a:lstStyle/>
          <a:p>
            <a:r>
              <a:rPr lang="en-US" b="1" dirty="0"/>
              <a:t>DataAccessErrorHandler</a:t>
            </a:r>
          </a:p>
          <a:p>
            <a:pPr lvl="1"/>
            <a:r>
              <a:rPr lang="en-US" b="1" dirty="0"/>
              <a:t>ThrowException</a:t>
            </a:r>
          </a:p>
          <a:p>
            <a:pPr lvl="2"/>
            <a:r>
              <a:rPr lang="en-US" dirty="0"/>
              <a:t>When ThrowException is set to </a:t>
            </a:r>
            <a:r>
              <a:rPr lang="en-US" b="1" dirty="0"/>
              <a:t>true</a:t>
            </a:r>
            <a:r>
              <a:rPr lang="en-US" dirty="0"/>
              <a:t> and an error occurs, an exception will be thrown. The entire transaction will be aborted and rolled back. </a:t>
            </a:r>
          </a:p>
          <a:p>
            <a:pPr lvl="2"/>
            <a:r>
              <a:rPr lang="en-US" dirty="0"/>
              <a:t>When ThrowException is set to </a:t>
            </a:r>
            <a:r>
              <a:rPr lang="en-US" b="1" dirty="0"/>
              <a:t>false</a:t>
            </a:r>
            <a:r>
              <a:rPr lang="en-US" dirty="0"/>
              <a:t> and an error occurs, no exception will be thrown and errors will be recorded under the entity objects. Entity objects without errors will be saved.</a:t>
            </a:r>
          </a:p>
          <a:p>
            <a:pPr lvl="1"/>
            <a:r>
              <a:rPr lang="en-US" b="1" dirty="0"/>
              <a:t>DuplicateNaturalKeySelector</a:t>
            </a:r>
          </a:p>
          <a:p>
            <a:pPr lvl="2"/>
            <a:r>
              <a:rPr lang="en-US" b="1" dirty="0"/>
              <a:t>It is a call back function where SDK User can define their preference on what item they want to select if SDK gets duplicate natural key objects</a:t>
            </a:r>
          </a:p>
          <a:p>
            <a:r>
              <a:rPr lang="en-US" b="1" dirty="0"/>
              <a:t>ChangeTrackingForRead</a:t>
            </a:r>
            <a:r>
              <a:rPr lang="en-US" dirty="0"/>
              <a:t> – allows user to turn on or off tracking while getting data from database</a:t>
            </a:r>
          </a:p>
          <a:p>
            <a:r>
              <a:rPr lang="en-US" b="1" dirty="0"/>
              <a:t>DataChangedNotificationHandler</a:t>
            </a:r>
            <a:r>
              <a:rPr lang="en-US" dirty="0"/>
              <a:t> – allows users to delay sending notification when database changed. It has the following methods:</a:t>
            </a:r>
          </a:p>
          <a:p>
            <a:pPr lvl="1"/>
            <a:r>
              <a:rPr lang="en-US" dirty="0"/>
              <a:t>DelayNotification() – queue all the notification message without sending them out</a:t>
            </a:r>
          </a:p>
          <a:p>
            <a:pPr lvl="1"/>
            <a:r>
              <a:rPr lang="en-US" dirty="0"/>
              <a:t>Notify() – send all the changes in database that has been queuing and reset state to not delay state </a:t>
            </a:r>
          </a:p>
          <a:p>
            <a:pPr lvl="1"/>
            <a:r>
              <a:rPr lang="en-US" dirty="0"/>
              <a:t>HasChangeSet() – check if there is a pending notification</a:t>
            </a:r>
          </a:p>
        </p:txBody>
      </p:sp>
      <p:sp>
        <p:nvSpPr>
          <p:cNvPr id="4" name="Slide Number Placeholder 3"/>
          <p:cNvSpPr>
            <a:spLocks noGrp="1"/>
          </p:cNvSpPr>
          <p:nvPr>
            <p:ph type="sldNum" sz="quarter" idx="12"/>
          </p:nvPr>
        </p:nvSpPr>
        <p:spPr/>
        <p:txBody>
          <a:bodyPr/>
          <a:lstStyle/>
          <a:p>
            <a:fld id="{4704619B-9823-F845-874B-2390AC991BC7}" type="slidenum">
              <a:rPr lang="en-US" smtClean="0"/>
              <a:t>43</a:t>
            </a:fld>
            <a:endParaRPr lang="en-US" dirty="0"/>
          </a:p>
        </p:txBody>
      </p:sp>
      <p:sp>
        <p:nvSpPr>
          <p:cNvPr id="5" name="Text Placeholder 4"/>
          <p:cNvSpPr>
            <a:spLocks noGrp="1"/>
          </p:cNvSpPr>
          <p:nvPr>
            <p:ph type="body" sz="quarter" idx="13"/>
          </p:nvPr>
        </p:nvSpPr>
        <p:spPr/>
        <p:txBody>
          <a:bodyPr/>
          <a:lstStyle/>
          <a:p>
            <a:r>
              <a:rPr lang="en-US" dirty="0"/>
              <a:t>Interface</a:t>
            </a:r>
          </a:p>
        </p:txBody>
      </p:sp>
    </p:spTree>
    <p:extLst>
      <p:ext uri="{BB962C8B-B14F-4D97-AF65-F5344CB8AC3E}">
        <p14:creationId xmlns:p14="http://schemas.microsoft.com/office/powerpoint/2010/main" val="3636422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Error Handling</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44</a:t>
            </a:fld>
            <a:endParaRPr lang="en-US" dirty="0"/>
          </a:p>
        </p:txBody>
      </p:sp>
    </p:spTree>
    <p:extLst>
      <p:ext uri="{BB962C8B-B14F-4D97-AF65-F5344CB8AC3E}">
        <p14:creationId xmlns:p14="http://schemas.microsoft.com/office/powerpoint/2010/main" val="1956319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Handling</a:t>
            </a:r>
          </a:p>
        </p:txBody>
      </p:sp>
      <p:sp>
        <p:nvSpPr>
          <p:cNvPr id="3" name="Content Placeholder 2"/>
          <p:cNvSpPr>
            <a:spLocks noGrp="1"/>
          </p:cNvSpPr>
          <p:nvPr>
            <p:ph idx="1"/>
          </p:nvPr>
        </p:nvSpPr>
        <p:spPr>
          <a:xfrm>
            <a:off x="468313" y="1586926"/>
            <a:ext cx="8207375" cy="4321175"/>
          </a:xfrm>
        </p:spPr>
        <p:txBody>
          <a:bodyPr/>
          <a:lstStyle/>
          <a:p>
            <a:pPr marL="233363" indent="-233363"/>
            <a:r>
              <a:rPr lang="en-US" dirty="0"/>
              <a:t>Create / Update / Delete (SaveChanges)</a:t>
            </a:r>
          </a:p>
          <a:p>
            <a:pPr marL="457200" lvl="1" indent="-223838"/>
            <a:r>
              <a:rPr lang="en-US" dirty="0"/>
              <a:t>Support throw exception – Whole transaction rolled back</a:t>
            </a:r>
          </a:p>
          <a:p>
            <a:pPr marL="457200" lvl="1" indent="-223838"/>
            <a:r>
              <a:rPr lang="en-US" dirty="0"/>
              <a:t>Support silent error with partial save – Errors are marked only on the objects that have problem. Good objects are saved/deleted and get committed.</a:t>
            </a:r>
          </a:p>
          <a:p>
            <a:pPr marL="233363" indent="-233363"/>
            <a:r>
              <a:rPr lang="en-US" dirty="0"/>
              <a:t>Get</a:t>
            </a:r>
          </a:p>
          <a:p>
            <a:pPr marL="457200" lvl="1" indent="-223838"/>
            <a:r>
              <a:rPr lang="en-US" dirty="0"/>
              <a:t>Throws exception even if one of them have a problem</a:t>
            </a:r>
          </a:p>
          <a:p>
            <a:pPr marL="177800" lvl="1"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45</a:t>
            </a:fld>
            <a:endParaRPr lang="en-US" dirty="0"/>
          </a:p>
        </p:txBody>
      </p:sp>
    </p:spTree>
    <p:extLst>
      <p:ext uri="{BB962C8B-B14F-4D97-AF65-F5344CB8AC3E}">
        <p14:creationId xmlns:p14="http://schemas.microsoft.com/office/powerpoint/2010/main" val="40198458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30BBA-6EBF-4271-89CC-A05697CA866F}"/>
              </a:ext>
            </a:extLst>
          </p:cNvPr>
          <p:cNvSpPr>
            <a:spLocks noGrp="1"/>
          </p:cNvSpPr>
          <p:nvPr>
            <p:ph type="title"/>
          </p:nvPr>
        </p:nvSpPr>
        <p:spPr/>
        <p:txBody>
          <a:bodyPr/>
          <a:lstStyle/>
          <a:p>
            <a:r>
              <a:rPr lang="en-US" dirty="0"/>
              <a:t>ChangeTrackingForRead</a:t>
            </a:r>
          </a:p>
        </p:txBody>
      </p:sp>
      <p:sp>
        <p:nvSpPr>
          <p:cNvPr id="3" name="Content Placeholder 2">
            <a:extLst>
              <a:ext uri="{FF2B5EF4-FFF2-40B4-BE49-F238E27FC236}">
                <a16:creationId xmlns:a16="http://schemas.microsoft.com/office/drawing/2014/main" id="{609C21B8-DD6E-462F-AFB5-348723AB6AB9}"/>
              </a:ext>
            </a:extLst>
          </p:cNvPr>
          <p:cNvSpPr>
            <a:spLocks noGrp="1"/>
          </p:cNvSpPr>
          <p:nvPr>
            <p:ph idx="1"/>
          </p:nvPr>
        </p:nvSpPr>
        <p:spPr>
          <a:xfrm>
            <a:off x="483553" y="1594546"/>
            <a:ext cx="8207375" cy="4321175"/>
          </a:xfrm>
        </p:spPr>
        <p:txBody>
          <a:bodyPr/>
          <a:lstStyle/>
          <a:p>
            <a:pPr marL="109728" indent="0">
              <a:buNone/>
            </a:pPr>
            <a:r>
              <a:rPr lang="en-US" sz="1800" dirty="0"/>
              <a:t>Tracking allows user to turn on or off tracking while getting data from database. (Default true)</a:t>
            </a:r>
          </a:p>
          <a:p>
            <a:r>
              <a:rPr lang="en-US" sz="1800" dirty="0"/>
              <a:t>True:</a:t>
            </a:r>
          </a:p>
          <a:p>
            <a:pPr lvl="1"/>
            <a:r>
              <a:rPr lang="en-US" sz="1600" dirty="0"/>
              <a:t>Poor performance</a:t>
            </a:r>
          </a:p>
          <a:p>
            <a:pPr lvl="1"/>
            <a:endParaRPr lang="en-US" sz="1800" dirty="0"/>
          </a:p>
          <a:p>
            <a:r>
              <a:rPr lang="en-US" sz="1800" dirty="0"/>
              <a:t>False:</a:t>
            </a:r>
          </a:p>
          <a:p>
            <a:pPr lvl="1"/>
            <a:r>
              <a:rPr lang="en-US" sz="1600" dirty="0"/>
              <a:t>Better performance</a:t>
            </a:r>
          </a:p>
          <a:p>
            <a:endParaRPr lang="en-US" dirty="0"/>
          </a:p>
        </p:txBody>
      </p:sp>
      <p:sp>
        <p:nvSpPr>
          <p:cNvPr id="4" name="Slide Number Placeholder 3">
            <a:extLst>
              <a:ext uri="{FF2B5EF4-FFF2-40B4-BE49-F238E27FC236}">
                <a16:creationId xmlns:a16="http://schemas.microsoft.com/office/drawing/2014/main" id="{6CBD4AAB-6903-4E7E-BDAB-A6F21352448E}"/>
              </a:ext>
            </a:extLst>
          </p:cNvPr>
          <p:cNvSpPr>
            <a:spLocks noGrp="1"/>
          </p:cNvSpPr>
          <p:nvPr>
            <p:ph type="sldNum" sz="quarter" idx="12"/>
          </p:nvPr>
        </p:nvSpPr>
        <p:spPr/>
        <p:txBody>
          <a:bodyPr/>
          <a:lstStyle/>
          <a:p>
            <a:fld id="{4704619B-9823-F845-874B-2390AC991BC7}" type="slidenum">
              <a:rPr lang="en-US" smtClean="0"/>
              <a:t>46</a:t>
            </a:fld>
            <a:endParaRPr lang="en-US" dirty="0"/>
          </a:p>
        </p:txBody>
      </p:sp>
    </p:spTree>
    <p:extLst>
      <p:ext uri="{BB962C8B-B14F-4D97-AF65-F5344CB8AC3E}">
        <p14:creationId xmlns:p14="http://schemas.microsoft.com/office/powerpoint/2010/main" val="3885393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24A4-ECF1-443A-8474-F355AE474A9F}"/>
              </a:ext>
            </a:extLst>
          </p:cNvPr>
          <p:cNvSpPr>
            <a:spLocks noGrp="1"/>
          </p:cNvSpPr>
          <p:nvPr>
            <p:ph type="title"/>
          </p:nvPr>
        </p:nvSpPr>
        <p:spPr/>
        <p:txBody>
          <a:bodyPr/>
          <a:lstStyle/>
          <a:p>
            <a:r>
              <a:rPr lang="en-US" dirty="0"/>
              <a:t>ChangeTrackingForRead Usage</a:t>
            </a:r>
          </a:p>
        </p:txBody>
      </p:sp>
      <p:sp>
        <p:nvSpPr>
          <p:cNvPr id="3" name="Content Placeholder 2">
            <a:extLst>
              <a:ext uri="{FF2B5EF4-FFF2-40B4-BE49-F238E27FC236}">
                <a16:creationId xmlns:a16="http://schemas.microsoft.com/office/drawing/2014/main" id="{A7E472BC-42B9-4E49-B355-620F00A87873}"/>
              </a:ext>
            </a:extLst>
          </p:cNvPr>
          <p:cNvSpPr>
            <a:spLocks noGrp="1"/>
          </p:cNvSpPr>
          <p:nvPr>
            <p:ph idx="1"/>
          </p:nvPr>
        </p:nvSpPr>
        <p:spPr>
          <a:xfrm>
            <a:off x="468311" y="1676400"/>
            <a:ext cx="8207375" cy="4321175"/>
          </a:xfrm>
        </p:spPr>
        <p:txBody>
          <a:bodyPr/>
          <a:lstStyle/>
          <a:p>
            <a:pPr marL="365760" lvl="1" indent="-256032">
              <a:spcBef>
                <a:spcPts val="400"/>
              </a:spcBef>
              <a:buSzPct val="68000"/>
              <a:buFont typeface="Wingdings 3"/>
              <a:buChar char=""/>
            </a:pPr>
            <a:r>
              <a:rPr lang="en-US" sz="1600" dirty="0"/>
              <a:t>Use ChangeTrackingForRead when getting multiple data types using projections (Joining tables)</a:t>
            </a:r>
          </a:p>
          <a:p>
            <a:pPr marL="603504" lvl="2" indent="-256032">
              <a:spcBef>
                <a:spcPts val="400"/>
              </a:spcBef>
              <a:buSzPct val="68000"/>
              <a:buFont typeface="Wingdings 3"/>
              <a:buChar char=""/>
            </a:pPr>
            <a:r>
              <a:rPr lang="en-US" sz="1600" dirty="0"/>
              <a:t>Example: Get all RasterLogTracks with RasterLogSections, Boreholes, Wells, RasterLogDepthCalibrations</a:t>
            </a:r>
          </a:p>
          <a:p>
            <a:pPr marL="347472" lvl="2" indent="0">
              <a:spcBef>
                <a:spcPts val="400"/>
              </a:spcBef>
              <a:buSzPct val="68000"/>
              <a:buNone/>
            </a:pPr>
            <a:endParaRPr lang="en-US" sz="1600" dirty="0"/>
          </a:p>
          <a:p>
            <a:pPr marL="365760" lvl="1" indent="-256032">
              <a:spcBef>
                <a:spcPts val="400"/>
              </a:spcBef>
              <a:buSzPct val="68000"/>
              <a:buFont typeface="Wingdings 3"/>
              <a:buChar char=""/>
            </a:pPr>
            <a:r>
              <a:rPr lang="en-US" sz="1600" dirty="0"/>
              <a:t>ChangeTracking will not have any effect if:</a:t>
            </a:r>
          </a:p>
          <a:p>
            <a:pPr marL="603504" lvl="2" indent="-256032">
              <a:spcBef>
                <a:spcPts val="400"/>
              </a:spcBef>
              <a:buSzPct val="68000"/>
              <a:buFont typeface="Wingdings 3"/>
              <a:buChar char=""/>
            </a:pPr>
            <a:r>
              <a:rPr lang="en-US" sz="1600" dirty="0"/>
              <a:t>Getting data when you have small number of records</a:t>
            </a:r>
          </a:p>
          <a:p>
            <a:pPr marL="603504" lvl="2" indent="-256032">
              <a:spcBef>
                <a:spcPts val="400"/>
              </a:spcBef>
              <a:buSzPct val="68000"/>
              <a:buFont typeface="Wingdings 3"/>
              <a:buChar char=""/>
            </a:pPr>
            <a:r>
              <a:rPr lang="en-US" sz="1600" dirty="0"/>
              <a:t>Getting only one data type</a:t>
            </a:r>
          </a:p>
          <a:p>
            <a:pPr marL="347472" lvl="2" indent="0">
              <a:spcBef>
                <a:spcPts val="400"/>
              </a:spcBef>
              <a:buSzPct val="68000"/>
              <a:buNone/>
            </a:pPr>
            <a:endParaRPr lang="en-US" sz="1600" dirty="0"/>
          </a:p>
          <a:p>
            <a:pPr marL="365760" lvl="1" indent="-256032">
              <a:spcBef>
                <a:spcPts val="400"/>
              </a:spcBef>
              <a:buSzPct val="68000"/>
              <a:buFont typeface="Wingdings 3"/>
              <a:buChar char=""/>
            </a:pPr>
            <a:r>
              <a:rPr lang="en-US" sz="1600" dirty="0"/>
              <a:t>Caution:</a:t>
            </a:r>
          </a:p>
          <a:p>
            <a:pPr marL="603504" lvl="2" indent="-256032">
              <a:spcBef>
                <a:spcPts val="400"/>
              </a:spcBef>
              <a:buSzPct val="68000"/>
              <a:buFont typeface="Wingdings 3"/>
              <a:buChar char=""/>
            </a:pPr>
            <a:r>
              <a:rPr lang="en-US" sz="1600" dirty="0"/>
              <a:t>Use different context for save and get operations</a:t>
            </a:r>
          </a:p>
          <a:p>
            <a:endParaRPr lang="en-US" dirty="0"/>
          </a:p>
        </p:txBody>
      </p:sp>
      <p:sp>
        <p:nvSpPr>
          <p:cNvPr id="4" name="Slide Number Placeholder 3">
            <a:extLst>
              <a:ext uri="{FF2B5EF4-FFF2-40B4-BE49-F238E27FC236}">
                <a16:creationId xmlns:a16="http://schemas.microsoft.com/office/drawing/2014/main" id="{BDF792DD-510B-400E-A62D-6BD366FC2F1F}"/>
              </a:ext>
            </a:extLst>
          </p:cNvPr>
          <p:cNvSpPr>
            <a:spLocks noGrp="1"/>
          </p:cNvSpPr>
          <p:nvPr>
            <p:ph type="sldNum" sz="quarter" idx="12"/>
          </p:nvPr>
        </p:nvSpPr>
        <p:spPr/>
        <p:txBody>
          <a:bodyPr/>
          <a:lstStyle/>
          <a:p>
            <a:fld id="{4704619B-9823-F845-874B-2390AC991BC7}" type="slidenum">
              <a:rPr lang="en-US" smtClean="0"/>
              <a:t>47</a:t>
            </a:fld>
            <a:endParaRPr lang="en-US" dirty="0"/>
          </a:p>
        </p:txBody>
      </p:sp>
    </p:spTree>
    <p:extLst>
      <p:ext uri="{BB962C8B-B14F-4D97-AF65-F5344CB8AC3E}">
        <p14:creationId xmlns:p14="http://schemas.microsoft.com/office/powerpoint/2010/main" val="2511743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18586-F851-41C6-A190-80AE106E8D08}"/>
              </a:ext>
            </a:extLst>
          </p:cNvPr>
          <p:cNvSpPr>
            <a:spLocks noGrp="1"/>
          </p:cNvSpPr>
          <p:nvPr>
            <p:ph type="title"/>
          </p:nvPr>
        </p:nvSpPr>
        <p:spPr/>
        <p:txBody>
          <a:bodyPr/>
          <a:lstStyle/>
          <a:p>
            <a:r>
              <a:rPr lang="en-US" dirty="0"/>
              <a:t>Notifications</a:t>
            </a:r>
          </a:p>
        </p:txBody>
      </p:sp>
      <p:sp>
        <p:nvSpPr>
          <p:cNvPr id="4" name="Slide Number Placeholder 3">
            <a:extLst>
              <a:ext uri="{FF2B5EF4-FFF2-40B4-BE49-F238E27FC236}">
                <a16:creationId xmlns:a16="http://schemas.microsoft.com/office/drawing/2014/main" id="{C0B86532-F465-437A-90FB-69EC8907DE71}"/>
              </a:ext>
            </a:extLst>
          </p:cNvPr>
          <p:cNvSpPr>
            <a:spLocks noGrp="1"/>
          </p:cNvSpPr>
          <p:nvPr>
            <p:ph type="sldNum" sz="quarter" idx="12"/>
          </p:nvPr>
        </p:nvSpPr>
        <p:spPr/>
        <p:txBody>
          <a:bodyPr/>
          <a:lstStyle/>
          <a:p>
            <a:fld id="{4704619B-9823-F845-874B-2390AC991BC7}" type="slidenum">
              <a:rPr lang="en-US" smtClean="0"/>
              <a:t>48</a:t>
            </a:fld>
            <a:endParaRPr lang="en-US" dirty="0"/>
          </a:p>
        </p:txBody>
      </p:sp>
    </p:spTree>
    <p:extLst>
      <p:ext uri="{BB962C8B-B14F-4D97-AF65-F5344CB8AC3E}">
        <p14:creationId xmlns:p14="http://schemas.microsoft.com/office/powerpoint/2010/main" val="68796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Notification</a:t>
            </a:r>
          </a:p>
        </p:txBody>
      </p:sp>
      <p:sp>
        <p:nvSpPr>
          <p:cNvPr id="3" name="Content Placeholder 2"/>
          <p:cNvSpPr>
            <a:spLocks noGrp="1"/>
          </p:cNvSpPr>
          <p:nvPr>
            <p:ph idx="1"/>
          </p:nvPr>
        </p:nvSpPr>
        <p:spPr>
          <a:xfrm>
            <a:off x="475933" y="1575813"/>
            <a:ext cx="8207375" cy="4321175"/>
          </a:xfrm>
        </p:spPr>
        <p:txBody>
          <a:bodyPr/>
          <a:lstStyle/>
          <a:p>
            <a:pPr marL="0" indent="0">
              <a:buNone/>
            </a:pPr>
            <a:r>
              <a:rPr lang="en-US" dirty="0">
                <a:latin typeface="Courier New" panose="02070309020205020404" pitchFamily="49" charset="0"/>
                <a:cs typeface="Courier New" panose="02070309020205020404" pitchFamily="49" charset="0"/>
              </a:rPr>
              <a:t> var settings = new DataAccessSettings();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settings.DataChangedNotificationHandler.DelayNotification();</a:t>
            </a:r>
          </a:p>
          <a:p>
            <a:pPr marL="115888" indent="0">
              <a:spcBef>
                <a:spcPts val="0"/>
              </a:spcBef>
              <a:spcAft>
                <a:spcPts val="0"/>
              </a:spcAft>
              <a:buNone/>
            </a:pPr>
            <a:r>
              <a:rPr lang="en-US" dirty="0">
                <a:solidFill>
                  <a:srgbClr val="0000FF"/>
                </a:solidFill>
                <a:latin typeface="Courier New" panose="02070309020205020404" pitchFamily="49" charset="0"/>
                <a:cs typeface="Courier New" panose="02070309020205020404" pitchFamily="49" charset="0"/>
              </a:rPr>
              <a:t>using</a:t>
            </a:r>
            <a:r>
              <a:rPr lang="en-US" dirty="0">
                <a:latin typeface="Courier New" panose="02070309020205020404" pitchFamily="49" charset="0"/>
                <a:cs typeface="Courier New" panose="02070309020205020404" pitchFamily="49" charset="0"/>
              </a:rPr>
              <a:t> (</a:t>
            </a:r>
            <a:r>
              <a:rPr lang="en-US" dirty="0">
                <a:solidFill>
                  <a:srgbClr val="0000FF"/>
                </a:solidFill>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kingdom = </a:t>
            </a:r>
            <a:r>
              <a:rPr lang="en-US" dirty="0">
                <a:solidFill>
                  <a:srgbClr val="2B91AF"/>
                </a:solidFill>
                <a:latin typeface="Courier New" panose="02070309020205020404" pitchFamily="49" charset="0"/>
                <a:cs typeface="Courier New" panose="02070309020205020404" pitchFamily="49" charset="0"/>
              </a:rPr>
              <a:t>SDKTestingUtilities</a:t>
            </a:r>
            <a:r>
              <a:rPr lang="en-US" dirty="0">
                <a:latin typeface="Courier New" panose="02070309020205020404" pitchFamily="49" charset="0"/>
                <a:cs typeface="Courier New" panose="02070309020205020404" pitchFamily="49" charset="0"/>
              </a:rPr>
              <a:t>.GetKingdom(settings)) </a:t>
            </a:r>
          </a:p>
          <a:p>
            <a:pPr marL="115888" indent="0">
              <a:spcBef>
                <a:spcPts val="0"/>
              </a:spcBef>
              <a:spcAft>
                <a:spcPts val="0"/>
              </a:spcAft>
              <a:buNone/>
            </a:pPr>
            <a:r>
              <a:rPr lang="en-US" dirty="0">
                <a:latin typeface="Courier New" panose="02070309020205020404" pitchFamily="49" charset="0"/>
                <a:cs typeface="Courier New" panose="02070309020205020404" pitchFamily="49" charset="0"/>
              </a:rPr>
              <a:t>{     </a:t>
            </a:r>
          </a:p>
          <a:p>
            <a:pPr marL="115888" indent="0">
              <a:spcBef>
                <a:spcPts val="0"/>
              </a:spcBef>
              <a:spcAft>
                <a:spcPts val="0"/>
              </a:spcAft>
              <a:buNone/>
            </a:pPr>
            <a:r>
              <a:rPr lang="en-US" dirty="0">
                <a:latin typeface="Courier New" panose="02070309020205020404" pitchFamily="49" charset="0"/>
                <a:cs typeface="Courier New" panose="02070309020205020404" pitchFamily="49" charset="0"/>
              </a:rPr>
              <a:t>	kingdom.AddObject(bore);    </a:t>
            </a:r>
          </a:p>
          <a:p>
            <a:pPr marL="115888" indent="0">
              <a:spcBef>
                <a:spcPts val="0"/>
              </a:spcBef>
              <a:spcAft>
                <a:spcPts val="0"/>
              </a:spcAft>
              <a:buNone/>
            </a:pPr>
            <a:r>
              <a:rPr lang="en-US" dirty="0">
                <a:latin typeface="Courier New" panose="02070309020205020404" pitchFamily="49" charset="0"/>
                <a:cs typeface="Courier New" panose="02070309020205020404" pitchFamily="49" charset="0"/>
              </a:rPr>
              <a:t> 	kingdom.SaveChanges();</a:t>
            </a:r>
          </a:p>
          <a:p>
            <a:pPr marL="115888" indent="0">
              <a:spcBef>
                <a:spcPts val="0"/>
              </a:spcBef>
              <a:spcAft>
                <a:spcPts val="0"/>
              </a:spcAft>
              <a:buNone/>
            </a:pP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settings.DataChangedNotificationHandler.Notify();</a:t>
            </a:r>
          </a:p>
          <a:p>
            <a:pPr marL="406401" lvl="1" indent="-233363"/>
            <a:endParaRPr lang="en-US" dirty="0"/>
          </a:p>
          <a:p>
            <a:pPr marL="233363" indent="-233363"/>
            <a:r>
              <a:rPr lang="en-US" dirty="0"/>
              <a:t>SaveChanges – Triggers notifications</a:t>
            </a:r>
          </a:p>
          <a:p>
            <a:pPr marL="233363" indent="-233363"/>
            <a:r>
              <a:rPr lang="en-US" dirty="0"/>
              <a:t>DelayNotification – Helps to do multiple transactions and push one notification.</a:t>
            </a:r>
          </a:p>
          <a:p>
            <a:pPr marL="233363" lvl="1" indent="-233363">
              <a:buNone/>
            </a:pPr>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49</a:t>
            </a:fld>
            <a:endParaRPr lang="en-US" dirty="0"/>
          </a:p>
        </p:txBody>
      </p:sp>
    </p:spTree>
    <p:extLst>
      <p:ext uri="{BB962C8B-B14F-4D97-AF65-F5344CB8AC3E}">
        <p14:creationId xmlns:p14="http://schemas.microsoft.com/office/powerpoint/2010/main" val="2774366341"/>
      </p:ext>
    </p:extLst>
  </p:cSld>
  <p:clrMapOvr>
    <a:masterClrMapping/>
  </p:clrMapOvr>
</p:sld>
</file>

<file path=ppt/theme/theme1.xml><?xml version="1.0" encoding="utf-8"?>
<a:theme xmlns:a="http://schemas.openxmlformats.org/drawingml/2006/main" name="IHSM_PPT_GeneralUse_2017_4x3">
  <a:themeElements>
    <a:clrScheme name="Custom 4">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AB4E"/>
      </a:hlink>
      <a:folHlink>
        <a:srgbClr val="00969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IHSM Neutral Gray">
      <a:srgbClr val="7F8080"/>
    </a:custClr>
  </a:custClrLst>
  <a:extLst>
    <a:ext uri="{05A4C25C-085E-4340-85A3-A5531E510DB2}">
      <thm15:themeFamily xmlns:thm15="http://schemas.microsoft.com/office/thememl/2012/main" name="IHSM_PPT_GeneralUse_2017_4x3" id="{A6BD48DB-FF27-4336-B76F-604390BC2B1E}" vid="{76774A34-5174-4731-A4BF-6CCC9E236B9A}"/>
    </a:ext>
  </a:extLst>
</a:theme>
</file>

<file path=ppt/theme/theme2.xml><?xml version="1.0" encoding="utf-8"?>
<a:theme xmlns:a="http://schemas.openxmlformats.org/drawingml/2006/main" name="Additional Layouts for Analysts—2017">
  <a:themeElements>
    <a:clrScheme name="Custom 22">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66B3"/>
      </a:hlink>
      <a:folHlink>
        <a:srgbClr val="96157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8080"/>
        </a:solidFill>
        <a:ln>
          <a:noFill/>
        </a:ln>
      </a:spPr>
      <a:bodyPr rtlCol="0" anchor="ctr"/>
      <a:lstStyle>
        <a:defPPr algn="ctr">
          <a:defRPr sz="1600" b="1" spc="2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F80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rIns="72000" rtlCol="0">
        <a:spAutoFit/>
      </a:bodyPr>
      <a:lstStyle>
        <a:defPPr>
          <a:defRPr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Landfill 1">
      <a:srgbClr val="F2F1EC"/>
    </a:custClr>
    <a:custClr name="Landfill 2">
      <a:srgbClr val="E3E3DF"/>
    </a:custClr>
    <a:custClr name="Landfill 3">
      <a:srgbClr val="D2D2CF"/>
    </a:custClr>
    <a:custClr name="Map Gray 4">
      <a:srgbClr val="B3BABB"/>
    </a:custClr>
    <a:custClr name="Admin borders">
      <a:srgbClr val="9DA5A7"/>
    </a:custClr>
    <a:custClr name="Country borders">
      <a:srgbClr val="797F81"/>
    </a:custClr>
    <a:custClr name="Country names">
      <a:srgbClr val="434A4F"/>
    </a:custClr>
    <a:custClr name="Ocean fills">
      <a:srgbClr val="D1DFE7"/>
    </a:custClr>
    <a:custClr name="Rivers">
      <a:srgbClr val="8EBBD0"/>
    </a:custClr>
    <a:custClr name="Bodies of water text">
      <a:srgbClr val="467082"/>
    </a:custClr>
    <a:custClr name="IHSM Neutral Gray">
      <a:srgbClr val="7F8080"/>
    </a:custClr>
  </a:custClrLst>
  <a:extLst>
    <a:ext uri="{05A4C25C-085E-4340-85A3-A5531E510DB2}">
      <thm15:themeFamily xmlns:thm15="http://schemas.microsoft.com/office/thememl/2012/main" name="IHSM_PPT_GeneralUse_2017_4x3" id="{A6BD48DB-FF27-4336-B76F-604390BC2B1E}" vid="{1F711175-1B0F-4BA4-AC5C-5FC7F95A104E}"/>
    </a:ext>
  </a:extLst>
</a:theme>
</file>

<file path=ppt/theme/theme3.xml><?xml version="1.0" encoding="utf-8"?>
<a:theme xmlns:a="http://schemas.openxmlformats.org/drawingml/2006/main" name="Theme2">
  <a:themeElements>
    <a:clrScheme name="SPG Temp Color theme">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00000"/>
      </a:hlink>
      <a:folHlink>
        <a:srgbClr val="000000"/>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solidFill>
            <a:schemeClr val="accent3"/>
          </a:solidFill>
        </a:ln>
      </a:spPr>
      <a:bodyPr rtlCol="0" anchor="ct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err="1" smtClean="0"/>
        </a:defPPr>
      </a:lstStyle>
    </a:txDef>
  </a:objectDefaults>
  <a:extraClrSchemeLst/>
  <a:custClrLst>
    <a:custClr name="Ocean 7">
      <a:srgbClr val="006D89"/>
    </a:custClr>
    <a:custClr name="Gold 5">
      <a:srgbClr val="F1A649"/>
    </a:custClr>
    <a:custClr name="Purple 7">
      <a:srgbClr val="782080"/>
    </a:custClr>
    <a:custClr name="Teal 7">
      <a:srgbClr val="54BAA0"/>
    </a:custClr>
    <a:custClr name="Magneta 7">
      <a:srgbClr val="B92051"/>
    </a:custClr>
    <a:custClr name="Blue 3">
      <a:srgbClr val="AAB5DF"/>
    </a:custClr>
    <a:custClr name="Blue 8">
      <a:srgbClr val="1D3BAA"/>
    </a:custClr>
    <a:custClr name="Orange 7">
      <a:srgbClr val="B280B6"/>
    </a:custClr>
    <a:custClr name="Ocean 5">
      <a:srgbClr val="C94100"/>
    </a:custClr>
    <a:custClr name="Maroon 9">
      <a:srgbClr val="6DACBC"/>
    </a:custClr>
    <a:custClr name="Maroon 9">
      <a:srgbClr val="6B0F01"/>
    </a:custClr>
    <a:custClr name="Maroon 7">
      <a:srgbClr val="A11602"/>
    </a:custClr>
    <a:custClr name="Maroon 5">
      <a:srgbClr val="BC594A"/>
    </a:custClr>
    <a:custClr name="Maroon 3">
      <a:srgbClr val="D79B93"/>
    </a:custClr>
    <a:custClr name="Maroon 2">
      <a:srgbClr val="E4BCB7"/>
    </a:custClr>
    <a:custClr name="Ocean 2">
      <a:srgbClr val="B6D5DD"/>
    </a:custClr>
    <a:custClr name="Ocean 3">
      <a:srgbClr val="92C0CC"/>
    </a:custClr>
    <a:custClr name="Ocean 5">
      <a:srgbClr val="4997AB"/>
    </a:custClr>
    <a:custClr name="Ocean 7">
      <a:srgbClr val="006D89"/>
    </a:custClr>
    <a:custClr name="Ocean 9">
      <a:srgbClr val="00495B"/>
    </a:custClr>
    <a:custClr name="Gold 9">
      <a:srgbClr val="9D5700"/>
    </a:custClr>
    <a:custClr name="Gold 7">
      <a:srgbClr val="EC8200"/>
    </a:custClr>
    <a:custClr name="Gold 5">
      <a:srgbClr val="F1A649"/>
    </a:custClr>
    <a:custClr name="Gold 3">
      <a:srgbClr val="F7C992"/>
    </a:custClr>
    <a:custClr name="Gold 2">
      <a:srgbClr val="FADBB6"/>
    </a:custClr>
    <a:custClr name="Purple 2">
      <a:srgbClr val="D8BFDB"/>
    </a:custClr>
    <a:custClr name="Purple 3">
      <a:srgbClr val="C59FC9"/>
    </a:custClr>
    <a:custClr name="Purple 5">
      <a:srgbClr val="9F60A4"/>
    </a:custClr>
    <a:custClr name="Purple 7">
      <a:srgbClr val="782080"/>
    </a:custClr>
    <a:custClr name="Purple 9">
      <a:srgbClr val="501555"/>
    </a:custClr>
    <a:custClr name="Orange 9">
      <a:srgbClr val="862B00"/>
    </a:custClr>
    <a:custClr name="Orange 7">
      <a:srgbClr val="C94100"/>
    </a:custClr>
    <a:custClr name="Orange 5">
      <a:srgbClr val="D87749"/>
    </a:custClr>
    <a:custClr name="Orange 3">
      <a:srgbClr val="E8AE92"/>
    </a:custClr>
    <a:custClr name="Orange 2">
      <a:srgbClr val="F0C9B6"/>
    </a:custClr>
    <a:custClr name="Blue 2">
      <a:srgbClr val="C0C8E7"/>
    </a:custClr>
    <a:custClr name="Blue 3">
      <a:srgbClr val="AAB5DF"/>
    </a:custClr>
    <a:custClr name="Blue 5">
      <a:srgbClr val="7284CA"/>
    </a:custClr>
    <a:custClr name="Blue 7">
      <a:srgbClr val="3953B4"/>
    </a:custClr>
    <a:custClr name="Blue 9">
      <a:srgbClr val="01229F"/>
    </a:custClr>
    <a:custClr name="Magneta 9">
      <a:srgbClr val="7B1536"/>
    </a:custClr>
    <a:custClr name="Magneta 7">
      <a:srgbClr val="B92051"/>
    </a:custClr>
    <a:custClr name="Magneta 5">
      <a:srgbClr val="CD6083"/>
    </a:custClr>
    <a:custClr name="Magneta 3">
      <a:srgbClr val="E19FB4"/>
    </a:custClr>
    <a:custClr name="Magneta 2">
      <a:srgbClr val="EBBFCD"/>
    </a:custClr>
    <a:custClr name="Green 2">
      <a:srgbClr val="BEDEC4"/>
    </a:custClr>
    <a:custClr name="Green 2">
      <a:srgbClr val="9DCEA6"/>
    </a:custClr>
    <a:custClr name="Green 5">
      <a:srgbClr val="5CAE6A"/>
    </a:custClr>
    <a:custClr name="Green 7">
      <a:srgbClr val="1B8D2F"/>
    </a:custClr>
    <a:custClr name="Green 9">
      <a:srgbClr val="125E1F"/>
    </a:custClr>
  </a:custClrLst>
  <a:extLst>
    <a:ext uri="{05A4C25C-085E-4340-85A3-A5531E510DB2}">
      <thm15:themeFamily xmlns:thm15="http://schemas.microsoft.com/office/thememl/2012/main" name="Theme2" id="{11246C00-A4FF-4DD9-A7AE-7567F2689C31}" vid="{C59FB0FA-81FC-4DAC-AC07-DE5E02629C9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IHSM_PPT_GeneralUse_2017_4x3</Template>
  <TotalTime>26572</TotalTime>
  <Words>3641</Words>
  <Application>Microsoft Office PowerPoint</Application>
  <PresentationFormat>On-screen Show (4:3)</PresentationFormat>
  <Paragraphs>429</Paragraphs>
  <Slides>49</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49</vt:i4>
      </vt:variant>
    </vt:vector>
  </HeadingPairs>
  <TitlesOfParts>
    <vt:vector size="57" baseType="lpstr">
      <vt:lpstr>.HelveticaNeueDeskInterface-Regular</vt:lpstr>
      <vt:lpstr>Arial</vt:lpstr>
      <vt:lpstr>Calibri</vt:lpstr>
      <vt:lpstr>Courier New</vt:lpstr>
      <vt:lpstr>Wingdings 3</vt:lpstr>
      <vt:lpstr>IHSM_PPT_GeneralUse_2017_4x3</vt:lpstr>
      <vt:lpstr>Additional Layouts for Analysts—2017</vt:lpstr>
      <vt:lpstr>Theme2</vt:lpstr>
      <vt:lpstr>Kingdom SDK</vt:lpstr>
      <vt:lpstr>Agenda</vt:lpstr>
      <vt:lpstr>Project / Data Context</vt:lpstr>
      <vt:lpstr>Terminology Used</vt:lpstr>
      <vt:lpstr>Project Connection</vt:lpstr>
      <vt:lpstr>Project Unit and CRS</vt:lpstr>
      <vt:lpstr>CRUD Operations</vt:lpstr>
      <vt:lpstr>CRUDOption </vt:lpstr>
      <vt:lpstr>Data Context</vt:lpstr>
      <vt:lpstr>AddObject(s) in memory &amp; SaveChanges</vt:lpstr>
      <vt:lpstr>CRUD Operations</vt:lpstr>
      <vt:lpstr>Create Example</vt:lpstr>
      <vt:lpstr>Update Example</vt:lpstr>
      <vt:lpstr>Update an Entity </vt:lpstr>
      <vt:lpstr>What if Natural Key includes a Parent Entity ID</vt:lpstr>
      <vt:lpstr>Create/Update Example</vt:lpstr>
      <vt:lpstr>Create, Update, CreateOrUpdate Comparison</vt:lpstr>
      <vt:lpstr>Delete Example 1</vt:lpstr>
      <vt:lpstr>Delete Example 2</vt:lpstr>
      <vt:lpstr>Read APIs</vt:lpstr>
      <vt:lpstr>Read APIs</vt:lpstr>
      <vt:lpstr>Visible-only Flag</vt:lpstr>
      <vt:lpstr>Projection</vt:lpstr>
      <vt:lpstr>Read APIs</vt:lpstr>
      <vt:lpstr>Predicate</vt:lpstr>
      <vt:lpstr>Read APIs</vt:lpstr>
      <vt:lpstr>Read APIs</vt:lpstr>
      <vt:lpstr>Read APIs</vt:lpstr>
      <vt:lpstr>Read APIs</vt:lpstr>
      <vt:lpstr>Read APIs</vt:lpstr>
      <vt:lpstr>AuthorTypes</vt:lpstr>
      <vt:lpstr>Read APIs</vt:lpstr>
      <vt:lpstr>AuthorIds</vt:lpstr>
      <vt:lpstr>NavigationProperty</vt:lpstr>
      <vt:lpstr>NavigationProperty</vt:lpstr>
      <vt:lpstr>NavigationProperty</vt:lpstr>
      <vt:lpstr>Mapping SDK Entities to Class</vt:lpstr>
      <vt:lpstr>Read APIs</vt:lpstr>
      <vt:lpstr>Additional API</vt:lpstr>
      <vt:lpstr>Well Subset</vt:lpstr>
      <vt:lpstr>Data Access Settings</vt:lpstr>
      <vt:lpstr>Data Access Settings</vt:lpstr>
      <vt:lpstr>Data Access Settings</vt:lpstr>
      <vt:lpstr>Error Handling</vt:lpstr>
      <vt:lpstr>Error Handling</vt:lpstr>
      <vt:lpstr>ChangeTrackingForRead</vt:lpstr>
      <vt:lpstr>ChangeTrackingForRead Usage</vt:lpstr>
      <vt:lpstr>Notifications</vt:lpstr>
      <vt:lpstr>Notification</vt:lpstr>
    </vt:vector>
  </TitlesOfParts>
  <Company>IHS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in 1 or 2 Lines</dc:title>
  <dc:creator>Chris Williams</dc:creator>
  <cp:lastModifiedBy>Vanaparthy, Divya</cp:lastModifiedBy>
  <cp:revision>105</cp:revision>
  <dcterms:created xsi:type="dcterms:W3CDTF">2017-03-13T15:51:58Z</dcterms:created>
  <dcterms:modified xsi:type="dcterms:W3CDTF">2025-08-13T16:05:25Z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4c14fbaa-e118-4c03-a0c6-15a5fee77a0a</vt:lpwstr>
  </property>
  <property fmtid="{D5CDD505-2E9C-101B-9397-08002B2CF9AE}" pid="3" name="Jive_VersionGuid">
    <vt:lpwstr>541160b1-b8db-47e8-ab4e-aa1b980640f7</vt:lpwstr>
  </property>
  <property fmtid="{D5CDD505-2E9C-101B-9397-08002B2CF9AE}" pid="4" name="Offisync_ProviderInitializationData">
    <vt:lpwstr>https://mysource.ihs.com</vt:lpwstr>
  </property>
  <property fmtid="{D5CDD505-2E9C-101B-9397-08002B2CF9AE}" pid="5" name="Offisync_UpdateToken">
    <vt:lpwstr>6</vt:lpwstr>
  </property>
  <property fmtid="{D5CDD505-2E9C-101B-9397-08002B2CF9AE}" pid="6" name="Offisync_UniqueId">
    <vt:lpwstr>46137</vt:lpwstr>
  </property>
  <property fmtid="{D5CDD505-2E9C-101B-9397-08002B2CF9AE}" pid="7" name="Jive_LatestUserAccountName">
    <vt:lpwstr>KVJ53955</vt:lpwstr>
  </property>
  <property fmtid="{D5CDD505-2E9C-101B-9397-08002B2CF9AE}" pid="8" name="MSIP_Label_831f0267-8575-4fc2-99cc-f6b7f9934be9_Enabled">
    <vt:lpwstr>true</vt:lpwstr>
  </property>
  <property fmtid="{D5CDD505-2E9C-101B-9397-08002B2CF9AE}" pid="9" name="MSIP_Label_831f0267-8575-4fc2-99cc-f6b7f9934be9_SetDate">
    <vt:lpwstr>2025-08-13T16:05:24Z</vt:lpwstr>
  </property>
  <property fmtid="{D5CDD505-2E9C-101B-9397-08002B2CF9AE}" pid="10" name="MSIP_Label_831f0267-8575-4fc2-99cc-f6b7f9934be9_Method">
    <vt:lpwstr>Standard</vt:lpwstr>
  </property>
  <property fmtid="{D5CDD505-2E9C-101B-9397-08002B2CF9AE}" pid="11" name="MSIP_Label_831f0267-8575-4fc2-99cc-f6b7f9934be9_Name">
    <vt:lpwstr>831f0267-8575-4fc2-99cc-f6b7f9934be9</vt:lpwstr>
  </property>
  <property fmtid="{D5CDD505-2E9C-101B-9397-08002B2CF9AE}" pid="12" name="MSIP_Label_831f0267-8575-4fc2-99cc-f6b7f9934be9_SiteId">
    <vt:lpwstr>8f3e36ea-8039-4b40-81a7-7dc0599e8645</vt:lpwstr>
  </property>
  <property fmtid="{D5CDD505-2E9C-101B-9397-08002B2CF9AE}" pid="13" name="MSIP_Label_831f0267-8575-4fc2-99cc-f6b7f9934be9_ActionId">
    <vt:lpwstr>bee482d2-903c-44d0-b2cc-59b3526c7d03</vt:lpwstr>
  </property>
  <property fmtid="{D5CDD505-2E9C-101B-9397-08002B2CF9AE}" pid="14" name="MSIP_Label_831f0267-8575-4fc2-99cc-f6b7f9934be9_ContentBits">
    <vt:lpwstr>0</vt:lpwstr>
  </property>
  <property fmtid="{D5CDD505-2E9C-101B-9397-08002B2CF9AE}" pid="15" name="MSIP_Label_831f0267-8575-4fc2-99cc-f6b7f9934be9_Tag">
    <vt:lpwstr>10, 3, 0, 1</vt:lpwstr>
  </property>
</Properties>
</file>